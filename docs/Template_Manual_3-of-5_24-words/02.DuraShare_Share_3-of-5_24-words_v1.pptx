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7"/>
  </p:notesMasterIdLst>
  <p:sldIdLst>
    <p:sldId id="260" r:id="rId2"/>
    <p:sldId id="261" r:id="rId3"/>
    <p:sldId id="262" r:id="rId4"/>
    <p:sldId id="263" r:id="rId5"/>
    <p:sldId id="264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2A93"/>
    <a:srgbClr val="4EA72E"/>
    <a:srgbClr val="0F9ED5"/>
    <a:srgbClr val="E97132"/>
    <a:srgbClr val="FB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04"/>
    <p:restoredTop sz="95306"/>
  </p:normalViewPr>
  <p:slideViewPr>
    <p:cSldViewPr snapToGrid="0">
      <p:cViewPr>
        <p:scale>
          <a:sx n="140" d="100"/>
          <a:sy n="140" d="100"/>
        </p:scale>
        <p:origin x="5896" y="144"/>
      </p:cViewPr>
      <p:guideLst>
        <p:guide orient="horz" pos="3120"/>
        <p:guide pos="2160"/>
      </p:guideLst>
    </p:cSldViewPr>
  </p:slideViewPr>
  <p:notesTextViewPr>
    <p:cViewPr>
      <p:scale>
        <a:sx n="20" d="100"/>
        <a:sy n="2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7A1A1E-9FB4-C942-83F2-2E882B02486B}" type="datetimeFigureOut">
              <a:rPr lang="en-BR" smtClean="0"/>
              <a:t>06/10/26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E819C9-7153-B14B-B279-2EA491EAB301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659402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1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435710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2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21231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3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91500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4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962808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E819C9-7153-B14B-B279-2EA491EAB301}" type="slidenum">
              <a:rPr lang="en-BR" smtClean="0"/>
              <a:t>5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913711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024E4-3450-1046-AE64-B43B46F2996A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57432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4AA9B-F3A6-4F48-BD85-6A6B912EC266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05965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4EE2-7F41-7042-B8C8-244FFACED51B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320706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AD08F-87E3-6540-8174-C4C0400AEFD8}" type="datetime1">
              <a:rPr lang="en-US" smtClean="0"/>
              <a:t>10/6/26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667980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540E6-6DFF-B44E-87E6-2292B84E18B6}" type="datetime1">
              <a:rPr lang="en-US" smtClean="0"/>
              <a:t>10/6/26</a:t>
            </a:fld>
            <a:endParaRPr lang="en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6391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9C164-A73D-0746-BC60-0B7DB9F0D311}" type="datetime1">
              <a:rPr lang="en-US" smtClean="0"/>
              <a:t>10/6/26</a:t>
            </a:fld>
            <a:endParaRPr lang="en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28289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3341A-C547-5442-B12A-0B5A50B11DC1}" type="datetime1">
              <a:rPr lang="en-US" smtClean="0"/>
              <a:t>10/6/26</a:t>
            </a:fld>
            <a:endParaRPr lang="en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8157713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D2694-40D9-E741-A72D-E99892AFD2F2}" type="datetime1">
              <a:rPr lang="en-US" smtClean="0"/>
              <a:t>10/6/26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776749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CB594-C7C0-3742-B41F-E1BF6F153843}" type="datetime1">
              <a:rPr lang="en-US" smtClean="0"/>
              <a:t>10/6/26</a:t>
            </a:fld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329749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824CC-A669-5F43-9B46-C7099D091F19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48468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C900-83D4-C64B-86FB-0326E0E513F9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1053305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46F12-8C20-404E-A113-F20F2E247EA2}" type="datetime1">
              <a:rPr lang="en-US" smtClean="0"/>
              <a:t>10/6/26</a:t>
            </a:fld>
            <a:endParaRPr lang="en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2F7D92-AD88-7540-BFB7-79DF3EE9A624}" type="slidenum">
              <a:rPr lang="en-BR" smtClean="0"/>
              <a:t>‹#›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60890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24A098-C7D5-24E6-1551-28702C2881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677" t="13073" r="73757" b="60369"/>
          <a:stretch>
            <a:fillRect/>
          </a:stretch>
        </p:blipFill>
        <p:spPr>
          <a:xfrm>
            <a:off x="4872748" y="7470595"/>
            <a:ext cx="1839391" cy="1865268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3091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W1.S1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309150" y="1099650"/>
            <a:ext cx="864539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856" y="141553"/>
            <a:ext cx="544198" cy="544198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AF5064-C36B-9B3E-A23F-2816D75C152F}"/>
              </a:ext>
            </a:extLst>
          </p:cNvPr>
          <p:cNvSpPr txBox="1"/>
          <p:nvPr/>
        </p:nvSpPr>
        <p:spPr>
          <a:xfrm>
            <a:off x="187340" y="8844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 SECRET!</a:t>
            </a:r>
            <a:r>
              <a:rPr lang="en-US" noProof="0" dirty="0"/>
              <a:t> 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24 words – </a:t>
            </a:r>
            <a:r>
              <a:rPr lang="en-US" b="1" dirty="0"/>
              <a:t>Share 1 (S1)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5DB734-3DAB-E4BD-C051-EC7D8BE1E654}"/>
              </a:ext>
            </a:extLst>
          </p:cNvPr>
          <p:cNvCxnSpPr>
            <a:cxnSpLocks/>
          </p:cNvCxnSpPr>
          <p:nvPr/>
        </p:nvCxnSpPr>
        <p:spPr>
          <a:xfrm>
            <a:off x="309150" y="1693876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4B0862AE-83A3-E02E-034A-50C5FC908FD6}"/>
              </a:ext>
            </a:extLst>
          </p:cNvPr>
          <p:cNvSpPr txBox="1"/>
          <p:nvPr/>
        </p:nvSpPr>
        <p:spPr>
          <a:xfrm>
            <a:off x="3091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W4 .S1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8E02211-58D1-F942-521D-926EA7F0C4B9}"/>
              </a:ext>
            </a:extLst>
          </p:cNvPr>
          <p:cNvSpPr/>
          <p:nvPr/>
        </p:nvSpPr>
        <p:spPr>
          <a:xfrm>
            <a:off x="309150" y="1927650"/>
            <a:ext cx="864539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6831D5D-C727-02F9-AC13-28E2998DA69A}"/>
              </a:ext>
            </a:extLst>
          </p:cNvPr>
          <p:cNvCxnSpPr>
            <a:cxnSpLocks/>
          </p:cNvCxnSpPr>
          <p:nvPr/>
        </p:nvCxnSpPr>
        <p:spPr>
          <a:xfrm>
            <a:off x="309150" y="2521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0C3CBE88-4667-E4D4-0047-FDD8C04FD7BF}"/>
              </a:ext>
            </a:extLst>
          </p:cNvPr>
          <p:cNvSpPr txBox="1"/>
          <p:nvPr/>
        </p:nvSpPr>
        <p:spPr>
          <a:xfrm>
            <a:off x="3091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W7 .S1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8E58218-6491-38E4-CDD1-671E0E59E54D}"/>
              </a:ext>
            </a:extLst>
          </p:cNvPr>
          <p:cNvSpPr/>
          <p:nvPr/>
        </p:nvSpPr>
        <p:spPr>
          <a:xfrm>
            <a:off x="309150" y="2755650"/>
            <a:ext cx="864539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001EE560-214A-0CC1-A042-E14940796850}"/>
              </a:ext>
            </a:extLst>
          </p:cNvPr>
          <p:cNvCxnSpPr>
            <a:cxnSpLocks/>
          </p:cNvCxnSpPr>
          <p:nvPr/>
        </p:nvCxnSpPr>
        <p:spPr>
          <a:xfrm>
            <a:off x="309150" y="3349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450B413-783F-59B1-B859-6AC077566C6F}"/>
              </a:ext>
            </a:extLst>
          </p:cNvPr>
          <p:cNvSpPr txBox="1"/>
          <p:nvPr/>
        </p:nvSpPr>
        <p:spPr>
          <a:xfrm>
            <a:off x="3091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W10 .S1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CBF4ED9-6D4A-767C-9E27-2D48514970D8}"/>
              </a:ext>
            </a:extLst>
          </p:cNvPr>
          <p:cNvSpPr/>
          <p:nvPr/>
        </p:nvSpPr>
        <p:spPr>
          <a:xfrm>
            <a:off x="309150" y="3583650"/>
            <a:ext cx="864539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D9F69F7-D7B0-50C9-7E70-B515D340B2AE}"/>
              </a:ext>
            </a:extLst>
          </p:cNvPr>
          <p:cNvCxnSpPr>
            <a:cxnSpLocks/>
          </p:cNvCxnSpPr>
          <p:nvPr/>
        </p:nvCxnSpPr>
        <p:spPr>
          <a:xfrm>
            <a:off x="309150" y="4177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24E7109A-35A4-68CC-6901-2B24E4FC3C03}"/>
              </a:ext>
            </a:extLst>
          </p:cNvPr>
          <p:cNvSpPr txBox="1"/>
          <p:nvPr/>
        </p:nvSpPr>
        <p:spPr>
          <a:xfrm>
            <a:off x="3091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W13 .S1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ED88D69-0661-5EDC-2A38-D0C7B568E114}"/>
              </a:ext>
            </a:extLst>
          </p:cNvPr>
          <p:cNvSpPr/>
          <p:nvPr/>
        </p:nvSpPr>
        <p:spPr>
          <a:xfrm>
            <a:off x="309150" y="4411650"/>
            <a:ext cx="864539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4F6311C-9BD7-EBC3-2ABA-E42A25104F23}"/>
              </a:ext>
            </a:extLst>
          </p:cNvPr>
          <p:cNvCxnSpPr>
            <a:cxnSpLocks/>
          </p:cNvCxnSpPr>
          <p:nvPr/>
        </p:nvCxnSpPr>
        <p:spPr>
          <a:xfrm>
            <a:off x="309150" y="5005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642D0212-280B-3CE2-3420-DDCC1FD3135C}"/>
              </a:ext>
            </a:extLst>
          </p:cNvPr>
          <p:cNvSpPr txBox="1"/>
          <p:nvPr/>
        </p:nvSpPr>
        <p:spPr>
          <a:xfrm>
            <a:off x="3091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W16 .S1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21934E4-3692-D4BB-D4A8-7C642A96CCBC}"/>
              </a:ext>
            </a:extLst>
          </p:cNvPr>
          <p:cNvSpPr/>
          <p:nvPr/>
        </p:nvSpPr>
        <p:spPr>
          <a:xfrm>
            <a:off x="309150" y="5239650"/>
            <a:ext cx="864539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2" name="Straight Connector 511">
            <a:extLst>
              <a:ext uri="{FF2B5EF4-FFF2-40B4-BE49-F238E27FC236}">
                <a16:creationId xmlns:a16="http://schemas.microsoft.com/office/drawing/2014/main" id="{7640B477-99F1-2AA7-CA43-6A01D1233B4A}"/>
              </a:ext>
            </a:extLst>
          </p:cNvPr>
          <p:cNvCxnSpPr>
            <a:cxnSpLocks/>
          </p:cNvCxnSpPr>
          <p:nvPr/>
        </p:nvCxnSpPr>
        <p:spPr>
          <a:xfrm>
            <a:off x="309150" y="5833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3" name="TextBox 512">
            <a:extLst>
              <a:ext uri="{FF2B5EF4-FFF2-40B4-BE49-F238E27FC236}">
                <a16:creationId xmlns:a16="http://schemas.microsoft.com/office/drawing/2014/main" id="{3D724EEA-7F87-CE11-32D2-408A39A5B88C}"/>
              </a:ext>
            </a:extLst>
          </p:cNvPr>
          <p:cNvSpPr txBox="1"/>
          <p:nvPr/>
        </p:nvSpPr>
        <p:spPr>
          <a:xfrm>
            <a:off x="3091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W19 .S1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394AC51B-BCD2-1CF8-8CA4-9EC7CAC3EC5E}"/>
              </a:ext>
            </a:extLst>
          </p:cNvPr>
          <p:cNvSpPr/>
          <p:nvPr/>
        </p:nvSpPr>
        <p:spPr>
          <a:xfrm>
            <a:off x="309150" y="6067650"/>
            <a:ext cx="864539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E91A8625-45EA-38D9-3234-B2B1B024857D}"/>
              </a:ext>
            </a:extLst>
          </p:cNvPr>
          <p:cNvCxnSpPr>
            <a:cxnSpLocks/>
          </p:cNvCxnSpPr>
          <p:nvPr/>
        </p:nvCxnSpPr>
        <p:spPr>
          <a:xfrm>
            <a:off x="309150" y="6661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6" name="TextBox 515">
            <a:extLst>
              <a:ext uri="{FF2B5EF4-FFF2-40B4-BE49-F238E27FC236}">
                <a16:creationId xmlns:a16="http://schemas.microsoft.com/office/drawing/2014/main" id="{603949CE-D23A-2C6E-4C47-AEE068F1FC31}"/>
              </a:ext>
            </a:extLst>
          </p:cNvPr>
          <p:cNvSpPr txBox="1"/>
          <p:nvPr/>
        </p:nvSpPr>
        <p:spPr>
          <a:xfrm>
            <a:off x="3091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W22 .S1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ED3D945F-EADD-9BBD-C61A-53F82A980A5A}"/>
              </a:ext>
            </a:extLst>
          </p:cNvPr>
          <p:cNvSpPr/>
          <p:nvPr/>
        </p:nvSpPr>
        <p:spPr>
          <a:xfrm>
            <a:off x="309150" y="6895650"/>
            <a:ext cx="864539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8" name="Straight Connector 517">
            <a:extLst>
              <a:ext uri="{FF2B5EF4-FFF2-40B4-BE49-F238E27FC236}">
                <a16:creationId xmlns:a16="http://schemas.microsoft.com/office/drawing/2014/main" id="{33282E3C-2DC2-57D2-52F9-457B297D24D8}"/>
              </a:ext>
            </a:extLst>
          </p:cNvPr>
          <p:cNvCxnSpPr>
            <a:cxnSpLocks/>
          </p:cNvCxnSpPr>
          <p:nvPr/>
        </p:nvCxnSpPr>
        <p:spPr>
          <a:xfrm>
            <a:off x="309150" y="7489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9" name="TextBox 518">
            <a:extLst>
              <a:ext uri="{FF2B5EF4-FFF2-40B4-BE49-F238E27FC236}">
                <a16:creationId xmlns:a16="http://schemas.microsoft.com/office/drawing/2014/main" id="{AD7ED372-D0ED-2FA0-17FD-C6E6FD8E428B}"/>
              </a:ext>
            </a:extLst>
          </p:cNvPr>
          <p:cNvSpPr txBox="1"/>
          <p:nvPr/>
        </p:nvSpPr>
        <p:spPr>
          <a:xfrm>
            <a:off x="14935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W2.S1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042680D3-9EDF-CDF9-F955-C9A9127F48B6}"/>
              </a:ext>
            </a:extLst>
          </p:cNvPr>
          <p:cNvSpPr/>
          <p:nvPr/>
        </p:nvSpPr>
        <p:spPr>
          <a:xfrm>
            <a:off x="1493550" y="1099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1" name="Straight Connector 520">
            <a:extLst>
              <a:ext uri="{FF2B5EF4-FFF2-40B4-BE49-F238E27FC236}">
                <a16:creationId xmlns:a16="http://schemas.microsoft.com/office/drawing/2014/main" id="{12D48BC3-0F87-F0C7-7DE5-58145F0CEB76}"/>
              </a:ext>
            </a:extLst>
          </p:cNvPr>
          <p:cNvCxnSpPr>
            <a:cxnSpLocks/>
          </p:cNvCxnSpPr>
          <p:nvPr/>
        </p:nvCxnSpPr>
        <p:spPr>
          <a:xfrm>
            <a:off x="1493550" y="1693876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2" name="TextBox 521">
            <a:extLst>
              <a:ext uri="{FF2B5EF4-FFF2-40B4-BE49-F238E27FC236}">
                <a16:creationId xmlns:a16="http://schemas.microsoft.com/office/drawing/2014/main" id="{3350CFC8-0C36-1CD2-5ED6-650C8D0DE74D}"/>
              </a:ext>
            </a:extLst>
          </p:cNvPr>
          <p:cNvSpPr txBox="1"/>
          <p:nvPr/>
        </p:nvSpPr>
        <p:spPr>
          <a:xfrm>
            <a:off x="14935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W5 .S1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3AA8C6A8-FDB6-AEFD-5F81-D11617197192}"/>
              </a:ext>
            </a:extLst>
          </p:cNvPr>
          <p:cNvSpPr/>
          <p:nvPr/>
        </p:nvSpPr>
        <p:spPr>
          <a:xfrm>
            <a:off x="1493550" y="1927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91B91EE7-37E8-BCDD-4D07-6ADC74679A62}"/>
              </a:ext>
            </a:extLst>
          </p:cNvPr>
          <p:cNvCxnSpPr>
            <a:cxnSpLocks/>
          </p:cNvCxnSpPr>
          <p:nvPr/>
        </p:nvCxnSpPr>
        <p:spPr>
          <a:xfrm>
            <a:off x="1493550" y="2521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5F2517BB-8A1D-894C-2487-35FF1E1A8B0C}"/>
              </a:ext>
            </a:extLst>
          </p:cNvPr>
          <p:cNvSpPr txBox="1"/>
          <p:nvPr/>
        </p:nvSpPr>
        <p:spPr>
          <a:xfrm>
            <a:off x="14935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W8 .S1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6A43F42-F3AA-6467-1020-7D1875486364}"/>
              </a:ext>
            </a:extLst>
          </p:cNvPr>
          <p:cNvSpPr/>
          <p:nvPr/>
        </p:nvSpPr>
        <p:spPr>
          <a:xfrm>
            <a:off x="1493550" y="2755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7F3B5D1B-0A8B-9285-055A-8B401D4BBAE7}"/>
              </a:ext>
            </a:extLst>
          </p:cNvPr>
          <p:cNvCxnSpPr>
            <a:cxnSpLocks/>
          </p:cNvCxnSpPr>
          <p:nvPr/>
        </p:nvCxnSpPr>
        <p:spPr>
          <a:xfrm>
            <a:off x="1493550" y="3349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8" name="TextBox 527">
            <a:extLst>
              <a:ext uri="{FF2B5EF4-FFF2-40B4-BE49-F238E27FC236}">
                <a16:creationId xmlns:a16="http://schemas.microsoft.com/office/drawing/2014/main" id="{94A3B7A0-6B86-8B14-F46D-3A71C58F6AAE}"/>
              </a:ext>
            </a:extLst>
          </p:cNvPr>
          <p:cNvSpPr txBox="1"/>
          <p:nvPr/>
        </p:nvSpPr>
        <p:spPr>
          <a:xfrm>
            <a:off x="14935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W11 .S1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1D49CC78-3B6C-9D38-F31E-B33A611AF4F9}"/>
              </a:ext>
            </a:extLst>
          </p:cNvPr>
          <p:cNvSpPr/>
          <p:nvPr/>
        </p:nvSpPr>
        <p:spPr>
          <a:xfrm>
            <a:off x="1493550" y="3583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D7107CA5-417B-3DCD-41A0-9AD7055507FE}"/>
              </a:ext>
            </a:extLst>
          </p:cNvPr>
          <p:cNvCxnSpPr>
            <a:cxnSpLocks/>
          </p:cNvCxnSpPr>
          <p:nvPr/>
        </p:nvCxnSpPr>
        <p:spPr>
          <a:xfrm>
            <a:off x="1493550" y="4177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1" name="TextBox 530">
            <a:extLst>
              <a:ext uri="{FF2B5EF4-FFF2-40B4-BE49-F238E27FC236}">
                <a16:creationId xmlns:a16="http://schemas.microsoft.com/office/drawing/2014/main" id="{282BB810-C16B-28B5-497D-2FFF59A6E3A5}"/>
              </a:ext>
            </a:extLst>
          </p:cNvPr>
          <p:cNvSpPr txBox="1"/>
          <p:nvPr/>
        </p:nvSpPr>
        <p:spPr>
          <a:xfrm>
            <a:off x="14935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W14 .S1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AB7F70A9-8710-E506-7E32-F00A8AE3CDA4}"/>
              </a:ext>
            </a:extLst>
          </p:cNvPr>
          <p:cNvSpPr/>
          <p:nvPr/>
        </p:nvSpPr>
        <p:spPr>
          <a:xfrm>
            <a:off x="1493550" y="4411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E153806C-C572-E53C-2F2C-72C5E01AAE84}"/>
              </a:ext>
            </a:extLst>
          </p:cNvPr>
          <p:cNvCxnSpPr>
            <a:cxnSpLocks/>
          </p:cNvCxnSpPr>
          <p:nvPr/>
        </p:nvCxnSpPr>
        <p:spPr>
          <a:xfrm>
            <a:off x="1493550" y="5005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4" name="TextBox 533">
            <a:extLst>
              <a:ext uri="{FF2B5EF4-FFF2-40B4-BE49-F238E27FC236}">
                <a16:creationId xmlns:a16="http://schemas.microsoft.com/office/drawing/2014/main" id="{3B079673-5A8E-1564-57D5-FC658CAD8D5F}"/>
              </a:ext>
            </a:extLst>
          </p:cNvPr>
          <p:cNvSpPr txBox="1"/>
          <p:nvPr/>
        </p:nvSpPr>
        <p:spPr>
          <a:xfrm>
            <a:off x="14935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W17 .S1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3FE30F2B-0EDF-91FD-5CB8-0454470127F8}"/>
              </a:ext>
            </a:extLst>
          </p:cNvPr>
          <p:cNvSpPr/>
          <p:nvPr/>
        </p:nvSpPr>
        <p:spPr>
          <a:xfrm>
            <a:off x="1493550" y="5239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6" name="Straight Connector 535">
            <a:extLst>
              <a:ext uri="{FF2B5EF4-FFF2-40B4-BE49-F238E27FC236}">
                <a16:creationId xmlns:a16="http://schemas.microsoft.com/office/drawing/2014/main" id="{189092D4-37E0-5387-FA23-4D09BF4D1238}"/>
              </a:ext>
            </a:extLst>
          </p:cNvPr>
          <p:cNvCxnSpPr>
            <a:cxnSpLocks/>
          </p:cNvCxnSpPr>
          <p:nvPr/>
        </p:nvCxnSpPr>
        <p:spPr>
          <a:xfrm>
            <a:off x="1493550" y="5833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7" name="TextBox 536">
            <a:extLst>
              <a:ext uri="{FF2B5EF4-FFF2-40B4-BE49-F238E27FC236}">
                <a16:creationId xmlns:a16="http://schemas.microsoft.com/office/drawing/2014/main" id="{3A968815-A7A5-78D0-5438-C365F41ADF00}"/>
              </a:ext>
            </a:extLst>
          </p:cNvPr>
          <p:cNvSpPr txBox="1"/>
          <p:nvPr/>
        </p:nvSpPr>
        <p:spPr>
          <a:xfrm>
            <a:off x="14935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W20 .S1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296C746E-0F06-7862-BB1F-35451CBCFDC7}"/>
              </a:ext>
            </a:extLst>
          </p:cNvPr>
          <p:cNvSpPr/>
          <p:nvPr/>
        </p:nvSpPr>
        <p:spPr>
          <a:xfrm>
            <a:off x="1493550" y="6067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18C8FA90-0A7B-ED1A-D9BA-CE343505EEE2}"/>
              </a:ext>
            </a:extLst>
          </p:cNvPr>
          <p:cNvCxnSpPr>
            <a:cxnSpLocks/>
          </p:cNvCxnSpPr>
          <p:nvPr/>
        </p:nvCxnSpPr>
        <p:spPr>
          <a:xfrm>
            <a:off x="1493550" y="6661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6A273E37-5095-AAD6-2C66-B486775EF45A}"/>
              </a:ext>
            </a:extLst>
          </p:cNvPr>
          <p:cNvSpPr txBox="1"/>
          <p:nvPr/>
        </p:nvSpPr>
        <p:spPr>
          <a:xfrm>
            <a:off x="14935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W23 .S1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CF63436-6433-76C6-A017-3F48D7FC9B59}"/>
              </a:ext>
            </a:extLst>
          </p:cNvPr>
          <p:cNvSpPr/>
          <p:nvPr/>
        </p:nvSpPr>
        <p:spPr>
          <a:xfrm>
            <a:off x="1493550" y="6895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C0E12CD-D7D5-7AFC-13D3-79B5687F189F}"/>
              </a:ext>
            </a:extLst>
          </p:cNvPr>
          <p:cNvCxnSpPr>
            <a:cxnSpLocks/>
          </p:cNvCxnSpPr>
          <p:nvPr/>
        </p:nvCxnSpPr>
        <p:spPr>
          <a:xfrm>
            <a:off x="1493550" y="7489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77BBB1C2-46B8-5847-BA13-400DABF999F2}"/>
              </a:ext>
            </a:extLst>
          </p:cNvPr>
          <p:cNvSpPr txBox="1"/>
          <p:nvPr/>
        </p:nvSpPr>
        <p:spPr>
          <a:xfrm>
            <a:off x="26779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W3.S1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38AD03C9-AF0D-F736-B726-8CE960437676}"/>
              </a:ext>
            </a:extLst>
          </p:cNvPr>
          <p:cNvSpPr/>
          <p:nvPr/>
        </p:nvSpPr>
        <p:spPr>
          <a:xfrm>
            <a:off x="2677950" y="1099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6DFC46D1-CE2F-EC8E-59D0-5824909B2C44}"/>
              </a:ext>
            </a:extLst>
          </p:cNvPr>
          <p:cNvCxnSpPr>
            <a:cxnSpLocks/>
          </p:cNvCxnSpPr>
          <p:nvPr/>
        </p:nvCxnSpPr>
        <p:spPr>
          <a:xfrm>
            <a:off x="2677950" y="1693876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503BE9AE-8A55-5741-5653-66A14EEB9A70}"/>
              </a:ext>
            </a:extLst>
          </p:cNvPr>
          <p:cNvSpPr txBox="1"/>
          <p:nvPr/>
        </p:nvSpPr>
        <p:spPr>
          <a:xfrm>
            <a:off x="26779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W6 .S1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4725BE75-5C82-8050-2221-2D3D680E325B}"/>
              </a:ext>
            </a:extLst>
          </p:cNvPr>
          <p:cNvSpPr/>
          <p:nvPr/>
        </p:nvSpPr>
        <p:spPr>
          <a:xfrm>
            <a:off x="2677950" y="1927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C0A9663E-E5CC-AB5D-7429-07A6A396B986}"/>
              </a:ext>
            </a:extLst>
          </p:cNvPr>
          <p:cNvCxnSpPr>
            <a:cxnSpLocks/>
          </p:cNvCxnSpPr>
          <p:nvPr/>
        </p:nvCxnSpPr>
        <p:spPr>
          <a:xfrm>
            <a:off x="2677950" y="2521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9" name="TextBox 348">
            <a:extLst>
              <a:ext uri="{FF2B5EF4-FFF2-40B4-BE49-F238E27FC236}">
                <a16:creationId xmlns:a16="http://schemas.microsoft.com/office/drawing/2014/main" id="{8B8B37C6-F9EB-565B-1822-0A9D2811F0C7}"/>
              </a:ext>
            </a:extLst>
          </p:cNvPr>
          <p:cNvSpPr txBox="1"/>
          <p:nvPr/>
        </p:nvSpPr>
        <p:spPr>
          <a:xfrm>
            <a:off x="26779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W9 .S1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E114BF37-9B12-DA31-05D4-D35700974670}"/>
              </a:ext>
            </a:extLst>
          </p:cNvPr>
          <p:cNvSpPr/>
          <p:nvPr/>
        </p:nvSpPr>
        <p:spPr>
          <a:xfrm>
            <a:off x="2677950" y="2755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8BABE2F7-FA07-4BCB-2584-F149DA31A08D}"/>
              </a:ext>
            </a:extLst>
          </p:cNvPr>
          <p:cNvCxnSpPr>
            <a:cxnSpLocks/>
          </p:cNvCxnSpPr>
          <p:nvPr/>
        </p:nvCxnSpPr>
        <p:spPr>
          <a:xfrm>
            <a:off x="2677950" y="3349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2" name="TextBox 351">
            <a:extLst>
              <a:ext uri="{FF2B5EF4-FFF2-40B4-BE49-F238E27FC236}">
                <a16:creationId xmlns:a16="http://schemas.microsoft.com/office/drawing/2014/main" id="{6EF494CA-750A-1301-C447-FD432E7315AA}"/>
              </a:ext>
            </a:extLst>
          </p:cNvPr>
          <p:cNvSpPr txBox="1"/>
          <p:nvPr/>
        </p:nvSpPr>
        <p:spPr>
          <a:xfrm>
            <a:off x="26779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W12 .S1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44312BAF-6D62-FC43-1937-B41D800658A6}"/>
              </a:ext>
            </a:extLst>
          </p:cNvPr>
          <p:cNvSpPr/>
          <p:nvPr/>
        </p:nvSpPr>
        <p:spPr>
          <a:xfrm>
            <a:off x="2677950" y="3583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56F12374-73FC-9602-34D0-5C6F7A84C098}"/>
              </a:ext>
            </a:extLst>
          </p:cNvPr>
          <p:cNvCxnSpPr>
            <a:cxnSpLocks/>
          </p:cNvCxnSpPr>
          <p:nvPr/>
        </p:nvCxnSpPr>
        <p:spPr>
          <a:xfrm>
            <a:off x="2677950" y="4177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D241576-14C6-A3B9-E31E-E820A63511E9}"/>
              </a:ext>
            </a:extLst>
          </p:cNvPr>
          <p:cNvSpPr txBox="1"/>
          <p:nvPr/>
        </p:nvSpPr>
        <p:spPr>
          <a:xfrm>
            <a:off x="26779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W15 .S1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6E994360-8A84-1533-5103-D1EB907ABE22}"/>
              </a:ext>
            </a:extLst>
          </p:cNvPr>
          <p:cNvSpPr/>
          <p:nvPr/>
        </p:nvSpPr>
        <p:spPr>
          <a:xfrm>
            <a:off x="2677950" y="4411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B3A1EB9E-7E28-2F76-65E3-4888131E4A8B}"/>
              </a:ext>
            </a:extLst>
          </p:cNvPr>
          <p:cNvCxnSpPr>
            <a:cxnSpLocks/>
          </p:cNvCxnSpPr>
          <p:nvPr/>
        </p:nvCxnSpPr>
        <p:spPr>
          <a:xfrm>
            <a:off x="2677950" y="5005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5" name="TextBox 414">
            <a:extLst>
              <a:ext uri="{FF2B5EF4-FFF2-40B4-BE49-F238E27FC236}">
                <a16:creationId xmlns:a16="http://schemas.microsoft.com/office/drawing/2014/main" id="{B975BD29-C05A-9378-CEFB-4EB70D81EA7B}"/>
              </a:ext>
            </a:extLst>
          </p:cNvPr>
          <p:cNvSpPr txBox="1"/>
          <p:nvPr/>
        </p:nvSpPr>
        <p:spPr>
          <a:xfrm>
            <a:off x="26779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W18 .S1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1B689278-8694-0CAA-B8E6-3F88A918B9F5}"/>
              </a:ext>
            </a:extLst>
          </p:cNvPr>
          <p:cNvSpPr/>
          <p:nvPr/>
        </p:nvSpPr>
        <p:spPr>
          <a:xfrm>
            <a:off x="2677950" y="5239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E3804BB1-65B8-2496-20AB-BFA234216F89}"/>
              </a:ext>
            </a:extLst>
          </p:cNvPr>
          <p:cNvCxnSpPr>
            <a:cxnSpLocks/>
          </p:cNvCxnSpPr>
          <p:nvPr/>
        </p:nvCxnSpPr>
        <p:spPr>
          <a:xfrm>
            <a:off x="2677950" y="5833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8" name="TextBox 417">
            <a:extLst>
              <a:ext uri="{FF2B5EF4-FFF2-40B4-BE49-F238E27FC236}">
                <a16:creationId xmlns:a16="http://schemas.microsoft.com/office/drawing/2014/main" id="{64DBDE39-5798-79A7-3DB6-487C582DBBC6}"/>
              </a:ext>
            </a:extLst>
          </p:cNvPr>
          <p:cNvSpPr txBox="1"/>
          <p:nvPr/>
        </p:nvSpPr>
        <p:spPr>
          <a:xfrm>
            <a:off x="26779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W21 .S1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E1FF5569-072D-0726-5CAA-F03FF5C81F7E}"/>
              </a:ext>
            </a:extLst>
          </p:cNvPr>
          <p:cNvSpPr/>
          <p:nvPr/>
        </p:nvSpPr>
        <p:spPr>
          <a:xfrm>
            <a:off x="2677950" y="6067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F0FFA49F-59F7-E2C0-65F7-728F38638FB9}"/>
              </a:ext>
            </a:extLst>
          </p:cNvPr>
          <p:cNvCxnSpPr>
            <a:cxnSpLocks/>
          </p:cNvCxnSpPr>
          <p:nvPr/>
        </p:nvCxnSpPr>
        <p:spPr>
          <a:xfrm>
            <a:off x="2677950" y="6661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1" name="TextBox 420">
            <a:extLst>
              <a:ext uri="{FF2B5EF4-FFF2-40B4-BE49-F238E27FC236}">
                <a16:creationId xmlns:a16="http://schemas.microsoft.com/office/drawing/2014/main" id="{A768BDBA-BA57-90AB-0457-875463BE6F1D}"/>
              </a:ext>
            </a:extLst>
          </p:cNvPr>
          <p:cNvSpPr txBox="1"/>
          <p:nvPr/>
        </p:nvSpPr>
        <p:spPr>
          <a:xfrm>
            <a:off x="26779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W24 .S1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1DB9D39E-10F9-29D2-A12D-DB5C9282C346}"/>
              </a:ext>
            </a:extLst>
          </p:cNvPr>
          <p:cNvSpPr/>
          <p:nvPr/>
        </p:nvSpPr>
        <p:spPr>
          <a:xfrm>
            <a:off x="2677950" y="6895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7CC28755-A2BF-5DEE-175B-0A98DBF1A762}"/>
              </a:ext>
            </a:extLst>
          </p:cNvPr>
          <p:cNvCxnSpPr>
            <a:cxnSpLocks/>
          </p:cNvCxnSpPr>
          <p:nvPr/>
        </p:nvCxnSpPr>
        <p:spPr>
          <a:xfrm>
            <a:off x="2677950" y="7489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4" name="TextBox 423">
            <a:extLst>
              <a:ext uri="{FF2B5EF4-FFF2-40B4-BE49-F238E27FC236}">
                <a16:creationId xmlns:a16="http://schemas.microsoft.com/office/drawing/2014/main" id="{A88A4D25-3AE1-B029-C525-B7B79C437892}"/>
              </a:ext>
            </a:extLst>
          </p:cNvPr>
          <p:cNvSpPr txBox="1"/>
          <p:nvPr/>
        </p:nvSpPr>
        <p:spPr>
          <a:xfrm>
            <a:off x="38623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R1.S1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58DB5F0-E975-6F2A-9B59-07EDE76A782B}"/>
              </a:ext>
            </a:extLst>
          </p:cNvPr>
          <p:cNvSpPr/>
          <p:nvPr/>
        </p:nvSpPr>
        <p:spPr>
          <a:xfrm>
            <a:off x="3862350" y="1099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C585986E-DEB4-3858-07BC-2783AA86452A}"/>
              </a:ext>
            </a:extLst>
          </p:cNvPr>
          <p:cNvCxnSpPr>
            <a:cxnSpLocks/>
          </p:cNvCxnSpPr>
          <p:nvPr/>
        </p:nvCxnSpPr>
        <p:spPr>
          <a:xfrm>
            <a:off x="3862350" y="1693876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7" name="TextBox 426">
            <a:extLst>
              <a:ext uri="{FF2B5EF4-FFF2-40B4-BE49-F238E27FC236}">
                <a16:creationId xmlns:a16="http://schemas.microsoft.com/office/drawing/2014/main" id="{1955444D-E461-1EF9-56AC-8EBCEFA522AD}"/>
              </a:ext>
            </a:extLst>
          </p:cNvPr>
          <p:cNvSpPr txBox="1"/>
          <p:nvPr/>
        </p:nvSpPr>
        <p:spPr>
          <a:xfrm>
            <a:off x="38623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R2 .S1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C1EA3464-781A-E8EF-E848-362F04BC2BBE}"/>
              </a:ext>
            </a:extLst>
          </p:cNvPr>
          <p:cNvSpPr/>
          <p:nvPr/>
        </p:nvSpPr>
        <p:spPr>
          <a:xfrm>
            <a:off x="3862350" y="1927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9" name="Straight Connector 428">
            <a:extLst>
              <a:ext uri="{FF2B5EF4-FFF2-40B4-BE49-F238E27FC236}">
                <a16:creationId xmlns:a16="http://schemas.microsoft.com/office/drawing/2014/main" id="{D64137C8-5E42-FC64-F7AB-1F726C34589F}"/>
              </a:ext>
            </a:extLst>
          </p:cNvPr>
          <p:cNvCxnSpPr>
            <a:cxnSpLocks/>
          </p:cNvCxnSpPr>
          <p:nvPr/>
        </p:nvCxnSpPr>
        <p:spPr>
          <a:xfrm>
            <a:off x="3862350" y="2521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0" name="TextBox 429">
            <a:extLst>
              <a:ext uri="{FF2B5EF4-FFF2-40B4-BE49-F238E27FC236}">
                <a16:creationId xmlns:a16="http://schemas.microsoft.com/office/drawing/2014/main" id="{05869C09-8E25-6FC6-E6B1-68FDF8939DFF}"/>
              </a:ext>
            </a:extLst>
          </p:cNvPr>
          <p:cNvSpPr txBox="1"/>
          <p:nvPr/>
        </p:nvSpPr>
        <p:spPr>
          <a:xfrm>
            <a:off x="38623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R3 .S1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71D53725-646B-7BE3-6E8E-8A7957BEA67C}"/>
              </a:ext>
            </a:extLst>
          </p:cNvPr>
          <p:cNvSpPr/>
          <p:nvPr/>
        </p:nvSpPr>
        <p:spPr>
          <a:xfrm>
            <a:off x="3862350" y="2755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E2005BDF-4DF3-4340-923E-2188447D1760}"/>
              </a:ext>
            </a:extLst>
          </p:cNvPr>
          <p:cNvCxnSpPr>
            <a:cxnSpLocks/>
          </p:cNvCxnSpPr>
          <p:nvPr/>
        </p:nvCxnSpPr>
        <p:spPr>
          <a:xfrm>
            <a:off x="3862350" y="3349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3" name="TextBox 432">
            <a:extLst>
              <a:ext uri="{FF2B5EF4-FFF2-40B4-BE49-F238E27FC236}">
                <a16:creationId xmlns:a16="http://schemas.microsoft.com/office/drawing/2014/main" id="{E454BE81-E277-9105-32F3-63E1D8B6C270}"/>
              </a:ext>
            </a:extLst>
          </p:cNvPr>
          <p:cNvSpPr txBox="1"/>
          <p:nvPr/>
        </p:nvSpPr>
        <p:spPr>
          <a:xfrm>
            <a:off x="38623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R4 .S1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A60ADC57-C360-D193-5EDF-880FA4C0C846}"/>
              </a:ext>
            </a:extLst>
          </p:cNvPr>
          <p:cNvSpPr/>
          <p:nvPr/>
        </p:nvSpPr>
        <p:spPr>
          <a:xfrm>
            <a:off x="3862350" y="3583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D0752CA8-5184-1208-45A1-520D302DD028}"/>
              </a:ext>
            </a:extLst>
          </p:cNvPr>
          <p:cNvCxnSpPr>
            <a:cxnSpLocks/>
          </p:cNvCxnSpPr>
          <p:nvPr/>
        </p:nvCxnSpPr>
        <p:spPr>
          <a:xfrm>
            <a:off x="3862350" y="4177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6" name="TextBox 435">
            <a:extLst>
              <a:ext uri="{FF2B5EF4-FFF2-40B4-BE49-F238E27FC236}">
                <a16:creationId xmlns:a16="http://schemas.microsoft.com/office/drawing/2014/main" id="{C0F2D8DD-D3E3-0825-FC43-3A32B36CBAE6}"/>
              </a:ext>
            </a:extLst>
          </p:cNvPr>
          <p:cNvSpPr txBox="1"/>
          <p:nvPr/>
        </p:nvSpPr>
        <p:spPr>
          <a:xfrm>
            <a:off x="38623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R5 .S1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3A858FD4-F6E8-BA92-ED64-8007716BCF7C}"/>
              </a:ext>
            </a:extLst>
          </p:cNvPr>
          <p:cNvSpPr/>
          <p:nvPr/>
        </p:nvSpPr>
        <p:spPr>
          <a:xfrm>
            <a:off x="3862350" y="4411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8" name="Straight Connector 437">
            <a:extLst>
              <a:ext uri="{FF2B5EF4-FFF2-40B4-BE49-F238E27FC236}">
                <a16:creationId xmlns:a16="http://schemas.microsoft.com/office/drawing/2014/main" id="{925569E6-174C-6D37-B723-99F89C5F9F75}"/>
              </a:ext>
            </a:extLst>
          </p:cNvPr>
          <p:cNvCxnSpPr>
            <a:cxnSpLocks/>
          </p:cNvCxnSpPr>
          <p:nvPr/>
        </p:nvCxnSpPr>
        <p:spPr>
          <a:xfrm>
            <a:off x="3862350" y="5005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9" name="TextBox 438">
            <a:extLst>
              <a:ext uri="{FF2B5EF4-FFF2-40B4-BE49-F238E27FC236}">
                <a16:creationId xmlns:a16="http://schemas.microsoft.com/office/drawing/2014/main" id="{43A55F78-372E-1EBA-570D-7182F83C86E9}"/>
              </a:ext>
            </a:extLst>
          </p:cNvPr>
          <p:cNvSpPr txBox="1"/>
          <p:nvPr/>
        </p:nvSpPr>
        <p:spPr>
          <a:xfrm>
            <a:off x="38623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R6 .S1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9D8FE3C2-2C22-C93B-CA14-ABC5B6A0BD0D}"/>
              </a:ext>
            </a:extLst>
          </p:cNvPr>
          <p:cNvSpPr/>
          <p:nvPr/>
        </p:nvSpPr>
        <p:spPr>
          <a:xfrm>
            <a:off x="3862350" y="5239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1" name="Straight Connector 440">
            <a:extLst>
              <a:ext uri="{FF2B5EF4-FFF2-40B4-BE49-F238E27FC236}">
                <a16:creationId xmlns:a16="http://schemas.microsoft.com/office/drawing/2014/main" id="{CC136B91-6293-4455-175D-FCBFA0E3672B}"/>
              </a:ext>
            </a:extLst>
          </p:cNvPr>
          <p:cNvCxnSpPr>
            <a:cxnSpLocks/>
          </p:cNvCxnSpPr>
          <p:nvPr/>
        </p:nvCxnSpPr>
        <p:spPr>
          <a:xfrm>
            <a:off x="3862350" y="5833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2" name="TextBox 441">
            <a:extLst>
              <a:ext uri="{FF2B5EF4-FFF2-40B4-BE49-F238E27FC236}">
                <a16:creationId xmlns:a16="http://schemas.microsoft.com/office/drawing/2014/main" id="{9E91FB3A-FBF3-CE93-D332-C16F98D7BE90}"/>
              </a:ext>
            </a:extLst>
          </p:cNvPr>
          <p:cNvSpPr txBox="1"/>
          <p:nvPr/>
        </p:nvSpPr>
        <p:spPr>
          <a:xfrm>
            <a:off x="38623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R7 .S1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961136E8-02AE-3526-14C8-E86D5F163F3D}"/>
              </a:ext>
            </a:extLst>
          </p:cNvPr>
          <p:cNvSpPr/>
          <p:nvPr/>
        </p:nvSpPr>
        <p:spPr>
          <a:xfrm>
            <a:off x="3862350" y="6067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E439793-35EB-D339-BBA2-A4516862519D}"/>
              </a:ext>
            </a:extLst>
          </p:cNvPr>
          <p:cNvCxnSpPr>
            <a:cxnSpLocks/>
          </p:cNvCxnSpPr>
          <p:nvPr/>
        </p:nvCxnSpPr>
        <p:spPr>
          <a:xfrm>
            <a:off x="3862350" y="6661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5" name="TextBox 444">
            <a:extLst>
              <a:ext uri="{FF2B5EF4-FFF2-40B4-BE49-F238E27FC236}">
                <a16:creationId xmlns:a16="http://schemas.microsoft.com/office/drawing/2014/main" id="{AA9A1224-B751-F6A9-F605-3EDBE5FAD7E6}"/>
              </a:ext>
            </a:extLst>
          </p:cNvPr>
          <p:cNvSpPr txBox="1"/>
          <p:nvPr/>
        </p:nvSpPr>
        <p:spPr>
          <a:xfrm>
            <a:off x="38623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R8 .S1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0D1A235E-1D39-29E6-74FA-93674D0109F1}"/>
              </a:ext>
            </a:extLst>
          </p:cNvPr>
          <p:cNvSpPr/>
          <p:nvPr/>
        </p:nvSpPr>
        <p:spPr>
          <a:xfrm>
            <a:off x="3862350" y="6895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96D34CC9-70F7-33F4-7FDE-27A8A3C421D4}"/>
              </a:ext>
            </a:extLst>
          </p:cNvPr>
          <p:cNvCxnSpPr>
            <a:cxnSpLocks/>
          </p:cNvCxnSpPr>
          <p:nvPr/>
        </p:nvCxnSpPr>
        <p:spPr>
          <a:xfrm>
            <a:off x="3862350" y="7489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4" name="TextBox 703">
            <a:extLst>
              <a:ext uri="{FF2B5EF4-FFF2-40B4-BE49-F238E27FC236}">
                <a16:creationId xmlns:a16="http://schemas.microsoft.com/office/drawing/2014/main" id="{8983B472-727E-1058-87A2-3F5F7DB073EC}"/>
              </a:ext>
            </a:extLst>
          </p:cNvPr>
          <p:cNvSpPr txBox="1"/>
          <p:nvPr/>
        </p:nvSpPr>
        <p:spPr>
          <a:xfrm>
            <a:off x="5046750" y="901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MA1.S1</a:t>
            </a:r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19008F83-EF8C-F70A-8423-0BA031808573}"/>
              </a:ext>
            </a:extLst>
          </p:cNvPr>
          <p:cNvSpPr/>
          <p:nvPr/>
        </p:nvSpPr>
        <p:spPr>
          <a:xfrm>
            <a:off x="5046750" y="109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8" name="TextBox 727">
            <a:extLst>
              <a:ext uri="{FF2B5EF4-FFF2-40B4-BE49-F238E27FC236}">
                <a16:creationId xmlns:a16="http://schemas.microsoft.com/office/drawing/2014/main" id="{76224589-00BD-64F8-724D-D369C28DD161}"/>
              </a:ext>
            </a:extLst>
          </p:cNvPr>
          <p:cNvSpPr txBox="1"/>
          <p:nvPr/>
        </p:nvSpPr>
        <p:spPr>
          <a:xfrm>
            <a:off x="5939550" y="901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MB1.S1</a:t>
            </a:r>
          </a:p>
        </p:txBody>
      </p:sp>
      <p:sp>
        <p:nvSpPr>
          <p:cNvPr id="729" name="Rectangle 728">
            <a:extLst>
              <a:ext uri="{FF2B5EF4-FFF2-40B4-BE49-F238E27FC236}">
                <a16:creationId xmlns:a16="http://schemas.microsoft.com/office/drawing/2014/main" id="{DF69A9A0-03B2-61F7-70B4-5B21B9D3ABFD}"/>
              </a:ext>
            </a:extLst>
          </p:cNvPr>
          <p:cNvSpPr/>
          <p:nvPr/>
        </p:nvSpPr>
        <p:spPr>
          <a:xfrm>
            <a:off x="5939550" y="109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2" name="TextBox 751">
            <a:extLst>
              <a:ext uri="{FF2B5EF4-FFF2-40B4-BE49-F238E27FC236}">
                <a16:creationId xmlns:a16="http://schemas.microsoft.com/office/drawing/2014/main" id="{AD42C5C1-6902-4F5D-E7BD-21CB422CD950}"/>
              </a:ext>
            </a:extLst>
          </p:cNvPr>
          <p:cNvSpPr txBox="1"/>
          <p:nvPr/>
        </p:nvSpPr>
        <p:spPr>
          <a:xfrm>
            <a:off x="5046750" y="1729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MA2.S1</a:t>
            </a:r>
          </a:p>
        </p:txBody>
      </p:sp>
      <p:sp>
        <p:nvSpPr>
          <p:cNvPr id="753" name="Rectangle 752">
            <a:extLst>
              <a:ext uri="{FF2B5EF4-FFF2-40B4-BE49-F238E27FC236}">
                <a16:creationId xmlns:a16="http://schemas.microsoft.com/office/drawing/2014/main" id="{F023449B-7F9B-D0D2-20F6-CF6853D3346A}"/>
              </a:ext>
            </a:extLst>
          </p:cNvPr>
          <p:cNvSpPr/>
          <p:nvPr/>
        </p:nvSpPr>
        <p:spPr>
          <a:xfrm>
            <a:off x="5046750" y="192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4" name="TextBox 753">
            <a:extLst>
              <a:ext uri="{FF2B5EF4-FFF2-40B4-BE49-F238E27FC236}">
                <a16:creationId xmlns:a16="http://schemas.microsoft.com/office/drawing/2014/main" id="{DB570419-D4C9-9B04-65D3-C10AB7A366E9}"/>
              </a:ext>
            </a:extLst>
          </p:cNvPr>
          <p:cNvSpPr txBox="1"/>
          <p:nvPr/>
        </p:nvSpPr>
        <p:spPr>
          <a:xfrm>
            <a:off x="5939550" y="1729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MB2.S1</a:t>
            </a:r>
          </a:p>
        </p:txBody>
      </p:sp>
      <p:sp>
        <p:nvSpPr>
          <p:cNvPr id="755" name="Rectangle 754">
            <a:extLst>
              <a:ext uri="{FF2B5EF4-FFF2-40B4-BE49-F238E27FC236}">
                <a16:creationId xmlns:a16="http://schemas.microsoft.com/office/drawing/2014/main" id="{DC9C8C60-6FBF-306D-ADCE-31E7A5ECB7F5}"/>
              </a:ext>
            </a:extLst>
          </p:cNvPr>
          <p:cNvSpPr/>
          <p:nvPr/>
        </p:nvSpPr>
        <p:spPr>
          <a:xfrm>
            <a:off x="5939550" y="192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6" name="TextBox 755">
            <a:extLst>
              <a:ext uri="{FF2B5EF4-FFF2-40B4-BE49-F238E27FC236}">
                <a16:creationId xmlns:a16="http://schemas.microsoft.com/office/drawing/2014/main" id="{E30EFCB3-ABBA-4D37-B5CE-10316E10E2C9}"/>
              </a:ext>
            </a:extLst>
          </p:cNvPr>
          <p:cNvSpPr txBox="1"/>
          <p:nvPr/>
        </p:nvSpPr>
        <p:spPr>
          <a:xfrm>
            <a:off x="5046750" y="2557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MA3.S1</a:t>
            </a:r>
          </a:p>
        </p:txBody>
      </p:sp>
      <p:sp>
        <p:nvSpPr>
          <p:cNvPr id="757" name="Rectangle 756">
            <a:extLst>
              <a:ext uri="{FF2B5EF4-FFF2-40B4-BE49-F238E27FC236}">
                <a16:creationId xmlns:a16="http://schemas.microsoft.com/office/drawing/2014/main" id="{8C3BA1DA-790B-ED6C-BE20-4BC287ACE17E}"/>
              </a:ext>
            </a:extLst>
          </p:cNvPr>
          <p:cNvSpPr/>
          <p:nvPr/>
        </p:nvSpPr>
        <p:spPr>
          <a:xfrm>
            <a:off x="5046750" y="275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8" name="TextBox 757">
            <a:extLst>
              <a:ext uri="{FF2B5EF4-FFF2-40B4-BE49-F238E27FC236}">
                <a16:creationId xmlns:a16="http://schemas.microsoft.com/office/drawing/2014/main" id="{920866A8-AD16-4EA7-1F1A-0B2D7AE4EECB}"/>
              </a:ext>
            </a:extLst>
          </p:cNvPr>
          <p:cNvSpPr txBox="1"/>
          <p:nvPr/>
        </p:nvSpPr>
        <p:spPr>
          <a:xfrm>
            <a:off x="5939550" y="2557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MB3.S1</a:t>
            </a:r>
          </a:p>
        </p:txBody>
      </p:sp>
      <p:sp>
        <p:nvSpPr>
          <p:cNvPr id="759" name="Rectangle 758">
            <a:extLst>
              <a:ext uri="{FF2B5EF4-FFF2-40B4-BE49-F238E27FC236}">
                <a16:creationId xmlns:a16="http://schemas.microsoft.com/office/drawing/2014/main" id="{9FB39B48-A92D-8AB7-DF28-C0409D8D1D74}"/>
              </a:ext>
            </a:extLst>
          </p:cNvPr>
          <p:cNvSpPr/>
          <p:nvPr/>
        </p:nvSpPr>
        <p:spPr>
          <a:xfrm>
            <a:off x="5939550" y="275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0" name="TextBox 759">
            <a:extLst>
              <a:ext uri="{FF2B5EF4-FFF2-40B4-BE49-F238E27FC236}">
                <a16:creationId xmlns:a16="http://schemas.microsoft.com/office/drawing/2014/main" id="{5DF19EC2-8CDA-2C09-DD6A-0A23CBE4F44F}"/>
              </a:ext>
            </a:extLst>
          </p:cNvPr>
          <p:cNvSpPr txBox="1"/>
          <p:nvPr/>
        </p:nvSpPr>
        <p:spPr>
          <a:xfrm>
            <a:off x="5046750" y="3385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MA4.S1</a:t>
            </a:r>
          </a:p>
        </p:txBody>
      </p:sp>
      <p:sp>
        <p:nvSpPr>
          <p:cNvPr id="761" name="Rectangle 760">
            <a:extLst>
              <a:ext uri="{FF2B5EF4-FFF2-40B4-BE49-F238E27FC236}">
                <a16:creationId xmlns:a16="http://schemas.microsoft.com/office/drawing/2014/main" id="{1670BF6A-07E3-6817-4D72-3CFB83C28AA3}"/>
              </a:ext>
            </a:extLst>
          </p:cNvPr>
          <p:cNvSpPr/>
          <p:nvPr/>
        </p:nvSpPr>
        <p:spPr>
          <a:xfrm>
            <a:off x="5046750" y="3583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2" name="TextBox 761">
            <a:extLst>
              <a:ext uri="{FF2B5EF4-FFF2-40B4-BE49-F238E27FC236}">
                <a16:creationId xmlns:a16="http://schemas.microsoft.com/office/drawing/2014/main" id="{149FB4A4-8461-6DED-2E02-8469F96B4E71}"/>
              </a:ext>
            </a:extLst>
          </p:cNvPr>
          <p:cNvSpPr txBox="1"/>
          <p:nvPr/>
        </p:nvSpPr>
        <p:spPr>
          <a:xfrm>
            <a:off x="5939550" y="3385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MB4.S1</a:t>
            </a:r>
          </a:p>
        </p:txBody>
      </p:sp>
      <p:sp>
        <p:nvSpPr>
          <p:cNvPr id="763" name="Rectangle 762">
            <a:extLst>
              <a:ext uri="{FF2B5EF4-FFF2-40B4-BE49-F238E27FC236}">
                <a16:creationId xmlns:a16="http://schemas.microsoft.com/office/drawing/2014/main" id="{CB68A140-366D-FE43-8F9B-BE5F11150980}"/>
              </a:ext>
            </a:extLst>
          </p:cNvPr>
          <p:cNvSpPr/>
          <p:nvPr/>
        </p:nvSpPr>
        <p:spPr>
          <a:xfrm>
            <a:off x="5939550" y="3583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4" name="TextBox 763">
            <a:extLst>
              <a:ext uri="{FF2B5EF4-FFF2-40B4-BE49-F238E27FC236}">
                <a16:creationId xmlns:a16="http://schemas.microsoft.com/office/drawing/2014/main" id="{411E2BB3-A5A9-A72F-C3F9-CD6BEBDC0207}"/>
              </a:ext>
            </a:extLst>
          </p:cNvPr>
          <p:cNvSpPr txBox="1"/>
          <p:nvPr/>
        </p:nvSpPr>
        <p:spPr>
          <a:xfrm>
            <a:off x="5046750" y="4213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MA5.S1</a:t>
            </a:r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A594BEB-5841-4A23-F9AD-4498D695E4F8}"/>
              </a:ext>
            </a:extLst>
          </p:cNvPr>
          <p:cNvSpPr/>
          <p:nvPr/>
        </p:nvSpPr>
        <p:spPr>
          <a:xfrm>
            <a:off x="5046750" y="4411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6" name="TextBox 765">
            <a:extLst>
              <a:ext uri="{FF2B5EF4-FFF2-40B4-BE49-F238E27FC236}">
                <a16:creationId xmlns:a16="http://schemas.microsoft.com/office/drawing/2014/main" id="{EB492849-F3E1-71BB-4049-94642CE4617C}"/>
              </a:ext>
            </a:extLst>
          </p:cNvPr>
          <p:cNvSpPr txBox="1"/>
          <p:nvPr/>
        </p:nvSpPr>
        <p:spPr>
          <a:xfrm>
            <a:off x="5939550" y="4213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MB5.S1</a:t>
            </a:r>
          </a:p>
        </p:txBody>
      </p:sp>
      <p:sp>
        <p:nvSpPr>
          <p:cNvPr id="767" name="Rectangle 766">
            <a:extLst>
              <a:ext uri="{FF2B5EF4-FFF2-40B4-BE49-F238E27FC236}">
                <a16:creationId xmlns:a16="http://schemas.microsoft.com/office/drawing/2014/main" id="{CB225065-2256-815C-B8B2-376B7A3B745E}"/>
              </a:ext>
            </a:extLst>
          </p:cNvPr>
          <p:cNvSpPr/>
          <p:nvPr/>
        </p:nvSpPr>
        <p:spPr>
          <a:xfrm>
            <a:off x="5939550" y="4411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8" name="TextBox 767">
            <a:extLst>
              <a:ext uri="{FF2B5EF4-FFF2-40B4-BE49-F238E27FC236}">
                <a16:creationId xmlns:a16="http://schemas.microsoft.com/office/drawing/2014/main" id="{3D247387-8C73-0AF2-EA72-679B74835764}"/>
              </a:ext>
            </a:extLst>
          </p:cNvPr>
          <p:cNvSpPr txBox="1"/>
          <p:nvPr/>
        </p:nvSpPr>
        <p:spPr>
          <a:xfrm>
            <a:off x="5046750" y="5041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MA6.S1</a:t>
            </a:r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F49E4B41-FD10-AE20-46E8-44B31EF56F42}"/>
              </a:ext>
            </a:extLst>
          </p:cNvPr>
          <p:cNvSpPr/>
          <p:nvPr/>
        </p:nvSpPr>
        <p:spPr>
          <a:xfrm>
            <a:off x="5046750" y="523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0" name="TextBox 769">
            <a:extLst>
              <a:ext uri="{FF2B5EF4-FFF2-40B4-BE49-F238E27FC236}">
                <a16:creationId xmlns:a16="http://schemas.microsoft.com/office/drawing/2014/main" id="{03B923A0-9077-34D6-864D-0D97512B812A}"/>
              </a:ext>
            </a:extLst>
          </p:cNvPr>
          <p:cNvSpPr txBox="1"/>
          <p:nvPr/>
        </p:nvSpPr>
        <p:spPr>
          <a:xfrm>
            <a:off x="5939550" y="5041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MB6.S1</a:t>
            </a:r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2B23182-C7DC-B6D4-03ED-EF1356384863}"/>
              </a:ext>
            </a:extLst>
          </p:cNvPr>
          <p:cNvSpPr/>
          <p:nvPr/>
        </p:nvSpPr>
        <p:spPr>
          <a:xfrm>
            <a:off x="5939550" y="523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2" name="TextBox 771">
            <a:extLst>
              <a:ext uri="{FF2B5EF4-FFF2-40B4-BE49-F238E27FC236}">
                <a16:creationId xmlns:a16="http://schemas.microsoft.com/office/drawing/2014/main" id="{3ECA056F-DBFE-EE16-DCC9-2975C268D31A}"/>
              </a:ext>
            </a:extLst>
          </p:cNvPr>
          <p:cNvSpPr txBox="1"/>
          <p:nvPr/>
        </p:nvSpPr>
        <p:spPr>
          <a:xfrm>
            <a:off x="5046750" y="5869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MA7.S1</a:t>
            </a:r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EF3CA4FE-66A0-E8B0-B788-10351B8E8521}"/>
              </a:ext>
            </a:extLst>
          </p:cNvPr>
          <p:cNvSpPr/>
          <p:nvPr/>
        </p:nvSpPr>
        <p:spPr>
          <a:xfrm>
            <a:off x="5046750" y="606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4" name="TextBox 773">
            <a:extLst>
              <a:ext uri="{FF2B5EF4-FFF2-40B4-BE49-F238E27FC236}">
                <a16:creationId xmlns:a16="http://schemas.microsoft.com/office/drawing/2014/main" id="{7B779AE8-9099-CDAD-46E7-0A2785ED477C}"/>
              </a:ext>
            </a:extLst>
          </p:cNvPr>
          <p:cNvSpPr txBox="1"/>
          <p:nvPr/>
        </p:nvSpPr>
        <p:spPr>
          <a:xfrm>
            <a:off x="5939550" y="5869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MB7.S1</a:t>
            </a:r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61B93848-570F-9029-66EB-17109BFB37D7}"/>
              </a:ext>
            </a:extLst>
          </p:cNvPr>
          <p:cNvSpPr/>
          <p:nvPr/>
        </p:nvSpPr>
        <p:spPr>
          <a:xfrm>
            <a:off x="5939550" y="606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6" name="TextBox 775">
            <a:extLst>
              <a:ext uri="{FF2B5EF4-FFF2-40B4-BE49-F238E27FC236}">
                <a16:creationId xmlns:a16="http://schemas.microsoft.com/office/drawing/2014/main" id="{A2E1FB8F-0AF1-5FE4-B8E4-FFF262483643}"/>
              </a:ext>
            </a:extLst>
          </p:cNvPr>
          <p:cNvSpPr txBox="1"/>
          <p:nvPr/>
        </p:nvSpPr>
        <p:spPr>
          <a:xfrm>
            <a:off x="5046750" y="6697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MA8.S1</a:t>
            </a: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BC0FC23C-058B-60F3-64A2-30EA47E2A8AE}"/>
              </a:ext>
            </a:extLst>
          </p:cNvPr>
          <p:cNvSpPr/>
          <p:nvPr/>
        </p:nvSpPr>
        <p:spPr>
          <a:xfrm>
            <a:off x="5046750" y="689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8" name="TextBox 777">
            <a:extLst>
              <a:ext uri="{FF2B5EF4-FFF2-40B4-BE49-F238E27FC236}">
                <a16:creationId xmlns:a16="http://schemas.microsoft.com/office/drawing/2014/main" id="{BBE11CE5-41DD-3238-1647-C6D0E9C48E31}"/>
              </a:ext>
            </a:extLst>
          </p:cNvPr>
          <p:cNvSpPr txBox="1"/>
          <p:nvPr/>
        </p:nvSpPr>
        <p:spPr>
          <a:xfrm>
            <a:off x="5939550" y="6697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MB8.S1</a:t>
            </a: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64D67326-690B-E2A0-875F-6D2F8B8076AB}"/>
              </a:ext>
            </a:extLst>
          </p:cNvPr>
          <p:cNvSpPr/>
          <p:nvPr/>
        </p:nvSpPr>
        <p:spPr>
          <a:xfrm>
            <a:off x="5939550" y="689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0" name="TextBox 779">
            <a:extLst>
              <a:ext uri="{FF2B5EF4-FFF2-40B4-BE49-F238E27FC236}">
                <a16:creationId xmlns:a16="http://schemas.microsoft.com/office/drawing/2014/main" id="{50E75B1C-03AA-8B45-08E9-5221B7412F83}"/>
              </a:ext>
            </a:extLst>
          </p:cNvPr>
          <p:cNvSpPr txBox="1"/>
          <p:nvPr/>
        </p:nvSpPr>
        <p:spPr>
          <a:xfrm>
            <a:off x="3091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C1 .S1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0115895A-B272-DE1E-C837-F0D218BB0B07}"/>
              </a:ext>
            </a:extLst>
          </p:cNvPr>
          <p:cNvSpPr/>
          <p:nvPr/>
        </p:nvSpPr>
        <p:spPr>
          <a:xfrm>
            <a:off x="309150" y="7723650"/>
            <a:ext cx="864539" cy="35924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FA4B5BEF-6A9F-5D24-0B66-37D8724DC39A}"/>
              </a:ext>
            </a:extLst>
          </p:cNvPr>
          <p:cNvCxnSpPr>
            <a:cxnSpLocks/>
          </p:cNvCxnSpPr>
          <p:nvPr/>
        </p:nvCxnSpPr>
        <p:spPr>
          <a:xfrm>
            <a:off x="309150" y="8317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83" name="TextBox 782">
            <a:extLst>
              <a:ext uri="{FF2B5EF4-FFF2-40B4-BE49-F238E27FC236}">
                <a16:creationId xmlns:a16="http://schemas.microsoft.com/office/drawing/2014/main" id="{D1A6CF91-120F-DE96-5642-C4DAF0FA261D}"/>
              </a:ext>
            </a:extLst>
          </p:cNvPr>
          <p:cNvSpPr txBox="1"/>
          <p:nvPr/>
        </p:nvSpPr>
        <p:spPr>
          <a:xfrm>
            <a:off x="14935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C2 .S1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1676CB50-4782-A7A3-84B1-4EF4B7CFD0D0}"/>
              </a:ext>
            </a:extLst>
          </p:cNvPr>
          <p:cNvSpPr/>
          <p:nvPr/>
        </p:nvSpPr>
        <p:spPr>
          <a:xfrm>
            <a:off x="1493550" y="7723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85" name="Straight Connector 784">
            <a:extLst>
              <a:ext uri="{FF2B5EF4-FFF2-40B4-BE49-F238E27FC236}">
                <a16:creationId xmlns:a16="http://schemas.microsoft.com/office/drawing/2014/main" id="{C2D46EAF-05D6-0D02-99A2-AA6D3B4888E0}"/>
              </a:ext>
            </a:extLst>
          </p:cNvPr>
          <p:cNvCxnSpPr>
            <a:cxnSpLocks/>
          </p:cNvCxnSpPr>
          <p:nvPr/>
        </p:nvCxnSpPr>
        <p:spPr>
          <a:xfrm>
            <a:off x="1493550" y="8317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86" name="TextBox 785">
            <a:extLst>
              <a:ext uri="{FF2B5EF4-FFF2-40B4-BE49-F238E27FC236}">
                <a16:creationId xmlns:a16="http://schemas.microsoft.com/office/drawing/2014/main" id="{A9E2D685-43D4-B7CF-9BF6-162D42CFF613}"/>
              </a:ext>
            </a:extLst>
          </p:cNvPr>
          <p:cNvSpPr txBox="1"/>
          <p:nvPr/>
        </p:nvSpPr>
        <p:spPr>
          <a:xfrm>
            <a:off x="26779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C3 .S1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787" name="Rectangle 786">
            <a:extLst>
              <a:ext uri="{FF2B5EF4-FFF2-40B4-BE49-F238E27FC236}">
                <a16:creationId xmlns:a16="http://schemas.microsoft.com/office/drawing/2014/main" id="{51B869EF-C1C9-EB10-8380-1CFD03FA2EE8}"/>
              </a:ext>
            </a:extLst>
          </p:cNvPr>
          <p:cNvSpPr/>
          <p:nvPr/>
        </p:nvSpPr>
        <p:spPr>
          <a:xfrm>
            <a:off x="2677950" y="7723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88" name="Straight Connector 787">
            <a:extLst>
              <a:ext uri="{FF2B5EF4-FFF2-40B4-BE49-F238E27FC236}">
                <a16:creationId xmlns:a16="http://schemas.microsoft.com/office/drawing/2014/main" id="{95529F46-2E0A-9067-F8A4-A464B34F0C4D}"/>
              </a:ext>
            </a:extLst>
          </p:cNvPr>
          <p:cNvCxnSpPr>
            <a:cxnSpLocks/>
          </p:cNvCxnSpPr>
          <p:nvPr/>
        </p:nvCxnSpPr>
        <p:spPr>
          <a:xfrm>
            <a:off x="2677950" y="8317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89" name="TextBox 788">
            <a:extLst>
              <a:ext uri="{FF2B5EF4-FFF2-40B4-BE49-F238E27FC236}">
                <a16:creationId xmlns:a16="http://schemas.microsoft.com/office/drawing/2014/main" id="{CAAA4F18-FA69-9733-E22F-F084A0E7127C}"/>
              </a:ext>
            </a:extLst>
          </p:cNvPr>
          <p:cNvSpPr txBox="1"/>
          <p:nvPr/>
        </p:nvSpPr>
        <p:spPr>
          <a:xfrm>
            <a:off x="38623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GIC .S1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A8ECB5EE-8BBA-2AD2-CC49-E5FC22B6C88B}"/>
              </a:ext>
            </a:extLst>
          </p:cNvPr>
          <p:cNvSpPr/>
          <p:nvPr/>
        </p:nvSpPr>
        <p:spPr>
          <a:xfrm>
            <a:off x="3862350" y="7723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91" name="Straight Connector 790">
            <a:extLst>
              <a:ext uri="{FF2B5EF4-FFF2-40B4-BE49-F238E27FC236}">
                <a16:creationId xmlns:a16="http://schemas.microsoft.com/office/drawing/2014/main" id="{BB42BF75-F346-DF41-0182-E8F573991D81}"/>
              </a:ext>
            </a:extLst>
          </p:cNvPr>
          <p:cNvCxnSpPr>
            <a:cxnSpLocks/>
          </p:cNvCxnSpPr>
          <p:nvPr/>
        </p:nvCxnSpPr>
        <p:spPr>
          <a:xfrm>
            <a:off x="3862350" y="8317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94" name="TextBox 793">
            <a:extLst>
              <a:ext uri="{FF2B5EF4-FFF2-40B4-BE49-F238E27FC236}">
                <a16:creationId xmlns:a16="http://schemas.microsoft.com/office/drawing/2014/main" id="{E098860C-2A7A-9732-9D40-8A68B6289582}"/>
              </a:ext>
            </a:extLst>
          </p:cNvPr>
          <p:cNvSpPr txBox="1"/>
          <p:nvPr/>
        </p:nvSpPr>
        <p:spPr>
          <a:xfrm>
            <a:off x="187340" y="55362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795" name="TextBox 794">
            <a:extLst>
              <a:ext uri="{FF2B5EF4-FFF2-40B4-BE49-F238E27FC236}">
                <a16:creationId xmlns:a16="http://schemas.microsoft.com/office/drawing/2014/main" id="{1CAD7878-BF14-228F-F6C6-C4BA685AC110}"/>
              </a:ext>
            </a:extLst>
          </p:cNvPr>
          <p:cNvSpPr txBox="1"/>
          <p:nvPr/>
        </p:nvSpPr>
        <p:spPr>
          <a:xfrm>
            <a:off x="201600" y="846153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796" name="TextBox 795">
            <a:extLst>
              <a:ext uri="{FF2B5EF4-FFF2-40B4-BE49-F238E27FC236}">
                <a16:creationId xmlns:a16="http://schemas.microsoft.com/office/drawing/2014/main" id="{08FB6BFE-B4BC-CEB9-5C6E-B31EBDDC3260}"/>
              </a:ext>
            </a:extLst>
          </p:cNvPr>
          <p:cNvSpPr txBox="1"/>
          <p:nvPr/>
        </p:nvSpPr>
        <p:spPr>
          <a:xfrm>
            <a:off x="201599" y="8809771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801" name="TextBox 800">
            <a:extLst>
              <a:ext uri="{FF2B5EF4-FFF2-40B4-BE49-F238E27FC236}">
                <a16:creationId xmlns:a16="http://schemas.microsoft.com/office/drawing/2014/main" id="{D7A653AF-73CA-E64E-93FC-C1E5770D0ACD}"/>
              </a:ext>
            </a:extLst>
          </p:cNvPr>
          <p:cNvSpPr txBox="1"/>
          <p:nvPr/>
        </p:nvSpPr>
        <p:spPr>
          <a:xfrm>
            <a:off x="309150" y="80640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2" name="TextBox 801">
            <a:extLst>
              <a:ext uri="{FF2B5EF4-FFF2-40B4-BE49-F238E27FC236}">
                <a16:creationId xmlns:a16="http://schemas.microsoft.com/office/drawing/2014/main" id="{9574059C-E376-7582-0EE0-B538EBC6E7CD}"/>
              </a:ext>
            </a:extLst>
          </p:cNvPr>
          <p:cNvSpPr txBox="1"/>
          <p:nvPr/>
        </p:nvSpPr>
        <p:spPr>
          <a:xfrm>
            <a:off x="1493549" y="80640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3" name="TextBox 802">
            <a:extLst>
              <a:ext uri="{FF2B5EF4-FFF2-40B4-BE49-F238E27FC236}">
                <a16:creationId xmlns:a16="http://schemas.microsoft.com/office/drawing/2014/main" id="{BDC71D8C-A790-72F5-C080-62CAE919B02E}"/>
              </a:ext>
            </a:extLst>
          </p:cNvPr>
          <p:cNvSpPr txBox="1"/>
          <p:nvPr/>
        </p:nvSpPr>
        <p:spPr>
          <a:xfrm>
            <a:off x="2677681" y="80640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4" name="TextBox 803">
            <a:extLst>
              <a:ext uri="{FF2B5EF4-FFF2-40B4-BE49-F238E27FC236}">
                <a16:creationId xmlns:a16="http://schemas.microsoft.com/office/drawing/2014/main" id="{1CBBA368-7930-01B1-E1A4-97C695564CC4}"/>
              </a:ext>
            </a:extLst>
          </p:cNvPr>
          <p:cNvSpPr txBox="1"/>
          <p:nvPr/>
        </p:nvSpPr>
        <p:spPr>
          <a:xfrm>
            <a:off x="201150" y="1161323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</a:t>
            </a:r>
            <a:endParaRPr lang="en-US" sz="800" b="1" noProof="0" dirty="0"/>
          </a:p>
        </p:txBody>
      </p:sp>
      <p:sp>
        <p:nvSpPr>
          <p:cNvPr id="805" name="TextBox 804">
            <a:extLst>
              <a:ext uri="{FF2B5EF4-FFF2-40B4-BE49-F238E27FC236}">
                <a16:creationId xmlns:a16="http://schemas.microsoft.com/office/drawing/2014/main" id="{535C1777-348A-E520-1BE6-37D88AFA9533}"/>
              </a:ext>
            </a:extLst>
          </p:cNvPr>
          <p:cNvSpPr txBox="1"/>
          <p:nvPr/>
        </p:nvSpPr>
        <p:spPr>
          <a:xfrm>
            <a:off x="201150" y="2003024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</a:t>
            </a:r>
            <a:endParaRPr lang="en-US" sz="800" b="1" noProof="0" dirty="0"/>
          </a:p>
        </p:txBody>
      </p:sp>
      <p:sp>
        <p:nvSpPr>
          <p:cNvPr id="808" name="TextBox 807">
            <a:extLst>
              <a:ext uri="{FF2B5EF4-FFF2-40B4-BE49-F238E27FC236}">
                <a16:creationId xmlns:a16="http://schemas.microsoft.com/office/drawing/2014/main" id="{4A38DA2C-6599-24F6-E1AB-5F669A2C7A54}"/>
              </a:ext>
            </a:extLst>
          </p:cNvPr>
          <p:cNvSpPr txBox="1"/>
          <p:nvPr/>
        </p:nvSpPr>
        <p:spPr>
          <a:xfrm>
            <a:off x="201150" y="2832074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</a:t>
            </a:r>
          </a:p>
        </p:txBody>
      </p:sp>
      <p:sp>
        <p:nvSpPr>
          <p:cNvPr id="809" name="TextBox 808">
            <a:extLst>
              <a:ext uri="{FF2B5EF4-FFF2-40B4-BE49-F238E27FC236}">
                <a16:creationId xmlns:a16="http://schemas.microsoft.com/office/drawing/2014/main" id="{BC008CFC-CE46-D79F-D3A7-915D1FD34944}"/>
              </a:ext>
            </a:extLst>
          </p:cNvPr>
          <p:cNvSpPr txBox="1"/>
          <p:nvPr/>
        </p:nvSpPr>
        <p:spPr>
          <a:xfrm>
            <a:off x="201150" y="366133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4</a:t>
            </a:r>
            <a:endParaRPr lang="en-US" sz="800" b="1" noProof="0" dirty="0"/>
          </a:p>
        </p:txBody>
      </p:sp>
      <p:sp>
        <p:nvSpPr>
          <p:cNvPr id="810" name="TextBox 809">
            <a:extLst>
              <a:ext uri="{FF2B5EF4-FFF2-40B4-BE49-F238E27FC236}">
                <a16:creationId xmlns:a16="http://schemas.microsoft.com/office/drawing/2014/main" id="{19AA66AA-B8F9-4C32-D2B5-8617A45E1C2F}"/>
              </a:ext>
            </a:extLst>
          </p:cNvPr>
          <p:cNvSpPr txBox="1"/>
          <p:nvPr/>
        </p:nvSpPr>
        <p:spPr>
          <a:xfrm>
            <a:off x="201150" y="448933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5</a:t>
            </a:r>
            <a:endParaRPr lang="en-US" sz="800" b="1" noProof="0" dirty="0"/>
          </a:p>
        </p:txBody>
      </p:sp>
      <p:sp>
        <p:nvSpPr>
          <p:cNvPr id="811" name="TextBox 810">
            <a:extLst>
              <a:ext uri="{FF2B5EF4-FFF2-40B4-BE49-F238E27FC236}">
                <a16:creationId xmlns:a16="http://schemas.microsoft.com/office/drawing/2014/main" id="{7CEAAE26-1471-C3A0-EF24-EC74C415EA9E}"/>
              </a:ext>
            </a:extLst>
          </p:cNvPr>
          <p:cNvSpPr txBox="1"/>
          <p:nvPr/>
        </p:nvSpPr>
        <p:spPr>
          <a:xfrm>
            <a:off x="201150" y="531154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6</a:t>
            </a:r>
            <a:endParaRPr lang="en-US" sz="800" b="1" noProof="0" dirty="0"/>
          </a:p>
        </p:txBody>
      </p:sp>
      <p:sp>
        <p:nvSpPr>
          <p:cNvPr id="812" name="TextBox 811">
            <a:extLst>
              <a:ext uri="{FF2B5EF4-FFF2-40B4-BE49-F238E27FC236}">
                <a16:creationId xmlns:a16="http://schemas.microsoft.com/office/drawing/2014/main" id="{739FEF5B-B18A-A0A7-DCA2-53D50685DA15}"/>
              </a:ext>
            </a:extLst>
          </p:cNvPr>
          <p:cNvSpPr txBox="1"/>
          <p:nvPr/>
        </p:nvSpPr>
        <p:spPr>
          <a:xfrm>
            <a:off x="201150" y="614533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7</a:t>
            </a:r>
            <a:endParaRPr lang="en-US" sz="800" b="1" noProof="0" dirty="0"/>
          </a:p>
        </p:txBody>
      </p:sp>
      <p:sp>
        <p:nvSpPr>
          <p:cNvPr id="813" name="TextBox 812">
            <a:extLst>
              <a:ext uri="{FF2B5EF4-FFF2-40B4-BE49-F238E27FC236}">
                <a16:creationId xmlns:a16="http://schemas.microsoft.com/office/drawing/2014/main" id="{FFC99109-A233-F2F6-863C-124B75360F04}"/>
              </a:ext>
            </a:extLst>
          </p:cNvPr>
          <p:cNvSpPr txBox="1"/>
          <p:nvPr/>
        </p:nvSpPr>
        <p:spPr>
          <a:xfrm>
            <a:off x="201150" y="696275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8</a:t>
            </a:r>
            <a:endParaRPr lang="en-US" sz="800" b="1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EE9A04-DAE5-AEA6-DD3A-6BFBA0ACD1E7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BC2998-77ED-893C-8815-FE2AF57D433B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holds part of a secret.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can lead to loss of funds.</a:t>
            </a:r>
            <a:endParaRPr lang="en-US" sz="600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168313-3871-F7AF-00EA-00BC598064A6}"/>
              </a:ext>
            </a:extLst>
          </p:cNvPr>
          <p:cNvSpPr txBox="1"/>
          <p:nvPr/>
        </p:nvSpPr>
        <p:spPr>
          <a:xfrm>
            <a:off x="201599" y="9149368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 Session:_____________________________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1915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3091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W1.S2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309150" y="1099650"/>
            <a:ext cx="864539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56" y="141553"/>
            <a:ext cx="544198" cy="544198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AF5064-C36B-9B3E-A23F-2816D75C152F}"/>
              </a:ext>
            </a:extLst>
          </p:cNvPr>
          <p:cNvSpPr txBox="1"/>
          <p:nvPr/>
        </p:nvSpPr>
        <p:spPr>
          <a:xfrm>
            <a:off x="187340" y="8844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 SECRET!</a:t>
            </a:r>
            <a:r>
              <a:rPr lang="en-US" noProof="0" dirty="0"/>
              <a:t> 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24 words – </a:t>
            </a:r>
            <a:r>
              <a:rPr lang="en-US" b="1" dirty="0"/>
              <a:t>Share 2 (S2)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5DB734-3DAB-E4BD-C051-EC7D8BE1E654}"/>
              </a:ext>
            </a:extLst>
          </p:cNvPr>
          <p:cNvCxnSpPr>
            <a:cxnSpLocks/>
          </p:cNvCxnSpPr>
          <p:nvPr/>
        </p:nvCxnSpPr>
        <p:spPr>
          <a:xfrm>
            <a:off x="309150" y="1693876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4B0862AE-83A3-E02E-034A-50C5FC908FD6}"/>
              </a:ext>
            </a:extLst>
          </p:cNvPr>
          <p:cNvSpPr txBox="1"/>
          <p:nvPr/>
        </p:nvSpPr>
        <p:spPr>
          <a:xfrm>
            <a:off x="3091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W4 .S2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8E02211-58D1-F942-521D-926EA7F0C4B9}"/>
              </a:ext>
            </a:extLst>
          </p:cNvPr>
          <p:cNvSpPr/>
          <p:nvPr/>
        </p:nvSpPr>
        <p:spPr>
          <a:xfrm>
            <a:off x="309150" y="1927650"/>
            <a:ext cx="864539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6831D5D-C727-02F9-AC13-28E2998DA69A}"/>
              </a:ext>
            </a:extLst>
          </p:cNvPr>
          <p:cNvCxnSpPr>
            <a:cxnSpLocks/>
          </p:cNvCxnSpPr>
          <p:nvPr/>
        </p:nvCxnSpPr>
        <p:spPr>
          <a:xfrm>
            <a:off x="309150" y="2521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0C3CBE88-4667-E4D4-0047-FDD8C04FD7BF}"/>
              </a:ext>
            </a:extLst>
          </p:cNvPr>
          <p:cNvSpPr txBox="1"/>
          <p:nvPr/>
        </p:nvSpPr>
        <p:spPr>
          <a:xfrm>
            <a:off x="3091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W7 .S2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8E58218-6491-38E4-CDD1-671E0E59E54D}"/>
              </a:ext>
            </a:extLst>
          </p:cNvPr>
          <p:cNvSpPr/>
          <p:nvPr/>
        </p:nvSpPr>
        <p:spPr>
          <a:xfrm>
            <a:off x="309150" y="2755650"/>
            <a:ext cx="864539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001EE560-214A-0CC1-A042-E14940796850}"/>
              </a:ext>
            </a:extLst>
          </p:cNvPr>
          <p:cNvCxnSpPr>
            <a:cxnSpLocks/>
          </p:cNvCxnSpPr>
          <p:nvPr/>
        </p:nvCxnSpPr>
        <p:spPr>
          <a:xfrm>
            <a:off x="309150" y="3349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450B413-783F-59B1-B859-6AC077566C6F}"/>
              </a:ext>
            </a:extLst>
          </p:cNvPr>
          <p:cNvSpPr txBox="1"/>
          <p:nvPr/>
        </p:nvSpPr>
        <p:spPr>
          <a:xfrm>
            <a:off x="3091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W10 .S2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CBF4ED9-6D4A-767C-9E27-2D48514970D8}"/>
              </a:ext>
            </a:extLst>
          </p:cNvPr>
          <p:cNvSpPr/>
          <p:nvPr/>
        </p:nvSpPr>
        <p:spPr>
          <a:xfrm>
            <a:off x="309150" y="3583650"/>
            <a:ext cx="864539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D9F69F7-D7B0-50C9-7E70-B515D340B2AE}"/>
              </a:ext>
            </a:extLst>
          </p:cNvPr>
          <p:cNvCxnSpPr>
            <a:cxnSpLocks/>
          </p:cNvCxnSpPr>
          <p:nvPr/>
        </p:nvCxnSpPr>
        <p:spPr>
          <a:xfrm>
            <a:off x="309150" y="4177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24E7109A-35A4-68CC-6901-2B24E4FC3C03}"/>
              </a:ext>
            </a:extLst>
          </p:cNvPr>
          <p:cNvSpPr txBox="1"/>
          <p:nvPr/>
        </p:nvSpPr>
        <p:spPr>
          <a:xfrm>
            <a:off x="3091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W13 .S2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ED88D69-0661-5EDC-2A38-D0C7B568E114}"/>
              </a:ext>
            </a:extLst>
          </p:cNvPr>
          <p:cNvSpPr/>
          <p:nvPr/>
        </p:nvSpPr>
        <p:spPr>
          <a:xfrm>
            <a:off x="309150" y="4411650"/>
            <a:ext cx="864539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4F6311C-9BD7-EBC3-2ABA-E42A25104F23}"/>
              </a:ext>
            </a:extLst>
          </p:cNvPr>
          <p:cNvCxnSpPr>
            <a:cxnSpLocks/>
          </p:cNvCxnSpPr>
          <p:nvPr/>
        </p:nvCxnSpPr>
        <p:spPr>
          <a:xfrm>
            <a:off x="309150" y="5005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642D0212-280B-3CE2-3420-DDCC1FD3135C}"/>
              </a:ext>
            </a:extLst>
          </p:cNvPr>
          <p:cNvSpPr txBox="1"/>
          <p:nvPr/>
        </p:nvSpPr>
        <p:spPr>
          <a:xfrm>
            <a:off x="3091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W16 .S2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21934E4-3692-D4BB-D4A8-7C642A96CCBC}"/>
              </a:ext>
            </a:extLst>
          </p:cNvPr>
          <p:cNvSpPr/>
          <p:nvPr/>
        </p:nvSpPr>
        <p:spPr>
          <a:xfrm>
            <a:off x="309150" y="5239650"/>
            <a:ext cx="864539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2" name="Straight Connector 511">
            <a:extLst>
              <a:ext uri="{FF2B5EF4-FFF2-40B4-BE49-F238E27FC236}">
                <a16:creationId xmlns:a16="http://schemas.microsoft.com/office/drawing/2014/main" id="{7640B477-99F1-2AA7-CA43-6A01D1233B4A}"/>
              </a:ext>
            </a:extLst>
          </p:cNvPr>
          <p:cNvCxnSpPr>
            <a:cxnSpLocks/>
          </p:cNvCxnSpPr>
          <p:nvPr/>
        </p:nvCxnSpPr>
        <p:spPr>
          <a:xfrm>
            <a:off x="309150" y="5833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3" name="TextBox 512">
            <a:extLst>
              <a:ext uri="{FF2B5EF4-FFF2-40B4-BE49-F238E27FC236}">
                <a16:creationId xmlns:a16="http://schemas.microsoft.com/office/drawing/2014/main" id="{3D724EEA-7F87-CE11-32D2-408A39A5B88C}"/>
              </a:ext>
            </a:extLst>
          </p:cNvPr>
          <p:cNvSpPr txBox="1"/>
          <p:nvPr/>
        </p:nvSpPr>
        <p:spPr>
          <a:xfrm>
            <a:off x="3091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W19 .S2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394AC51B-BCD2-1CF8-8CA4-9EC7CAC3EC5E}"/>
              </a:ext>
            </a:extLst>
          </p:cNvPr>
          <p:cNvSpPr/>
          <p:nvPr/>
        </p:nvSpPr>
        <p:spPr>
          <a:xfrm>
            <a:off x="309150" y="6067650"/>
            <a:ext cx="864539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E91A8625-45EA-38D9-3234-B2B1B024857D}"/>
              </a:ext>
            </a:extLst>
          </p:cNvPr>
          <p:cNvCxnSpPr>
            <a:cxnSpLocks/>
          </p:cNvCxnSpPr>
          <p:nvPr/>
        </p:nvCxnSpPr>
        <p:spPr>
          <a:xfrm>
            <a:off x="309150" y="6661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6" name="TextBox 515">
            <a:extLst>
              <a:ext uri="{FF2B5EF4-FFF2-40B4-BE49-F238E27FC236}">
                <a16:creationId xmlns:a16="http://schemas.microsoft.com/office/drawing/2014/main" id="{603949CE-D23A-2C6E-4C47-AEE068F1FC31}"/>
              </a:ext>
            </a:extLst>
          </p:cNvPr>
          <p:cNvSpPr txBox="1"/>
          <p:nvPr/>
        </p:nvSpPr>
        <p:spPr>
          <a:xfrm>
            <a:off x="3091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W22 .S2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ED3D945F-EADD-9BBD-C61A-53F82A980A5A}"/>
              </a:ext>
            </a:extLst>
          </p:cNvPr>
          <p:cNvSpPr/>
          <p:nvPr/>
        </p:nvSpPr>
        <p:spPr>
          <a:xfrm>
            <a:off x="309150" y="6895650"/>
            <a:ext cx="864539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8" name="Straight Connector 517">
            <a:extLst>
              <a:ext uri="{FF2B5EF4-FFF2-40B4-BE49-F238E27FC236}">
                <a16:creationId xmlns:a16="http://schemas.microsoft.com/office/drawing/2014/main" id="{33282E3C-2DC2-57D2-52F9-457B297D24D8}"/>
              </a:ext>
            </a:extLst>
          </p:cNvPr>
          <p:cNvCxnSpPr>
            <a:cxnSpLocks/>
          </p:cNvCxnSpPr>
          <p:nvPr/>
        </p:nvCxnSpPr>
        <p:spPr>
          <a:xfrm>
            <a:off x="309150" y="7489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9" name="TextBox 518">
            <a:extLst>
              <a:ext uri="{FF2B5EF4-FFF2-40B4-BE49-F238E27FC236}">
                <a16:creationId xmlns:a16="http://schemas.microsoft.com/office/drawing/2014/main" id="{AD7ED372-D0ED-2FA0-17FD-C6E6FD8E428B}"/>
              </a:ext>
            </a:extLst>
          </p:cNvPr>
          <p:cNvSpPr txBox="1"/>
          <p:nvPr/>
        </p:nvSpPr>
        <p:spPr>
          <a:xfrm>
            <a:off x="14935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W2.S2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042680D3-9EDF-CDF9-F955-C9A9127F48B6}"/>
              </a:ext>
            </a:extLst>
          </p:cNvPr>
          <p:cNvSpPr/>
          <p:nvPr/>
        </p:nvSpPr>
        <p:spPr>
          <a:xfrm>
            <a:off x="1493550" y="1099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1" name="Straight Connector 520">
            <a:extLst>
              <a:ext uri="{FF2B5EF4-FFF2-40B4-BE49-F238E27FC236}">
                <a16:creationId xmlns:a16="http://schemas.microsoft.com/office/drawing/2014/main" id="{12D48BC3-0F87-F0C7-7DE5-58145F0CEB76}"/>
              </a:ext>
            </a:extLst>
          </p:cNvPr>
          <p:cNvCxnSpPr>
            <a:cxnSpLocks/>
          </p:cNvCxnSpPr>
          <p:nvPr/>
        </p:nvCxnSpPr>
        <p:spPr>
          <a:xfrm>
            <a:off x="1493550" y="1693876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2" name="TextBox 521">
            <a:extLst>
              <a:ext uri="{FF2B5EF4-FFF2-40B4-BE49-F238E27FC236}">
                <a16:creationId xmlns:a16="http://schemas.microsoft.com/office/drawing/2014/main" id="{3350CFC8-0C36-1CD2-5ED6-650C8D0DE74D}"/>
              </a:ext>
            </a:extLst>
          </p:cNvPr>
          <p:cNvSpPr txBox="1"/>
          <p:nvPr/>
        </p:nvSpPr>
        <p:spPr>
          <a:xfrm>
            <a:off x="14935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W5 .S2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3AA8C6A8-FDB6-AEFD-5F81-D11617197192}"/>
              </a:ext>
            </a:extLst>
          </p:cNvPr>
          <p:cNvSpPr/>
          <p:nvPr/>
        </p:nvSpPr>
        <p:spPr>
          <a:xfrm>
            <a:off x="1493550" y="1927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91B91EE7-37E8-BCDD-4D07-6ADC74679A62}"/>
              </a:ext>
            </a:extLst>
          </p:cNvPr>
          <p:cNvCxnSpPr>
            <a:cxnSpLocks/>
          </p:cNvCxnSpPr>
          <p:nvPr/>
        </p:nvCxnSpPr>
        <p:spPr>
          <a:xfrm>
            <a:off x="1493550" y="2521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5F2517BB-8A1D-894C-2487-35FF1E1A8B0C}"/>
              </a:ext>
            </a:extLst>
          </p:cNvPr>
          <p:cNvSpPr txBox="1"/>
          <p:nvPr/>
        </p:nvSpPr>
        <p:spPr>
          <a:xfrm>
            <a:off x="14935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W8 .S2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6A43F42-F3AA-6467-1020-7D1875486364}"/>
              </a:ext>
            </a:extLst>
          </p:cNvPr>
          <p:cNvSpPr/>
          <p:nvPr/>
        </p:nvSpPr>
        <p:spPr>
          <a:xfrm>
            <a:off x="1493550" y="2755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7F3B5D1B-0A8B-9285-055A-8B401D4BBAE7}"/>
              </a:ext>
            </a:extLst>
          </p:cNvPr>
          <p:cNvCxnSpPr>
            <a:cxnSpLocks/>
          </p:cNvCxnSpPr>
          <p:nvPr/>
        </p:nvCxnSpPr>
        <p:spPr>
          <a:xfrm>
            <a:off x="1493550" y="3349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8" name="TextBox 527">
            <a:extLst>
              <a:ext uri="{FF2B5EF4-FFF2-40B4-BE49-F238E27FC236}">
                <a16:creationId xmlns:a16="http://schemas.microsoft.com/office/drawing/2014/main" id="{94A3B7A0-6B86-8B14-F46D-3A71C58F6AAE}"/>
              </a:ext>
            </a:extLst>
          </p:cNvPr>
          <p:cNvSpPr txBox="1"/>
          <p:nvPr/>
        </p:nvSpPr>
        <p:spPr>
          <a:xfrm>
            <a:off x="14935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W11 .S2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1D49CC78-3B6C-9D38-F31E-B33A611AF4F9}"/>
              </a:ext>
            </a:extLst>
          </p:cNvPr>
          <p:cNvSpPr/>
          <p:nvPr/>
        </p:nvSpPr>
        <p:spPr>
          <a:xfrm>
            <a:off x="1493550" y="3583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D7107CA5-417B-3DCD-41A0-9AD7055507FE}"/>
              </a:ext>
            </a:extLst>
          </p:cNvPr>
          <p:cNvCxnSpPr>
            <a:cxnSpLocks/>
          </p:cNvCxnSpPr>
          <p:nvPr/>
        </p:nvCxnSpPr>
        <p:spPr>
          <a:xfrm>
            <a:off x="1493550" y="4177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1" name="TextBox 530">
            <a:extLst>
              <a:ext uri="{FF2B5EF4-FFF2-40B4-BE49-F238E27FC236}">
                <a16:creationId xmlns:a16="http://schemas.microsoft.com/office/drawing/2014/main" id="{282BB810-C16B-28B5-497D-2FFF59A6E3A5}"/>
              </a:ext>
            </a:extLst>
          </p:cNvPr>
          <p:cNvSpPr txBox="1"/>
          <p:nvPr/>
        </p:nvSpPr>
        <p:spPr>
          <a:xfrm>
            <a:off x="14935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W14 .S2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AB7F70A9-8710-E506-7E32-F00A8AE3CDA4}"/>
              </a:ext>
            </a:extLst>
          </p:cNvPr>
          <p:cNvSpPr/>
          <p:nvPr/>
        </p:nvSpPr>
        <p:spPr>
          <a:xfrm>
            <a:off x="1493550" y="4411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E153806C-C572-E53C-2F2C-72C5E01AAE84}"/>
              </a:ext>
            </a:extLst>
          </p:cNvPr>
          <p:cNvCxnSpPr>
            <a:cxnSpLocks/>
          </p:cNvCxnSpPr>
          <p:nvPr/>
        </p:nvCxnSpPr>
        <p:spPr>
          <a:xfrm>
            <a:off x="1493550" y="5005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4" name="TextBox 533">
            <a:extLst>
              <a:ext uri="{FF2B5EF4-FFF2-40B4-BE49-F238E27FC236}">
                <a16:creationId xmlns:a16="http://schemas.microsoft.com/office/drawing/2014/main" id="{3B079673-5A8E-1564-57D5-FC658CAD8D5F}"/>
              </a:ext>
            </a:extLst>
          </p:cNvPr>
          <p:cNvSpPr txBox="1"/>
          <p:nvPr/>
        </p:nvSpPr>
        <p:spPr>
          <a:xfrm>
            <a:off x="14935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W17 .S2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3FE30F2B-0EDF-91FD-5CB8-0454470127F8}"/>
              </a:ext>
            </a:extLst>
          </p:cNvPr>
          <p:cNvSpPr/>
          <p:nvPr/>
        </p:nvSpPr>
        <p:spPr>
          <a:xfrm>
            <a:off x="1493550" y="5239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6" name="Straight Connector 535">
            <a:extLst>
              <a:ext uri="{FF2B5EF4-FFF2-40B4-BE49-F238E27FC236}">
                <a16:creationId xmlns:a16="http://schemas.microsoft.com/office/drawing/2014/main" id="{189092D4-37E0-5387-FA23-4D09BF4D1238}"/>
              </a:ext>
            </a:extLst>
          </p:cNvPr>
          <p:cNvCxnSpPr>
            <a:cxnSpLocks/>
          </p:cNvCxnSpPr>
          <p:nvPr/>
        </p:nvCxnSpPr>
        <p:spPr>
          <a:xfrm>
            <a:off x="1493550" y="5833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7" name="TextBox 536">
            <a:extLst>
              <a:ext uri="{FF2B5EF4-FFF2-40B4-BE49-F238E27FC236}">
                <a16:creationId xmlns:a16="http://schemas.microsoft.com/office/drawing/2014/main" id="{3A968815-A7A5-78D0-5438-C365F41ADF00}"/>
              </a:ext>
            </a:extLst>
          </p:cNvPr>
          <p:cNvSpPr txBox="1"/>
          <p:nvPr/>
        </p:nvSpPr>
        <p:spPr>
          <a:xfrm>
            <a:off x="14935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W20 .S2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296C746E-0F06-7862-BB1F-35451CBCFDC7}"/>
              </a:ext>
            </a:extLst>
          </p:cNvPr>
          <p:cNvSpPr/>
          <p:nvPr/>
        </p:nvSpPr>
        <p:spPr>
          <a:xfrm>
            <a:off x="1493550" y="6067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18C8FA90-0A7B-ED1A-D9BA-CE343505EEE2}"/>
              </a:ext>
            </a:extLst>
          </p:cNvPr>
          <p:cNvCxnSpPr>
            <a:cxnSpLocks/>
          </p:cNvCxnSpPr>
          <p:nvPr/>
        </p:nvCxnSpPr>
        <p:spPr>
          <a:xfrm>
            <a:off x="1493550" y="6661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6A273E37-5095-AAD6-2C66-B486775EF45A}"/>
              </a:ext>
            </a:extLst>
          </p:cNvPr>
          <p:cNvSpPr txBox="1"/>
          <p:nvPr/>
        </p:nvSpPr>
        <p:spPr>
          <a:xfrm>
            <a:off x="14935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W23 .S2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CF63436-6433-76C6-A017-3F48D7FC9B59}"/>
              </a:ext>
            </a:extLst>
          </p:cNvPr>
          <p:cNvSpPr/>
          <p:nvPr/>
        </p:nvSpPr>
        <p:spPr>
          <a:xfrm>
            <a:off x="1493550" y="6895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C0E12CD-D7D5-7AFC-13D3-79B5687F189F}"/>
              </a:ext>
            </a:extLst>
          </p:cNvPr>
          <p:cNvCxnSpPr>
            <a:cxnSpLocks/>
          </p:cNvCxnSpPr>
          <p:nvPr/>
        </p:nvCxnSpPr>
        <p:spPr>
          <a:xfrm>
            <a:off x="1493550" y="7489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77BBB1C2-46B8-5847-BA13-400DABF999F2}"/>
              </a:ext>
            </a:extLst>
          </p:cNvPr>
          <p:cNvSpPr txBox="1"/>
          <p:nvPr/>
        </p:nvSpPr>
        <p:spPr>
          <a:xfrm>
            <a:off x="26779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W3.S2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38AD03C9-AF0D-F736-B726-8CE960437676}"/>
              </a:ext>
            </a:extLst>
          </p:cNvPr>
          <p:cNvSpPr/>
          <p:nvPr/>
        </p:nvSpPr>
        <p:spPr>
          <a:xfrm>
            <a:off x="2677950" y="1099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6DFC46D1-CE2F-EC8E-59D0-5824909B2C44}"/>
              </a:ext>
            </a:extLst>
          </p:cNvPr>
          <p:cNvCxnSpPr>
            <a:cxnSpLocks/>
          </p:cNvCxnSpPr>
          <p:nvPr/>
        </p:nvCxnSpPr>
        <p:spPr>
          <a:xfrm>
            <a:off x="2677950" y="1693876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503BE9AE-8A55-5741-5653-66A14EEB9A70}"/>
              </a:ext>
            </a:extLst>
          </p:cNvPr>
          <p:cNvSpPr txBox="1"/>
          <p:nvPr/>
        </p:nvSpPr>
        <p:spPr>
          <a:xfrm>
            <a:off x="26779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W6 .S2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4725BE75-5C82-8050-2221-2D3D680E325B}"/>
              </a:ext>
            </a:extLst>
          </p:cNvPr>
          <p:cNvSpPr/>
          <p:nvPr/>
        </p:nvSpPr>
        <p:spPr>
          <a:xfrm>
            <a:off x="2677950" y="1927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C0A9663E-E5CC-AB5D-7429-07A6A396B986}"/>
              </a:ext>
            </a:extLst>
          </p:cNvPr>
          <p:cNvCxnSpPr>
            <a:cxnSpLocks/>
          </p:cNvCxnSpPr>
          <p:nvPr/>
        </p:nvCxnSpPr>
        <p:spPr>
          <a:xfrm>
            <a:off x="2677950" y="2521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9" name="TextBox 348">
            <a:extLst>
              <a:ext uri="{FF2B5EF4-FFF2-40B4-BE49-F238E27FC236}">
                <a16:creationId xmlns:a16="http://schemas.microsoft.com/office/drawing/2014/main" id="{8B8B37C6-F9EB-565B-1822-0A9D2811F0C7}"/>
              </a:ext>
            </a:extLst>
          </p:cNvPr>
          <p:cNvSpPr txBox="1"/>
          <p:nvPr/>
        </p:nvSpPr>
        <p:spPr>
          <a:xfrm>
            <a:off x="26779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W9 .S2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E114BF37-9B12-DA31-05D4-D35700974670}"/>
              </a:ext>
            </a:extLst>
          </p:cNvPr>
          <p:cNvSpPr/>
          <p:nvPr/>
        </p:nvSpPr>
        <p:spPr>
          <a:xfrm>
            <a:off x="2677950" y="2755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8BABE2F7-FA07-4BCB-2584-F149DA31A08D}"/>
              </a:ext>
            </a:extLst>
          </p:cNvPr>
          <p:cNvCxnSpPr>
            <a:cxnSpLocks/>
          </p:cNvCxnSpPr>
          <p:nvPr/>
        </p:nvCxnSpPr>
        <p:spPr>
          <a:xfrm>
            <a:off x="2677950" y="3349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2" name="TextBox 351">
            <a:extLst>
              <a:ext uri="{FF2B5EF4-FFF2-40B4-BE49-F238E27FC236}">
                <a16:creationId xmlns:a16="http://schemas.microsoft.com/office/drawing/2014/main" id="{6EF494CA-750A-1301-C447-FD432E7315AA}"/>
              </a:ext>
            </a:extLst>
          </p:cNvPr>
          <p:cNvSpPr txBox="1"/>
          <p:nvPr/>
        </p:nvSpPr>
        <p:spPr>
          <a:xfrm>
            <a:off x="26779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W12 .S2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44312BAF-6D62-FC43-1937-B41D800658A6}"/>
              </a:ext>
            </a:extLst>
          </p:cNvPr>
          <p:cNvSpPr/>
          <p:nvPr/>
        </p:nvSpPr>
        <p:spPr>
          <a:xfrm>
            <a:off x="2677950" y="3583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56F12374-73FC-9602-34D0-5C6F7A84C098}"/>
              </a:ext>
            </a:extLst>
          </p:cNvPr>
          <p:cNvCxnSpPr>
            <a:cxnSpLocks/>
          </p:cNvCxnSpPr>
          <p:nvPr/>
        </p:nvCxnSpPr>
        <p:spPr>
          <a:xfrm>
            <a:off x="2677950" y="4177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D241576-14C6-A3B9-E31E-E820A63511E9}"/>
              </a:ext>
            </a:extLst>
          </p:cNvPr>
          <p:cNvSpPr txBox="1"/>
          <p:nvPr/>
        </p:nvSpPr>
        <p:spPr>
          <a:xfrm>
            <a:off x="26779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W15 .S2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6E994360-8A84-1533-5103-D1EB907ABE22}"/>
              </a:ext>
            </a:extLst>
          </p:cNvPr>
          <p:cNvSpPr/>
          <p:nvPr/>
        </p:nvSpPr>
        <p:spPr>
          <a:xfrm>
            <a:off x="2677950" y="4411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B3A1EB9E-7E28-2F76-65E3-4888131E4A8B}"/>
              </a:ext>
            </a:extLst>
          </p:cNvPr>
          <p:cNvCxnSpPr>
            <a:cxnSpLocks/>
          </p:cNvCxnSpPr>
          <p:nvPr/>
        </p:nvCxnSpPr>
        <p:spPr>
          <a:xfrm>
            <a:off x="2677950" y="5005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5" name="TextBox 414">
            <a:extLst>
              <a:ext uri="{FF2B5EF4-FFF2-40B4-BE49-F238E27FC236}">
                <a16:creationId xmlns:a16="http://schemas.microsoft.com/office/drawing/2014/main" id="{B975BD29-C05A-9378-CEFB-4EB70D81EA7B}"/>
              </a:ext>
            </a:extLst>
          </p:cNvPr>
          <p:cNvSpPr txBox="1"/>
          <p:nvPr/>
        </p:nvSpPr>
        <p:spPr>
          <a:xfrm>
            <a:off x="26779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W18 .S2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1B689278-8694-0CAA-B8E6-3F88A918B9F5}"/>
              </a:ext>
            </a:extLst>
          </p:cNvPr>
          <p:cNvSpPr/>
          <p:nvPr/>
        </p:nvSpPr>
        <p:spPr>
          <a:xfrm>
            <a:off x="2677950" y="5239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E3804BB1-65B8-2496-20AB-BFA234216F89}"/>
              </a:ext>
            </a:extLst>
          </p:cNvPr>
          <p:cNvCxnSpPr>
            <a:cxnSpLocks/>
          </p:cNvCxnSpPr>
          <p:nvPr/>
        </p:nvCxnSpPr>
        <p:spPr>
          <a:xfrm>
            <a:off x="2677950" y="5833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8" name="TextBox 417">
            <a:extLst>
              <a:ext uri="{FF2B5EF4-FFF2-40B4-BE49-F238E27FC236}">
                <a16:creationId xmlns:a16="http://schemas.microsoft.com/office/drawing/2014/main" id="{64DBDE39-5798-79A7-3DB6-487C582DBBC6}"/>
              </a:ext>
            </a:extLst>
          </p:cNvPr>
          <p:cNvSpPr txBox="1"/>
          <p:nvPr/>
        </p:nvSpPr>
        <p:spPr>
          <a:xfrm>
            <a:off x="26779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W21 .S2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E1FF5569-072D-0726-5CAA-F03FF5C81F7E}"/>
              </a:ext>
            </a:extLst>
          </p:cNvPr>
          <p:cNvSpPr/>
          <p:nvPr/>
        </p:nvSpPr>
        <p:spPr>
          <a:xfrm>
            <a:off x="2677950" y="6067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F0FFA49F-59F7-E2C0-65F7-728F38638FB9}"/>
              </a:ext>
            </a:extLst>
          </p:cNvPr>
          <p:cNvCxnSpPr>
            <a:cxnSpLocks/>
          </p:cNvCxnSpPr>
          <p:nvPr/>
        </p:nvCxnSpPr>
        <p:spPr>
          <a:xfrm>
            <a:off x="2677950" y="6661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1" name="TextBox 420">
            <a:extLst>
              <a:ext uri="{FF2B5EF4-FFF2-40B4-BE49-F238E27FC236}">
                <a16:creationId xmlns:a16="http://schemas.microsoft.com/office/drawing/2014/main" id="{A768BDBA-BA57-90AB-0457-875463BE6F1D}"/>
              </a:ext>
            </a:extLst>
          </p:cNvPr>
          <p:cNvSpPr txBox="1"/>
          <p:nvPr/>
        </p:nvSpPr>
        <p:spPr>
          <a:xfrm>
            <a:off x="26779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W24 .S2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1DB9D39E-10F9-29D2-A12D-DB5C9282C346}"/>
              </a:ext>
            </a:extLst>
          </p:cNvPr>
          <p:cNvSpPr/>
          <p:nvPr/>
        </p:nvSpPr>
        <p:spPr>
          <a:xfrm>
            <a:off x="2677950" y="6895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7CC28755-A2BF-5DEE-175B-0A98DBF1A762}"/>
              </a:ext>
            </a:extLst>
          </p:cNvPr>
          <p:cNvCxnSpPr>
            <a:cxnSpLocks/>
          </p:cNvCxnSpPr>
          <p:nvPr/>
        </p:nvCxnSpPr>
        <p:spPr>
          <a:xfrm>
            <a:off x="2677950" y="7489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4" name="TextBox 423">
            <a:extLst>
              <a:ext uri="{FF2B5EF4-FFF2-40B4-BE49-F238E27FC236}">
                <a16:creationId xmlns:a16="http://schemas.microsoft.com/office/drawing/2014/main" id="{A88A4D25-3AE1-B029-C525-B7B79C437892}"/>
              </a:ext>
            </a:extLst>
          </p:cNvPr>
          <p:cNvSpPr txBox="1"/>
          <p:nvPr/>
        </p:nvSpPr>
        <p:spPr>
          <a:xfrm>
            <a:off x="38623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R1.S2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58DB5F0-E975-6F2A-9B59-07EDE76A782B}"/>
              </a:ext>
            </a:extLst>
          </p:cNvPr>
          <p:cNvSpPr/>
          <p:nvPr/>
        </p:nvSpPr>
        <p:spPr>
          <a:xfrm>
            <a:off x="3862350" y="1099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C585986E-DEB4-3858-07BC-2783AA86452A}"/>
              </a:ext>
            </a:extLst>
          </p:cNvPr>
          <p:cNvCxnSpPr>
            <a:cxnSpLocks/>
          </p:cNvCxnSpPr>
          <p:nvPr/>
        </p:nvCxnSpPr>
        <p:spPr>
          <a:xfrm>
            <a:off x="3862350" y="1693876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7" name="TextBox 426">
            <a:extLst>
              <a:ext uri="{FF2B5EF4-FFF2-40B4-BE49-F238E27FC236}">
                <a16:creationId xmlns:a16="http://schemas.microsoft.com/office/drawing/2014/main" id="{1955444D-E461-1EF9-56AC-8EBCEFA522AD}"/>
              </a:ext>
            </a:extLst>
          </p:cNvPr>
          <p:cNvSpPr txBox="1"/>
          <p:nvPr/>
        </p:nvSpPr>
        <p:spPr>
          <a:xfrm>
            <a:off x="38623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R2 .S2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C1EA3464-781A-E8EF-E848-362F04BC2BBE}"/>
              </a:ext>
            </a:extLst>
          </p:cNvPr>
          <p:cNvSpPr/>
          <p:nvPr/>
        </p:nvSpPr>
        <p:spPr>
          <a:xfrm>
            <a:off x="3862350" y="1927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9" name="Straight Connector 428">
            <a:extLst>
              <a:ext uri="{FF2B5EF4-FFF2-40B4-BE49-F238E27FC236}">
                <a16:creationId xmlns:a16="http://schemas.microsoft.com/office/drawing/2014/main" id="{D64137C8-5E42-FC64-F7AB-1F726C34589F}"/>
              </a:ext>
            </a:extLst>
          </p:cNvPr>
          <p:cNvCxnSpPr>
            <a:cxnSpLocks/>
          </p:cNvCxnSpPr>
          <p:nvPr/>
        </p:nvCxnSpPr>
        <p:spPr>
          <a:xfrm>
            <a:off x="3862350" y="2521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0" name="TextBox 429">
            <a:extLst>
              <a:ext uri="{FF2B5EF4-FFF2-40B4-BE49-F238E27FC236}">
                <a16:creationId xmlns:a16="http://schemas.microsoft.com/office/drawing/2014/main" id="{05869C09-8E25-6FC6-E6B1-68FDF8939DFF}"/>
              </a:ext>
            </a:extLst>
          </p:cNvPr>
          <p:cNvSpPr txBox="1"/>
          <p:nvPr/>
        </p:nvSpPr>
        <p:spPr>
          <a:xfrm>
            <a:off x="38623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R3 .S2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71D53725-646B-7BE3-6E8E-8A7957BEA67C}"/>
              </a:ext>
            </a:extLst>
          </p:cNvPr>
          <p:cNvSpPr/>
          <p:nvPr/>
        </p:nvSpPr>
        <p:spPr>
          <a:xfrm>
            <a:off x="3862350" y="2755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E2005BDF-4DF3-4340-923E-2188447D1760}"/>
              </a:ext>
            </a:extLst>
          </p:cNvPr>
          <p:cNvCxnSpPr>
            <a:cxnSpLocks/>
          </p:cNvCxnSpPr>
          <p:nvPr/>
        </p:nvCxnSpPr>
        <p:spPr>
          <a:xfrm>
            <a:off x="3862350" y="3349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3" name="TextBox 432">
            <a:extLst>
              <a:ext uri="{FF2B5EF4-FFF2-40B4-BE49-F238E27FC236}">
                <a16:creationId xmlns:a16="http://schemas.microsoft.com/office/drawing/2014/main" id="{E454BE81-E277-9105-32F3-63E1D8B6C270}"/>
              </a:ext>
            </a:extLst>
          </p:cNvPr>
          <p:cNvSpPr txBox="1"/>
          <p:nvPr/>
        </p:nvSpPr>
        <p:spPr>
          <a:xfrm>
            <a:off x="38623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R4 .S2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A60ADC57-C360-D193-5EDF-880FA4C0C846}"/>
              </a:ext>
            </a:extLst>
          </p:cNvPr>
          <p:cNvSpPr/>
          <p:nvPr/>
        </p:nvSpPr>
        <p:spPr>
          <a:xfrm>
            <a:off x="3862350" y="3583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D0752CA8-5184-1208-45A1-520D302DD028}"/>
              </a:ext>
            </a:extLst>
          </p:cNvPr>
          <p:cNvCxnSpPr>
            <a:cxnSpLocks/>
          </p:cNvCxnSpPr>
          <p:nvPr/>
        </p:nvCxnSpPr>
        <p:spPr>
          <a:xfrm>
            <a:off x="3862350" y="4177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6" name="TextBox 435">
            <a:extLst>
              <a:ext uri="{FF2B5EF4-FFF2-40B4-BE49-F238E27FC236}">
                <a16:creationId xmlns:a16="http://schemas.microsoft.com/office/drawing/2014/main" id="{C0F2D8DD-D3E3-0825-FC43-3A32B36CBAE6}"/>
              </a:ext>
            </a:extLst>
          </p:cNvPr>
          <p:cNvSpPr txBox="1"/>
          <p:nvPr/>
        </p:nvSpPr>
        <p:spPr>
          <a:xfrm>
            <a:off x="38623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R5 .S2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3A858FD4-F6E8-BA92-ED64-8007716BCF7C}"/>
              </a:ext>
            </a:extLst>
          </p:cNvPr>
          <p:cNvSpPr/>
          <p:nvPr/>
        </p:nvSpPr>
        <p:spPr>
          <a:xfrm>
            <a:off x="3862350" y="4411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8" name="Straight Connector 437">
            <a:extLst>
              <a:ext uri="{FF2B5EF4-FFF2-40B4-BE49-F238E27FC236}">
                <a16:creationId xmlns:a16="http://schemas.microsoft.com/office/drawing/2014/main" id="{925569E6-174C-6D37-B723-99F89C5F9F75}"/>
              </a:ext>
            </a:extLst>
          </p:cNvPr>
          <p:cNvCxnSpPr>
            <a:cxnSpLocks/>
          </p:cNvCxnSpPr>
          <p:nvPr/>
        </p:nvCxnSpPr>
        <p:spPr>
          <a:xfrm>
            <a:off x="3862350" y="5005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9" name="TextBox 438">
            <a:extLst>
              <a:ext uri="{FF2B5EF4-FFF2-40B4-BE49-F238E27FC236}">
                <a16:creationId xmlns:a16="http://schemas.microsoft.com/office/drawing/2014/main" id="{43A55F78-372E-1EBA-570D-7182F83C86E9}"/>
              </a:ext>
            </a:extLst>
          </p:cNvPr>
          <p:cNvSpPr txBox="1"/>
          <p:nvPr/>
        </p:nvSpPr>
        <p:spPr>
          <a:xfrm>
            <a:off x="38623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R6 .S2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9D8FE3C2-2C22-C93B-CA14-ABC5B6A0BD0D}"/>
              </a:ext>
            </a:extLst>
          </p:cNvPr>
          <p:cNvSpPr/>
          <p:nvPr/>
        </p:nvSpPr>
        <p:spPr>
          <a:xfrm>
            <a:off x="3862350" y="5239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1" name="Straight Connector 440">
            <a:extLst>
              <a:ext uri="{FF2B5EF4-FFF2-40B4-BE49-F238E27FC236}">
                <a16:creationId xmlns:a16="http://schemas.microsoft.com/office/drawing/2014/main" id="{CC136B91-6293-4455-175D-FCBFA0E3672B}"/>
              </a:ext>
            </a:extLst>
          </p:cNvPr>
          <p:cNvCxnSpPr>
            <a:cxnSpLocks/>
          </p:cNvCxnSpPr>
          <p:nvPr/>
        </p:nvCxnSpPr>
        <p:spPr>
          <a:xfrm>
            <a:off x="3862350" y="5833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2" name="TextBox 441">
            <a:extLst>
              <a:ext uri="{FF2B5EF4-FFF2-40B4-BE49-F238E27FC236}">
                <a16:creationId xmlns:a16="http://schemas.microsoft.com/office/drawing/2014/main" id="{9E91FB3A-FBF3-CE93-D332-C16F98D7BE90}"/>
              </a:ext>
            </a:extLst>
          </p:cNvPr>
          <p:cNvSpPr txBox="1"/>
          <p:nvPr/>
        </p:nvSpPr>
        <p:spPr>
          <a:xfrm>
            <a:off x="38623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R7 .S2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961136E8-02AE-3526-14C8-E86D5F163F3D}"/>
              </a:ext>
            </a:extLst>
          </p:cNvPr>
          <p:cNvSpPr/>
          <p:nvPr/>
        </p:nvSpPr>
        <p:spPr>
          <a:xfrm>
            <a:off x="3862350" y="6067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E439793-35EB-D339-BBA2-A4516862519D}"/>
              </a:ext>
            </a:extLst>
          </p:cNvPr>
          <p:cNvCxnSpPr>
            <a:cxnSpLocks/>
          </p:cNvCxnSpPr>
          <p:nvPr/>
        </p:nvCxnSpPr>
        <p:spPr>
          <a:xfrm>
            <a:off x="3862350" y="6661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5" name="TextBox 444">
            <a:extLst>
              <a:ext uri="{FF2B5EF4-FFF2-40B4-BE49-F238E27FC236}">
                <a16:creationId xmlns:a16="http://schemas.microsoft.com/office/drawing/2014/main" id="{AA9A1224-B751-F6A9-F605-3EDBE5FAD7E6}"/>
              </a:ext>
            </a:extLst>
          </p:cNvPr>
          <p:cNvSpPr txBox="1"/>
          <p:nvPr/>
        </p:nvSpPr>
        <p:spPr>
          <a:xfrm>
            <a:off x="38623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R8 .S2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0D1A235E-1D39-29E6-74FA-93674D0109F1}"/>
              </a:ext>
            </a:extLst>
          </p:cNvPr>
          <p:cNvSpPr/>
          <p:nvPr/>
        </p:nvSpPr>
        <p:spPr>
          <a:xfrm>
            <a:off x="3862350" y="6895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96D34CC9-70F7-33F4-7FDE-27A8A3C421D4}"/>
              </a:ext>
            </a:extLst>
          </p:cNvPr>
          <p:cNvCxnSpPr>
            <a:cxnSpLocks/>
          </p:cNvCxnSpPr>
          <p:nvPr/>
        </p:nvCxnSpPr>
        <p:spPr>
          <a:xfrm>
            <a:off x="3862350" y="7489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4" name="TextBox 703">
            <a:extLst>
              <a:ext uri="{FF2B5EF4-FFF2-40B4-BE49-F238E27FC236}">
                <a16:creationId xmlns:a16="http://schemas.microsoft.com/office/drawing/2014/main" id="{8983B472-727E-1058-87A2-3F5F7DB073EC}"/>
              </a:ext>
            </a:extLst>
          </p:cNvPr>
          <p:cNvSpPr txBox="1"/>
          <p:nvPr/>
        </p:nvSpPr>
        <p:spPr>
          <a:xfrm>
            <a:off x="5046750" y="901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MA1.S2</a:t>
            </a:r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19008F83-EF8C-F70A-8423-0BA031808573}"/>
              </a:ext>
            </a:extLst>
          </p:cNvPr>
          <p:cNvSpPr/>
          <p:nvPr/>
        </p:nvSpPr>
        <p:spPr>
          <a:xfrm>
            <a:off x="5046750" y="109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8" name="TextBox 727">
            <a:extLst>
              <a:ext uri="{FF2B5EF4-FFF2-40B4-BE49-F238E27FC236}">
                <a16:creationId xmlns:a16="http://schemas.microsoft.com/office/drawing/2014/main" id="{76224589-00BD-64F8-724D-D369C28DD161}"/>
              </a:ext>
            </a:extLst>
          </p:cNvPr>
          <p:cNvSpPr txBox="1"/>
          <p:nvPr/>
        </p:nvSpPr>
        <p:spPr>
          <a:xfrm>
            <a:off x="5939550" y="901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MB1.S2</a:t>
            </a:r>
          </a:p>
        </p:txBody>
      </p:sp>
      <p:sp>
        <p:nvSpPr>
          <p:cNvPr id="729" name="Rectangle 728">
            <a:extLst>
              <a:ext uri="{FF2B5EF4-FFF2-40B4-BE49-F238E27FC236}">
                <a16:creationId xmlns:a16="http://schemas.microsoft.com/office/drawing/2014/main" id="{DF69A9A0-03B2-61F7-70B4-5B21B9D3ABFD}"/>
              </a:ext>
            </a:extLst>
          </p:cNvPr>
          <p:cNvSpPr/>
          <p:nvPr/>
        </p:nvSpPr>
        <p:spPr>
          <a:xfrm>
            <a:off x="5939550" y="109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2" name="TextBox 751">
            <a:extLst>
              <a:ext uri="{FF2B5EF4-FFF2-40B4-BE49-F238E27FC236}">
                <a16:creationId xmlns:a16="http://schemas.microsoft.com/office/drawing/2014/main" id="{AD42C5C1-6902-4F5D-E7BD-21CB422CD950}"/>
              </a:ext>
            </a:extLst>
          </p:cNvPr>
          <p:cNvSpPr txBox="1"/>
          <p:nvPr/>
        </p:nvSpPr>
        <p:spPr>
          <a:xfrm>
            <a:off x="5046750" y="1729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MA2.S2</a:t>
            </a:r>
          </a:p>
        </p:txBody>
      </p:sp>
      <p:sp>
        <p:nvSpPr>
          <p:cNvPr id="753" name="Rectangle 752">
            <a:extLst>
              <a:ext uri="{FF2B5EF4-FFF2-40B4-BE49-F238E27FC236}">
                <a16:creationId xmlns:a16="http://schemas.microsoft.com/office/drawing/2014/main" id="{F023449B-7F9B-D0D2-20F6-CF6853D3346A}"/>
              </a:ext>
            </a:extLst>
          </p:cNvPr>
          <p:cNvSpPr/>
          <p:nvPr/>
        </p:nvSpPr>
        <p:spPr>
          <a:xfrm>
            <a:off x="5046750" y="192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4" name="TextBox 753">
            <a:extLst>
              <a:ext uri="{FF2B5EF4-FFF2-40B4-BE49-F238E27FC236}">
                <a16:creationId xmlns:a16="http://schemas.microsoft.com/office/drawing/2014/main" id="{DB570419-D4C9-9B04-65D3-C10AB7A366E9}"/>
              </a:ext>
            </a:extLst>
          </p:cNvPr>
          <p:cNvSpPr txBox="1"/>
          <p:nvPr/>
        </p:nvSpPr>
        <p:spPr>
          <a:xfrm>
            <a:off x="5939550" y="1729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MB2.S2</a:t>
            </a:r>
          </a:p>
        </p:txBody>
      </p:sp>
      <p:sp>
        <p:nvSpPr>
          <p:cNvPr id="755" name="Rectangle 754">
            <a:extLst>
              <a:ext uri="{FF2B5EF4-FFF2-40B4-BE49-F238E27FC236}">
                <a16:creationId xmlns:a16="http://schemas.microsoft.com/office/drawing/2014/main" id="{DC9C8C60-6FBF-306D-ADCE-31E7A5ECB7F5}"/>
              </a:ext>
            </a:extLst>
          </p:cNvPr>
          <p:cNvSpPr/>
          <p:nvPr/>
        </p:nvSpPr>
        <p:spPr>
          <a:xfrm>
            <a:off x="5939550" y="192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6" name="TextBox 755">
            <a:extLst>
              <a:ext uri="{FF2B5EF4-FFF2-40B4-BE49-F238E27FC236}">
                <a16:creationId xmlns:a16="http://schemas.microsoft.com/office/drawing/2014/main" id="{E30EFCB3-ABBA-4D37-B5CE-10316E10E2C9}"/>
              </a:ext>
            </a:extLst>
          </p:cNvPr>
          <p:cNvSpPr txBox="1"/>
          <p:nvPr/>
        </p:nvSpPr>
        <p:spPr>
          <a:xfrm>
            <a:off x="5046750" y="2557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MA3.S2</a:t>
            </a:r>
          </a:p>
        </p:txBody>
      </p:sp>
      <p:sp>
        <p:nvSpPr>
          <p:cNvPr id="757" name="Rectangle 756">
            <a:extLst>
              <a:ext uri="{FF2B5EF4-FFF2-40B4-BE49-F238E27FC236}">
                <a16:creationId xmlns:a16="http://schemas.microsoft.com/office/drawing/2014/main" id="{8C3BA1DA-790B-ED6C-BE20-4BC287ACE17E}"/>
              </a:ext>
            </a:extLst>
          </p:cNvPr>
          <p:cNvSpPr/>
          <p:nvPr/>
        </p:nvSpPr>
        <p:spPr>
          <a:xfrm>
            <a:off x="5046750" y="275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8" name="TextBox 757">
            <a:extLst>
              <a:ext uri="{FF2B5EF4-FFF2-40B4-BE49-F238E27FC236}">
                <a16:creationId xmlns:a16="http://schemas.microsoft.com/office/drawing/2014/main" id="{920866A8-AD16-4EA7-1F1A-0B2D7AE4EECB}"/>
              </a:ext>
            </a:extLst>
          </p:cNvPr>
          <p:cNvSpPr txBox="1"/>
          <p:nvPr/>
        </p:nvSpPr>
        <p:spPr>
          <a:xfrm>
            <a:off x="5939550" y="2557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MB3.S2</a:t>
            </a:r>
          </a:p>
        </p:txBody>
      </p:sp>
      <p:sp>
        <p:nvSpPr>
          <p:cNvPr id="759" name="Rectangle 758">
            <a:extLst>
              <a:ext uri="{FF2B5EF4-FFF2-40B4-BE49-F238E27FC236}">
                <a16:creationId xmlns:a16="http://schemas.microsoft.com/office/drawing/2014/main" id="{9FB39B48-A92D-8AB7-DF28-C0409D8D1D74}"/>
              </a:ext>
            </a:extLst>
          </p:cNvPr>
          <p:cNvSpPr/>
          <p:nvPr/>
        </p:nvSpPr>
        <p:spPr>
          <a:xfrm>
            <a:off x="5939550" y="275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0" name="TextBox 759">
            <a:extLst>
              <a:ext uri="{FF2B5EF4-FFF2-40B4-BE49-F238E27FC236}">
                <a16:creationId xmlns:a16="http://schemas.microsoft.com/office/drawing/2014/main" id="{5DF19EC2-8CDA-2C09-DD6A-0A23CBE4F44F}"/>
              </a:ext>
            </a:extLst>
          </p:cNvPr>
          <p:cNvSpPr txBox="1"/>
          <p:nvPr/>
        </p:nvSpPr>
        <p:spPr>
          <a:xfrm>
            <a:off x="5046750" y="3385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MA4.S2</a:t>
            </a:r>
          </a:p>
        </p:txBody>
      </p:sp>
      <p:sp>
        <p:nvSpPr>
          <p:cNvPr id="761" name="Rectangle 760">
            <a:extLst>
              <a:ext uri="{FF2B5EF4-FFF2-40B4-BE49-F238E27FC236}">
                <a16:creationId xmlns:a16="http://schemas.microsoft.com/office/drawing/2014/main" id="{1670BF6A-07E3-6817-4D72-3CFB83C28AA3}"/>
              </a:ext>
            </a:extLst>
          </p:cNvPr>
          <p:cNvSpPr/>
          <p:nvPr/>
        </p:nvSpPr>
        <p:spPr>
          <a:xfrm>
            <a:off x="5046750" y="3583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2" name="TextBox 761">
            <a:extLst>
              <a:ext uri="{FF2B5EF4-FFF2-40B4-BE49-F238E27FC236}">
                <a16:creationId xmlns:a16="http://schemas.microsoft.com/office/drawing/2014/main" id="{149FB4A4-8461-6DED-2E02-8469F96B4E71}"/>
              </a:ext>
            </a:extLst>
          </p:cNvPr>
          <p:cNvSpPr txBox="1"/>
          <p:nvPr/>
        </p:nvSpPr>
        <p:spPr>
          <a:xfrm>
            <a:off x="5939550" y="3385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MB4.S2</a:t>
            </a:r>
          </a:p>
        </p:txBody>
      </p:sp>
      <p:sp>
        <p:nvSpPr>
          <p:cNvPr id="763" name="Rectangle 762">
            <a:extLst>
              <a:ext uri="{FF2B5EF4-FFF2-40B4-BE49-F238E27FC236}">
                <a16:creationId xmlns:a16="http://schemas.microsoft.com/office/drawing/2014/main" id="{CB68A140-366D-FE43-8F9B-BE5F11150980}"/>
              </a:ext>
            </a:extLst>
          </p:cNvPr>
          <p:cNvSpPr/>
          <p:nvPr/>
        </p:nvSpPr>
        <p:spPr>
          <a:xfrm>
            <a:off x="5939550" y="3583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4" name="TextBox 763">
            <a:extLst>
              <a:ext uri="{FF2B5EF4-FFF2-40B4-BE49-F238E27FC236}">
                <a16:creationId xmlns:a16="http://schemas.microsoft.com/office/drawing/2014/main" id="{411E2BB3-A5A9-A72F-C3F9-CD6BEBDC0207}"/>
              </a:ext>
            </a:extLst>
          </p:cNvPr>
          <p:cNvSpPr txBox="1"/>
          <p:nvPr/>
        </p:nvSpPr>
        <p:spPr>
          <a:xfrm>
            <a:off x="5046750" y="4213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MA5.S2</a:t>
            </a:r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A594BEB-5841-4A23-F9AD-4498D695E4F8}"/>
              </a:ext>
            </a:extLst>
          </p:cNvPr>
          <p:cNvSpPr/>
          <p:nvPr/>
        </p:nvSpPr>
        <p:spPr>
          <a:xfrm>
            <a:off x="5046750" y="4411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6" name="TextBox 765">
            <a:extLst>
              <a:ext uri="{FF2B5EF4-FFF2-40B4-BE49-F238E27FC236}">
                <a16:creationId xmlns:a16="http://schemas.microsoft.com/office/drawing/2014/main" id="{EB492849-F3E1-71BB-4049-94642CE4617C}"/>
              </a:ext>
            </a:extLst>
          </p:cNvPr>
          <p:cNvSpPr txBox="1"/>
          <p:nvPr/>
        </p:nvSpPr>
        <p:spPr>
          <a:xfrm>
            <a:off x="5939550" y="4213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MB5.S2</a:t>
            </a:r>
          </a:p>
        </p:txBody>
      </p:sp>
      <p:sp>
        <p:nvSpPr>
          <p:cNvPr id="767" name="Rectangle 766">
            <a:extLst>
              <a:ext uri="{FF2B5EF4-FFF2-40B4-BE49-F238E27FC236}">
                <a16:creationId xmlns:a16="http://schemas.microsoft.com/office/drawing/2014/main" id="{CB225065-2256-815C-B8B2-376B7A3B745E}"/>
              </a:ext>
            </a:extLst>
          </p:cNvPr>
          <p:cNvSpPr/>
          <p:nvPr/>
        </p:nvSpPr>
        <p:spPr>
          <a:xfrm>
            <a:off x="5939550" y="4411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8" name="TextBox 767">
            <a:extLst>
              <a:ext uri="{FF2B5EF4-FFF2-40B4-BE49-F238E27FC236}">
                <a16:creationId xmlns:a16="http://schemas.microsoft.com/office/drawing/2014/main" id="{3D247387-8C73-0AF2-EA72-679B74835764}"/>
              </a:ext>
            </a:extLst>
          </p:cNvPr>
          <p:cNvSpPr txBox="1"/>
          <p:nvPr/>
        </p:nvSpPr>
        <p:spPr>
          <a:xfrm>
            <a:off x="5046750" y="5041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MA6.S2</a:t>
            </a:r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F49E4B41-FD10-AE20-46E8-44B31EF56F42}"/>
              </a:ext>
            </a:extLst>
          </p:cNvPr>
          <p:cNvSpPr/>
          <p:nvPr/>
        </p:nvSpPr>
        <p:spPr>
          <a:xfrm>
            <a:off x="5046750" y="523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0" name="TextBox 769">
            <a:extLst>
              <a:ext uri="{FF2B5EF4-FFF2-40B4-BE49-F238E27FC236}">
                <a16:creationId xmlns:a16="http://schemas.microsoft.com/office/drawing/2014/main" id="{03B923A0-9077-34D6-864D-0D97512B812A}"/>
              </a:ext>
            </a:extLst>
          </p:cNvPr>
          <p:cNvSpPr txBox="1"/>
          <p:nvPr/>
        </p:nvSpPr>
        <p:spPr>
          <a:xfrm>
            <a:off x="5939550" y="5041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MB6.S2</a:t>
            </a:r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2B23182-C7DC-B6D4-03ED-EF1356384863}"/>
              </a:ext>
            </a:extLst>
          </p:cNvPr>
          <p:cNvSpPr/>
          <p:nvPr/>
        </p:nvSpPr>
        <p:spPr>
          <a:xfrm>
            <a:off x="5939550" y="523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2" name="TextBox 771">
            <a:extLst>
              <a:ext uri="{FF2B5EF4-FFF2-40B4-BE49-F238E27FC236}">
                <a16:creationId xmlns:a16="http://schemas.microsoft.com/office/drawing/2014/main" id="{3ECA056F-DBFE-EE16-DCC9-2975C268D31A}"/>
              </a:ext>
            </a:extLst>
          </p:cNvPr>
          <p:cNvSpPr txBox="1"/>
          <p:nvPr/>
        </p:nvSpPr>
        <p:spPr>
          <a:xfrm>
            <a:off x="5046750" y="5869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MA7.S2</a:t>
            </a:r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EF3CA4FE-66A0-E8B0-B788-10351B8E8521}"/>
              </a:ext>
            </a:extLst>
          </p:cNvPr>
          <p:cNvSpPr/>
          <p:nvPr/>
        </p:nvSpPr>
        <p:spPr>
          <a:xfrm>
            <a:off x="5046750" y="606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4" name="TextBox 773">
            <a:extLst>
              <a:ext uri="{FF2B5EF4-FFF2-40B4-BE49-F238E27FC236}">
                <a16:creationId xmlns:a16="http://schemas.microsoft.com/office/drawing/2014/main" id="{7B779AE8-9099-CDAD-46E7-0A2785ED477C}"/>
              </a:ext>
            </a:extLst>
          </p:cNvPr>
          <p:cNvSpPr txBox="1"/>
          <p:nvPr/>
        </p:nvSpPr>
        <p:spPr>
          <a:xfrm>
            <a:off x="5939550" y="5869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MB7.S2</a:t>
            </a:r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61B93848-570F-9029-66EB-17109BFB37D7}"/>
              </a:ext>
            </a:extLst>
          </p:cNvPr>
          <p:cNvSpPr/>
          <p:nvPr/>
        </p:nvSpPr>
        <p:spPr>
          <a:xfrm>
            <a:off x="5939550" y="606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6" name="TextBox 775">
            <a:extLst>
              <a:ext uri="{FF2B5EF4-FFF2-40B4-BE49-F238E27FC236}">
                <a16:creationId xmlns:a16="http://schemas.microsoft.com/office/drawing/2014/main" id="{A2E1FB8F-0AF1-5FE4-B8E4-FFF262483643}"/>
              </a:ext>
            </a:extLst>
          </p:cNvPr>
          <p:cNvSpPr txBox="1"/>
          <p:nvPr/>
        </p:nvSpPr>
        <p:spPr>
          <a:xfrm>
            <a:off x="5046750" y="6697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MA8.S2</a:t>
            </a: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BC0FC23C-058B-60F3-64A2-30EA47E2A8AE}"/>
              </a:ext>
            </a:extLst>
          </p:cNvPr>
          <p:cNvSpPr/>
          <p:nvPr/>
        </p:nvSpPr>
        <p:spPr>
          <a:xfrm>
            <a:off x="5046750" y="689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8" name="TextBox 777">
            <a:extLst>
              <a:ext uri="{FF2B5EF4-FFF2-40B4-BE49-F238E27FC236}">
                <a16:creationId xmlns:a16="http://schemas.microsoft.com/office/drawing/2014/main" id="{BBE11CE5-41DD-3238-1647-C6D0E9C48E31}"/>
              </a:ext>
            </a:extLst>
          </p:cNvPr>
          <p:cNvSpPr txBox="1"/>
          <p:nvPr/>
        </p:nvSpPr>
        <p:spPr>
          <a:xfrm>
            <a:off x="5939550" y="6697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MB8.S2</a:t>
            </a: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64D67326-690B-E2A0-875F-6D2F8B8076AB}"/>
              </a:ext>
            </a:extLst>
          </p:cNvPr>
          <p:cNvSpPr/>
          <p:nvPr/>
        </p:nvSpPr>
        <p:spPr>
          <a:xfrm>
            <a:off x="5939550" y="689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0" name="TextBox 779">
            <a:extLst>
              <a:ext uri="{FF2B5EF4-FFF2-40B4-BE49-F238E27FC236}">
                <a16:creationId xmlns:a16="http://schemas.microsoft.com/office/drawing/2014/main" id="{50E75B1C-03AA-8B45-08E9-5221B7412F83}"/>
              </a:ext>
            </a:extLst>
          </p:cNvPr>
          <p:cNvSpPr txBox="1"/>
          <p:nvPr/>
        </p:nvSpPr>
        <p:spPr>
          <a:xfrm>
            <a:off x="3091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C1 .S2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0115895A-B272-DE1E-C837-F0D218BB0B07}"/>
              </a:ext>
            </a:extLst>
          </p:cNvPr>
          <p:cNvSpPr/>
          <p:nvPr/>
        </p:nvSpPr>
        <p:spPr>
          <a:xfrm>
            <a:off x="309150" y="7723650"/>
            <a:ext cx="864539" cy="359243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FA4B5BEF-6A9F-5D24-0B66-37D8724DC39A}"/>
              </a:ext>
            </a:extLst>
          </p:cNvPr>
          <p:cNvCxnSpPr>
            <a:cxnSpLocks/>
          </p:cNvCxnSpPr>
          <p:nvPr/>
        </p:nvCxnSpPr>
        <p:spPr>
          <a:xfrm>
            <a:off x="309150" y="8317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83" name="TextBox 782">
            <a:extLst>
              <a:ext uri="{FF2B5EF4-FFF2-40B4-BE49-F238E27FC236}">
                <a16:creationId xmlns:a16="http://schemas.microsoft.com/office/drawing/2014/main" id="{D1A6CF91-120F-DE96-5642-C4DAF0FA261D}"/>
              </a:ext>
            </a:extLst>
          </p:cNvPr>
          <p:cNvSpPr txBox="1"/>
          <p:nvPr/>
        </p:nvSpPr>
        <p:spPr>
          <a:xfrm>
            <a:off x="14935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C2 .S2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1676CB50-4782-A7A3-84B1-4EF4B7CFD0D0}"/>
              </a:ext>
            </a:extLst>
          </p:cNvPr>
          <p:cNvSpPr/>
          <p:nvPr/>
        </p:nvSpPr>
        <p:spPr>
          <a:xfrm>
            <a:off x="1493550" y="7723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85" name="Straight Connector 784">
            <a:extLst>
              <a:ext uri="{FF2B5EF4-FFF2-40B4-BE49-F238E27FC236}">
                <a16:creationId xmlns:a16="http://schemas.microsoft.com/office/drawing/2014/main" id="{C2D46EAF-05D6-0D02-99A2-AA6D3B4888E0}"/>
              </a:ext>
            </a:extLst>
          </p:cNvPr>
          <p:cNvCxnSpPr>
            <a:cxnSpLocks/>
          </p:cNvCxnSpPr>
          <p:nvPr/>
        </p:nvCxnSpPr>
        <p:spPr>
          <a:xfrm>
            <a:off x="1493550" y="8317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86" name="TextBox 785">
            <a:extLst>
              <a:ext uri="{FF2B5EF4-FFF2-40B4-BE49-F238E27FC236}">
                <a16:creationId xmlns:a16="http://schemas.microsoft.com/office/drawing/2014/main" id="{A9E2D685-43D4-B7CF-9BF6-162D42CFF613}"/>
              </a:ext>
            </a:extLst>
          </p:cNvPr>
          <p:cNvSpPr txBox="1"/>
          <p:nvPr/>
        </p:nvSpPr>
        <p:spPr>
          <a:xfrm>
            <a:off x="26779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C3 .S2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787" name="Rectangle 786">
            <a:extLst>
              <a:ext uri="{FF2B5EF4-FFF2-40B4-BE49-F238E27FC236}">
                <a16:creationId xmlns:a16="http://schemas.microsoft.com/office/drawing/2014/main" id="{51B869EF-C1C9-EB10-8380-1CFD03FA2EE8}"/>
              </a:ext>
            </a:extLst>
          </p:cNvPr>
          <p:cNvSpPr/>
          <p:nvPr/>
        </p:nvSpPr>
        <p:spPr>
          <a:xfrm>
            <a:off x="2677950" y="7723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88" name="Straight Connector 787">
            <a:extLst>
              <a:ext uri="{FF2B5EF4-FFF2-40B4-BE49-F238E27FC236}">
                <a16:creationId xmlns:a16="http://schemas.microsoft.com/office/drawing/2014/main" id="{95529F46-2E0A-9067-F8A4-A464B34F0C4D}"/>
              </a:ext>
            </a:extLst>
          </p:cNvPr>
          <p:cNvCxnSpPr>
            <a:cxnSpLocks/>
          </p:cNvCxnSpPr>
          <p:nvPr/>
        </p:nvCxnSpPr>
        <p:spPr>
          <a:xfrm>
            <a:off x="2677950" y="8317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89" name="TextBox 788">
            <a:extLst>
              <a:ext uri="{FF2B5EF4-FFF2-40B4-BE49-F238E27FC236}">
                <a16:creationId xmlns:a16="http://schemas.microsoft.com/office/drawing/2014/main" id="{CAAA4F18-FA69-9733-E22F-F084A0E7127C}"/>
              </a:ext>
            </a:extLst>
          </p:cNvPr>
          <p:cNvSpPr txBox="1"/>
          <p:nvPr/>
        </p:nvSpPr>
        <p:spPr>
          <a:xfrm>
            <a:off x="38623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GIC .S2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A8ECB5EE-8BBA-2AD2-CC49-E5FC22B6C88B}"/>
              </a:ext>
            </a:extLst>
          </p:cNvPr>
          <p:cNvSpPr/>
          <p:nvPr/>
        </p:nvSpPr>
        <p:spPr>
          <a:xfrm>
            <a:off x="3862350" y="7723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91" name="Straight Connector 790">
            <a:extLst>
              <a:ext uri="{FF2B5EF4-FFF2-40B4-BE49-F238E27FC236}">
                <a16:creationId xmlns:a16="http://schemas.microsoft.com/office/drawing/2014/main" id="{BB42BF75-F346-DF41-0182-E8F573991D81}"/>
              </a:ext>
            </a:extLst>
          </p:cNvPr>
          <p:cNvCxnSpPr>
            <a:cxnSpLocks/>
          </p:cNvCxnSpPr>
          <p:nvPr/>
        </p:nvCxnSpPr>
        <p:spPr>
          <a:xfrm>
            <a:off x="3862350" y="8317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94" name="TextBox 793">
            <a:extLst>
              <a:ext uri="{FF2B5EF4-FFF2-40B4-BE49-F238E27FC236}">
                <a16:creationId xmlns:a16="http://schemas.microsoft.com/office/drawing/2014/main" id="{E098860C-2A7A-9732-9D40-8A68B6289582}"/>
              </a:ext>
            </a:extLst>
          </p:cNvPr>
          <p:cNvSpPr txBox="1"/>
          <p:nvPr/>
        </p:nvSpPr>
        <p:spPr>
          <a:xfrm>
            <a:off x="187340" y="55362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801" name="TextBox 800">
            <a:extLst>
              <a:ext uri="{FF2B5EF4-FFF2-40B4-BE49-F238E27FC236}">
                <a16:creationId xmlns:a16="http://schemas.microsoft.com/office/drawing/2014/main" id="{D7A653AF-73CA-E64E-93FC-C1E5770D0ACD}"/>
              </a:ext>
            </a:extLst>
          </p:cNvPr>
          <p:cNvSpPr txBox="1"/>
          <p:nvPr/>
        </p:nvSpPr>
        <p:spPr>
          <a:xfrm>
            <a:off x="309150" y="80640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2" name="TextBox 801">
            <a:extLst>
              <a:ext uri="{FF2B5EF4-FFF2-40B4-BE49-F238E27FC236}">
                <a16:creationId xmlns:a16="http://schemas.microsoft.com/office/drawing/2014/main" id="{9574059C-E376-7582-0EE0-B538EBC6E7CD}"/>
              </a:ext>
            </a:extLst>
          </p:cNvPr>
          <p:cNvSpPr txBox="1"/>
          <p:nvPr/>
        </p:nvSpPr>
        <p:spPr>
          <a:xfrm>
            <a:off x="1493549" y="80640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3" name="TextBox 802">
            <a:extLst>
              <a:ext uri="{FF2B5EF4-FFF2-40B4-BE49-F238E27FC236}">
                <a16:creationId xmlns:a16="http://schemas.microsoft.com/office/drawing/2014/main" id="{BDC71D8C-A790-72F5-C080-62CAE919B02E}"/>
              </a:ext>
            </a:extLst>
          </p:cNvPr>
          <p:cNvSpPr txBox="1"/>
          <p:nvPr/>
        </p:nvSpPr>
        <p:spPr>
          <a:xfrm>
            <a:off x="2677681" y="80640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4" name="TextBox 803">
            <a:extLst>
              <a:ext uri="{FF2B5EF4-FFF2-40B4-BE49-F238E27FC236}">
                <a16:creationId xmlns:a16="http://schemas.microsoft.com/office/drawing/2014/main" id="{1CBBA368-7930-01B1-E1A4-97C695564CC4}"/>
              </a:ext>
            </a:extLst>
          </p:cNvPr>
          <p:cNvSpPr txBox="1"/>
          <p:nvPr/>
        </p:nvSpPr>
        <p:spPr>
          <a:xfrm>
            <a:off x="201150" y="1161323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</a:t>
            </a:r>
            <a:endParaRPr lang="en-US" sz="800" b="1" noProof="0" dirty="0"/>
          </a:p>
        </p:txBody>
      </p:sp>
      <p:sp>
        <p:nvSpPr>
          <p:cNvPr id="805" name="TextBox 804">
            <a:extLst>
              <a:ext uri="{FF2B5EF4-FFF2-40B4-BE49-F238E27FC236}">
                <a16:creationId xmlns:a16="http://schemas.microsoft.com/office/drawing/2014/main" id="{535C1777-348A-E520-1BE6-37D88AFA9533}"/>
              </a:ext>
            </a:extLst>
          </p:cNvPr>
          <p:cNvSpPr txBox="1"/>
          <p:nvPr/>
        </p:nvSpPr>
        <p:spPr>
          <a:xfrm>
            <a:off x="201150" y="2003024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</a:t>
            </a:r>
            <a:endParaRPr lang="en-US" sz="800" b="1" noProof="0" dirty="0"/>
          </a:p>
        </p:txBody>
      </p:sp>
      <p:sp>
        <p:nvSpPr>
          <p:cNvPr id="808" name="TextBox 807">
            <a:extLst>
              <a:ext uri="{FF2B5EF4-FFF2-40B4-BE49-F238E27FC236}">
                <a16:creationId xmlns:a16="http://schemas.microsoft.com/office/drawing/2014/main" id="{4A38DA2C-6599-24F6-E1AB-5F669A2C7A54}"/>
              </a:ext>
            </a:extLst>
          </p:cNvPr>
          <p:cNvSpPr txBox="1"/>
          <p:nvPr/>
        </p:nvSpPr>
        <p:spPr>
          <a:xfrm>
            <a:off x="201150" y="2832074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</a:t>
            </a:r>
          </a:p>
        </p:txBody>
      </p:sp>
      <p:sp>
        <p:nvSpPr>
          <p:cNvPr id="809" name="TextBox 808">
            <a:extLst>
              <a:ext uri="{FF2B5EF4-FFF2-40B4-BE49-F238E27FC236}">
                <a16:creationId xmlns:a16="http://schemas.microsoft.com/office/drawing/2014/main" id="{BC008CFC-CE46-D79F-D3A7-915D1FD34944}"/>
              </a:ext>
            </a:extLst>
          </p:cNvPr>
          <p:cNvSpPr txBox="1"/>
          <p:nvPr/>
        </p:nvSpPr>
        <p:spPr>
          <a:xfrm>
            <a:off x="201150" y="366133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4</a:t>
            </a:r>
            <a:endParaRPr lang="en-US" sz="800" b="1" noProof="0" dirty="0"/>
          </a:p>
        </p:txBody>
      </p:sp>
      <p:sp>
        <p:nvSpPr>
          <p:cNvPr id="810" name="TextBox 809">
            <a:extLst>
              <a:ext uri="{FF2B5EF4-FFF2-40B4-BE49-F238E27FC236}">
                <a16:creationId xmlns:a16="http://schemas.microsoft.com/office/drawing/2014/main" id="{19AA66AA-B8F9-4C32-D2B5-8617A45E1C2F}"/>
              </a:ext>
            </a:extLst>
          </p:cNvPr>
          <p:cNvSpPr txBox="1"/>
          <p:nvPr/>
        </p:nvSpPr>
        <p:spPr>
          <a:xfrm>
            <a:off x="201150" y="448933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5</a:t>
            </a:r>
            <a:endParaRPr lang="en-US" sz="800" b="1" noProof="0" dirty="0"/>
          </a:p>
        </p:txBody>
      </p:sp>
      <p:sp>
        <p:nvSpPr>
          <p:cNvPr id="811" name="TextBox 810">
            <a:extLst>
              <a:ext uri="{FF2B5EF4-FFF2-40B4-BE49-F238E27FC236}">
                <a16:creationId xmlns:a16="http://schemas.microsoft.com/office/drawing/2014/main" id="{7CEAAE26-1471-C3A0-EF24-EC74C415EA9E}"/>
              </a:ext>
            </a:extLst>
          </p:cNvPr>
          <p:cNvSpPr txBox="1"/>
          <p:nvPr/>
        </p:nvSpPr>
        <p:spPr>
          <a:xfrm>
            <a:off x="201150" y="531154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6</a:t>
            </a:r>
            <a:endParaRPr lang="en-US" sz="800" b="1" noProof="0" dirty="0"/>
          </a:p>
        </p:txBody>
      </p:sp>
      <p:sp>
        <p:nvSpPr>
          <p:cNvPr id="812" name="TextBox 811">
            <a:extLst>
              <a:ext uri="{FF2B5EF4-FFF2-40B4-BE49-F238E27FC236}">
                <a16:creationId xmlns:a16="http://schemas.microsoft.com/office/drawing/2014/main" id="{739FEF5B-B18A-A0A7-DCA2-53D50685DA15}"/>
              </a:ext>
            </a:extLst>
          </p:cNvPr>
          <p:cNvSpPr txBox="1"/>
          <p:nvPr/>
        </p:nvSpPr>
        <p:spPr>
          <a:xfrm>
            <a:off x="201150" y="614533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7</a:t>
            </a:r>
            <a:endParaRPr lang="en-US" sz="800" b="1" noProof="0" dirty="0"/>
          </a:p>
        </p:txBody>
      </p:sp>
      <p:sp>
        <p:nvSpPr>
          <p:cNvPr id="813" name="TextBox 812">
            <a:extLst>
              <a:ext uri="{FF2B5EF4-FFF2-40B4-BE49-F238E27FC236}">
                <a16:creationId xmlns:a16="http://schemas.microsoft.com/office/drawing/2014/main" id="{FFC99109-A233-F2F6-863C-124B75360F04}"/>
              </a:ext>
            </a:extLst>
          </p:cNvPr>
          <p:cNvSpPr txBox="1"/>
          <p:nvPr/>
        </p:nvSpPr>
        <p:spPr>
          <a:xfrm>
            <a:off x="201150" y="696275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8</a:t>
            </a:r>
            <a:endParaRPr lang="en-US" sz="800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86C219-D722-CC42-2CAC-07DDAB74EED8}"/>
              </a:ext>
            </a:extLst>
          </p:cNvPr>
          <p:cNvSpPr txBox="1"/>
          <p:nvPr/>
        </p:nvSpPr>
        <p:spPr>
          <a:xfrm>
            <a:off x="201600" y="846153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111DFA-9EB1-FDB7-44C3-669F59EC4EC6}"/>
              </a:ext>
            </a:extLst>
          </p:cNvPr>
          <p:cNvSpPr txBox="1"/>
          <p:nvPr/>
        </p:nvSpPr>
        <p:spPr>
          <a:xfrm>
            <a:off x="201599" y="8809771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2D4ECA-70DC-8092-57E0-4E08D2707FAE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33A365-717C-700F-CF63-1A923FFA878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72748" y="7470595"/>
            <a:ext cx="1839391" cy="18652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A2EC63-979F-8E12-7833-56044373236E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holds part of a secret.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can lead to loss of funds.</a:t>
            </a:r>
            <a:endParaRPr lang="en-US" sz="6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514561-623B-E55F-2086-5C54BAAD1949}"/>
              </a:ext>
            </a:extLst>
          </p:cNvPr>
          <p:cNvSpPr txBox="1"/>
          <p:nvPr/>
        </p:nvSpPr>
        <p:spPr>
          <a:xfrm>
            <a:off x="201599" y="9149368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 Session:_____________________________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359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3091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309150" y="1099650"/>
            <a:ext cx="864539" cy="359243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56" y="141553"/>
            <a:ext cx="544198" cy="544198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AF5064-C36B-9B3E-A23F-2816D75C152F}"/>
              </a:ext>
            </a:extLst>
          </p:cNvPr>
          <p:cNvSpPr txBox="1"/>
          <p:nvPr/>
        </p:nvSpPr>
        <p:spPr>
          <a:xfrm>
            <a:off x="187340" y="8844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 SECRET!</a:t>
            </a:r>
            <a:r>
              <a:rPr lang="en-US" noProof="0" dirty="0"/>
              <a:t> 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24 words – </a:t>
            </a:r>
            <a:r>
              <a:rPr lang="en-US" b="1" dirty="0"/>
              <a:t>Share 3 (S3)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5DB734-3DAB-E4BD-C051-EC7D8BE1E654}"/>
              </a:ext>
            </a:extLst>
          </p:cNvPr>
          <p:cNvCxnSpPr>
            <a:cxnSpLocks/>
          </p:cNvCxnSpPr>
          <p:nvPr/>
        </p:nvCxnSpPr>
        <p:spPr>
          <a:xfrm>
            <a:off x="309150" y="1693876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4B0862AE-83A3-E02E-034A-50C5FC908FD6}"/>
              </a:ext>
            </a:extLst>
          </p:cNvPr>
          <p:cNvSpPr txBox="1"/>
          <p:nvPr/>
        </p:nvSpPr>
        <p:spPr>
          <a:xfrm>
            <a:off x="3091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W4 .S3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8E02211-58D1-F942-521D-926EA7F0C4B9}"/>
              </a:ext>
            </a:extLst>
          </p:cNvPr>
          <p:cNvSpPr/>
          <p:nvPr/>
        </p:nvSpPr>
        <p:spPr>
          <a:xfrm>
            <a:off x="309150" y="1927650"/>
            <a:ext cx="864539" cy="359243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6831D5D-C727-02F9-AC13-28E2998DA69A}"/>
              </a:ext>
            </a:extLst>
          </p:cNvPr>
          <p:cNvCxnSpPr>
            <a:cxnSpLocks/>
          </p:cNvCxnSpPr>
          <p:nvPr/>
        </p:nvCxnSpPr>
        <p:spPr>
          <a:xfrm>
            <a:off x="309150" y="2521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0C3CBE88-4667-E4D4-0047-FDD8C04FD7BF}"/>
              </a:ext>
            </a:extLst>
          </p:cNvPr>
          <p:cNvSpPr txBox="1"/>
          <p:nvPr/>
        </p:nvSpPr>
        <p:spPr>
          <a:xfrm>
            <a:off x="3091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W7 .S3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8E58218-6491-38E4-CDD1-671E0E59E54D}"/>
              </a:ext>
            </a:extLst>
          </p:cNvPr>
          <p:cNvSpPr/>
          <p:nvPr/>
        </p:nvSpPr>
        <p:spPr>
          <a:xfrm>
            <a:off x="309150" y="2755650"/>
            <a:ext cx="864539" cy="359243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001EE560-214A-0CC1-A042-E14940796850}"/>
              </a:ext>
            </a:extLst>
          </p:cNvPr>
          <p:cNvCxnSpPr>
            <a:cxnSpLocks/>
          </p:cNvCxnSpPr>
          <p:nvPr/>
        </p:nvCxnSpPr>
        <p:spPr>
          <a:xfrm>
            <a:off x="309150" y="3349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450B413-783F-59B1-B859-6AC077566C6F}"/>
              </a:ext>
            </a:extLst>
          </p:cNvPr>
          <p:cNvSpPr txBox="1"/>
          <p:nvPr/>
        </p:nvSpPr>
        <p:spPr>
          <a:xfrm>
            <a:off x="3091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W10 .S3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CBF4ED9-6D4A-767C-9E27-2D48514970D8}"/>
              </a:ext>
            </a:extLst>
          </p:cNvPr>
          <p:cNvSpPr/>
          <p:nvPr/>
        </p:nvSpPr>
        <p:spPr>
          <a:xfrm>
            <a:off x="309150" y="3583650"/>
            <a:ext cx="864539" cy="359243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D9F69F7-D7B0-50C9-7E70-B515D340B2AE}"/>
              </a:ext>
            </a:extLst>
          </p:cNvPr>
          <p:cNvCxnSpPr>
            <a:cxnSpLocks/>
          </p:cNvCxnSpPr>
          <p:nvPr/>
        </p:nvCxnSpPr>
        <p:spPr>
          <a:xfrm>
            <a:off x="309150" y="4177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24E7109A-35A4-68CC-6901-2B24E4FC3C03}"/>
              </a:ext>
            </a:extLst>
          </p:cNvPr>
          <p:cNvSpPr txBox="1"/>
          <p:nvPr/>
        </p:nvSpPr>
        <p:spPr>
          <a:xfrm>
            <a:off x="3091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W13 .S3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ED88D69-0661-5EDC-2A38-D0C7B568E114}"/>
              </a:ext>
            </a:extLst>
          </p:cNvPr>
          <p:cNvSpPr/>
          <p:nvPr/>
        </p:nvSpPr>
        <p:spPr>
          <a:xfrm>
            <a:off x="309150" y="4411650"/>
            <a:ext cx="864539" cy="359243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4F6311C-9BD7-EBC3-2ABA-E42A25104F23}"/>
              </a:ext>
            </a:extLst>
          </p:cNvPr>
          <p:cNvCxnSpPr>
            <a:cxnSpLocks/>
          </p:cNvCxnSpPr>
          <p:nvPr/>
        </p:nvCxnSpPr>
        <p:spPr>
          <a:xfrm>
            <a:off x="309150" y="5005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642D0212-280B-3CE2-3420-DDCC1FD3135C}"/>
              </a:ext>
            </a:extLst>
          </p:cNvPr>
          <p:cNvSpPr txBox="1"/>
          <p:nvPr/>
        </p:nvSpPr>
        <p:spPr>
          <a:xfrm>
            <a:off x="3091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W16 .S3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21934E4-3692-D4BB-D4A8-7C642A96CCBC}"/>
              </a:ext>
            </a:extLst>
          </p:cNvPr>
          <p:cNvSpPr/>
          <p:nvPr/>
        </p:nvSpPr>
        <p:spPr>
          <a:xfrm>
            <a:off x="309150" y="5239650"/>
            <a:ext cx="864539" cy="359243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2" name="Straight Connector 511">
            <a:extLst>
              <a:ext uri="{FF2B5EF4-FFF2-40B4-BE49-F238E27FC236}">
                <a16:creationId xmlns:a16="http://schemas.microsoft.com/office/drawing/2014/main" id="{7640B477-99F1-2AA7-CA43-6A01D1233B4A}"/>
              </a:ext>
            </a:extLst>
          </p:cNvPr>
          <p:cNvCxnSpPr>
            <a:cxnSpLocks/>
          </p:cNvCxnSpPr>
          <p:nvPr/>
        </p:nvCxnSpPr>
        <p:spPr>
          <a:xfrm>
            <a:off x="309150" y="5833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3" name="TextBox 512">
            <a:extLst>
              <a:ext uri="{FF2B5EF4-FFF2-40B4-BE49-F238E27FC236}">
                <a16:creationId xmlns:a16="http://schemas.microsoft.com/office/drawing/2014/main" id="{3D724EEA-7F87-CE11-32D2-408A39A5B88C}"/>
              </a:ext>
            </a:extLst>
          </p:cNvPr>
          <p:cNvSpPr txBox="1"/>
          <p:nvPr/>
        </p:nvSpPr>
        <p:spPr>
          <a:xfrm>
            <a:off x="3091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W19 .S3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394AC51B-BCD2-1CF8-8CA4-9EC7CAC3EC5E}"/>
              </a:ext>
            </a:extLst>
          </p:cNvPr>
          <p:cNvSpPr/>
          <p:nvPr/>
        </p:nvSpPr>
        <p:spPr>
          <a:xfrm>
            <a:off x="309150" y="6067650"/>
            <a:ext cx="864539" cy="359243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E91A8625-45EA-38D9-3234-B2B1B024857D}"/>
              </a:ext>
            </a:extLst>
          </p:cNvPr>
          <p:cNvCxnSpPr>
            <a:cxnSpLocks/>
          </p:cNvCxnSpPr>
          <p:nvPr/>
        </p:nvCxnSpPr>
        <p:spPr>
          <a:xfrm>
            <a:off x="309150" y="6661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6" name="TextBox 515">
            <a:extLst>
              <a:ext uri="{FF2B5EF4-FFF2-40B4-BE49-F238E27FC236}">
                <a16:creationId xmlns:a16="http://schemas.microsoft.com/office/drawing/2014/main" id="{603949CE-D23A-2C6E-4C47-AEE068F1FC31}"/>
              </a:ext>
            </a:extLst>
          </p:cNvPr>
          <p:cNvSpPr txBox="1"/>
          <p:nvPr/>
        </p:nvSpPr>
        <p:spPr>
          <a:xfrm>
            <a:off x="3091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W22 .S3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ED3D945F-EADD-9BBD-C61A-53F82A980A5A}"/>
              </a:ext>
            </a:extLst>
          </p:cNvPr>
          <p:cNvSpPr/>
          <p:nvPr/>
        </p:nvSpPr>
        <p:spPr>
          <a:xfrm>
            <a:off x="309150" y="6895650"/>
            <a:ext cx="864539" cy="359243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8" name="Straight Connector 517">
            <a:extLst>
              <a:ext uri="{FF2B5EF4-FFF2-40B4-BE49-F238E27FC236}">
                <a16:creationId xmlns:a16="http://schemas.microsoft.com/office/drawing/2014/main" id="{33282E3C-2DC2-57D2-52F9-457B297D24D8}"/>
              </a:ext>
            </a:extLst>
          </p:cNvPr>
          <p:cNvCxnSpPr>
            <a:cxnSpLocks/>
          </p:cNvCxnSpPr>
          <p:nvPr/>
        </p:nvCxnSpPr>
        <p:spPr>
          <a:xfrm>
            <a:off x="309150" y="7489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9" name="TextBox 518">
            <a:extLst>
              <a:ext uri="{FF2B5EF4-FFF2-40B4-BE49-F238E27FC236}">
                <a16:creationId xmlns:a16="http://schemas.microsoft.com/office/drawing/2014/main" id="{AD7ED372-D0ED-2FA0-17FD-C6E6FD8E428B}"/>
              </a:ext>
            </a:extLst>
          </p:cNvPr>
          <p:cNvSpPr txBox="1"/>
          <p:nvPr/>
        </p:nvSpPr>
        <p:spPr>
          <a:xfrm>
            <a:off x="14935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W2.S3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042680D3-9EDF-CDF9-F955-C9A9127F48B6}"/>
              </a:ext>
            </a:extLst>
          </p:cNvPr>
          <p:cNvSpPr/>
          <p:nvPr/>
        </p:nvSpPr>
        <p:spPr>
          <a:xfrm>
            <a:off x="1493550" y="1099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1" name="Straight Connector 520">
            <a:extLst>
              <a:ext uri="{FF2B5EF4-FFF2-40B4-BE49-F238E27FC236}">
                <a16:creationId xmlns:a16="http://schemas.microsoft.com/office/drawing/2014/main" id="{12D48BC3-0F87-F0C7-7DE5-58145F0CEB76}"/>
              </a:ext>
            </a:extLst>
          </p:cNvPr>
          <p:cNvCxnSpPr>
            <a:cxnSpLocks/>
          </p:cNvCxnSpPr>
          <p:nvPr/>
        </p:nvCxnSpPr>
        <p:spPr>
          <a:xfrm>
            <a:off x="1493550" y="1693876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2" name="TextBox 521">
            <a:extLst>
              <a:ext uri="{FF2B5EF4-FFF2-40B4-BE49-F238E27FC236}">
                <a16:creationId xmlns:a16="http://schemas.microsoft.com/office/drawing/2014/main" id="{3350CFC8-0C36-1CD2-5ED6-650C8D0DE74D}"/>
              </a:ext>
            </a:extLst>
          </p:cNvPr>
          <p:cNvSpPr txBox="1"/>
          <p:nvPr/>
        </p:nvSpPr>
        <p:spPr>
          <a:xfrm>
            <a:off x="14935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W5 .S3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3AA8C6A8-FDB6-AEFD-5F81-D11617197192}"/>
              </a:ext>
            </a:extLst>
          </p:cNvPr>
          <p:cNvSpPr/>
          <p:nvPr/>
        </p:nvSpPr>
        <p:spPr>
          <a:xfrm>
            <a:off x="1493550" y="1927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91B91EE7-37E8-BCDD-4D07-6ADC74679A62}"/>
              </a:ext>
            </a:extLst>
          </p:cNvPr>
          <p:cNvCxnSpPr>
            <a:cxnSpLocks/>
          </p:cNvCxnSpPr>
          <p:nvPr/>
        </p:nvCxnSpPr>
        <p:spPr>
          <a:xfrm>
            <a:off x="1493550" y="2521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5F2517BB-8A1D-894C-2487-35FF1E1A8B0C}"/>
              </a:ext>
            </a:extLst>
          </p:cNvPr>
          <p:cNvSpPr txBox="1"/>
          <p:nvPr/>
        </p:nvSpPr>
        <p:spPr>
          <a:xfrm>
            <a:off x="14935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W8 .S3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6A43F42-F3AA-6467-1020-7D1875486364}"/>
              </a:ext>
            </a:extLst>
          </p:cNvPr>
          <p:cNvSpPr/>
          <p:nvPr/>
        </p:nvSpPr>
        <p:spPr>
          <a:xfrm>
            <a:off x="1493550" y="2755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7F3B5D1B-0A8B-9285-055A-8B401D4BBAE7}"/>
              </a:ext>
            </a:extLst>
          </p:cNvPr>
          <p:cNvCxnSpPr>
            <a:cxnSpLocks/>
          </p:cNvCxnSpPr>
          <p:nvPr/>
        </p:nvCxnSpPr>
        <p:spPr>
          <a:xfrm>
            <a:off x="1493550" y="3349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8" name="TextBox 527">
            <a:extLst>
              <a:ext uri="{FF2B5EF4-FFF2-40B4-BE49-F238E27FC236}">
                <a16:creationId xmlns:a16="http://schemas.microsoft.com/office/drawing/2014/main" id="{94A3B7A0-6B86-8B14-F46D-3A71C58F6AAE}"/>
              </a:ext>
            </a:extLst>
          </p:cNvPr>
          <p:cNvSpPr txBox="1"/>
          <p:nvPr/>
        </p:nvSpPr>
        <p:spPr>
          <a:xfrm>
            <a:off x="14935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W11 .S3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1D49CC78-3B6C-9D38-F31E-B33A611AF4F9}"/>
              </a:ext>
            </a:extLst>
          </p:cNvPr>
          <p:cNvSpPr/>
          <p:nvPr/>
        </p:nvSpPr>
        <p:spPr>
          <a:xfrm>
            <a:off x="1493550" y="3583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D7107CA5-417B-3DCD-41A0-9AD7055507FE}"/>
              </a:ext>
            </a:extLst>
          </p:cNvPr>
          <p:cNvCxnSpPr>
            <a:cxnSpLocks/>
          </p:cNvCxnSpPr>
          <p:nvPr/>
        </p:nvCxnSpPr>
        <p:spPr>
          <a:xfrm>
            <a:off x="1493550" y="4177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1" name="TextBox 530">
            <a:extLst>
              <a:ext uri="{FF2B5EF4-FFF2-40B4-BE49-F238E27FC236}">
                <a16:creationId xmlns:a16="http://schemas.microsoft.com/office/drawing/2014/main" id="{282BB810-C16B-28B5-497D-2FFF59A6E3A5}"/>
              </a:ext>
            </a:extLst>
          </p:cNvPr>
          <p:cNvSpPr txBox="1"/>
          <p:nvPr/>
        </p:nvSpPr>
        <p:spPr>
          <a:xfrm>
            <a:off x="14935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W14 .S3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AB7F70A9-8710-E506-7E32-F00A8AE3CDA4}"/>
              </a:ext>
            </a:extLst>
          </p:cNvPr>
          <p:cNvSpPr/>
          <p:nvPr/>
        </p:nvSpPr>
        <p:spPr>
          <a:xfrm>
            <a:off x="1493550" y="4411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E153806C-C572-E53C-2F2C-72C5E01AAE84}"/>
              </a:ext>
            </a:extLst>
          </p:cNvPr>
          <p:cNvCxnSpPr>
            <a:cxnSpLocks/>
          </p:cNvCxnSpPr>
          <p:nvPr/>
        </p:nvCxnSpPr>
        <p:spPr>
          <a:xfrm>
            <a:off x="1493550" y="5005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4" name="TextBox 533">
            <a:extLst>
              <a:ext uri="{FF2B5EF4-FFF2-40B4-BE49-F238E27FC236}">
                <a16:creationId xmlns:a16="http://schemas.microsoft.com/office/drawing/2014/main" id="{3B079673-5A8E-1564-57D5-FC658CAD8D5F}"/>
              </a:ext>
            </a:extLst>
          </p:cNvPr>
          <p:cNvSpPr txBox="1"/>
          <p:nvPr/>
        </p:nvSpPr>
        <p:spPr>
          <a:xfrm>
            <a:off x="14935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W17 .S3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3FE30F2B-0EDF-91FD-5CB8-0454470127F8}"/>
              </a:ext>
            </a:extLst>
          </p:cNvPr>
          <p:cNvSpPr/>
          <p:nvPr/>
        </p:nvSpPr>
        <p:spPr>
          <a:xfrm>
            <a:off x="1493550" y="5239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6" name="Straight Connector 535">
            <a:extLst>
              <a:ext uri="{FF2B5EF4-FFF2-40B4-BE49-F238E27FC236}">
                <a16:creationId xmlns:a16="http://schemas.microsoft.com/office/drawing/2014/main" id="{189092D4-37E0-5387-FA23-4D09BF4D1238}"/>
              </a:ext>
            </a:extLst>
          </p:cNvPr>
          <p:cNvCxnSpPr>
            <a:cxnSpLocks/>
          </p:cNvCxnSpPr>
          <p:nvPr/>
        </p:nvCxnSpPr>
        <p:spPr>
          <a:xfrm>
            <a:off x="1493550" y="5833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7" name="TextBox 536">
            <a:extLst>
              <a:ext uri="{FF2B5EF4-FFF2-40B4-BE49-F238E27FC236}">
                <a16:creationId xmlns:a16="http://schemas.microsoft.com/office/drawing/2014/main" id="{3A968815-A7A5-78D0-5438-C365F41ADF00}"/>
              </a:ext>
            </a:extLst>
          </p:cNvPr>
          <p:cNvSpPr txBox="1"/>
          <p:nvPr/>
        </p:nvSpPr>
        <p:spPr>
          <a:xfrm>
            <a:off x="14935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W20 .S3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296C746E-0F06-7862-BB1F-35451CBCFDC7}"/>
              </a:ext>
            </a:extLst>
          </p:cNvPr>
          <p:cNvSpPr/>
          <p:nvPr/>
        </p:nvSpPr>
        <p:spPr>
          <a:xfrm>
            <a:off x="1493550" y="6067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18C8FA90-0A7B-ED1A-D9BA-CE343505EEE2}"/>
              </a:ext>
            </a:extLst>
          </p:cNvPr>
          <p:cNvCxnSpPr>
            <a:cxnSpLocks/>
          </p:cNvCxnSpPr>
          <p:nvPr/>
        </p:nvCxnSpPr>
        <p:spPr>
          <a:xfrm>
            <a:off x="1493550" y="6661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6A273E37-5095-AAD6-2C66-B486775EF45A}"/>
              </a:ext>
            </a:extLst>
          </p:cNvPr>
          <p:cNvSpPr txBox="1"/>
          <p:nvPr/>
        </p:nvSpPr>
        <p:spPr>
          <a:xfrm>
            <a:off x="14935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W23 .S3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CF63436-6433-76C6-A017-3F48D7FC9B59}"/>
              </a:ext>
            </a:extLst>
          </p:cNvPr>
          <p:cNvSpPr/>
          <p:nvPr/>
        </p:nvSpPr>
        <p:spPr>
          <a:xfrm>
            <a:off x="1493550" y="6895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C0E12CD-D7D5-7AFC-13D3-79B5687F189F}"/>
              </a:ext>
            </a:extLst>
          </p:cNvPr>
          <p:cNvCxnSpPr>
            <a:cxnSpLocks/>
          </p:cNvCxnSpPr>
          <p:nvPr/>
        </p:nvCxnSpPr>
        <p:spPr>
          <a:xfrm>
            <a:off x="1493550" y="7489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77BBB1C2-46B8-5847-BA13-400DABF999F2}"/>
              </a:ext>
            </a:extLst>
          </p:cNvPr>
          <p:cNvSpPr txBox="1"/>
          <p:nvPr/>
        </p:nvSpPr>
        <p:spPr>
          <a:xfrm>
            <a:off x="26779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W3.S3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38AD03C9-AF0D-F736-B726-8CE960437676}"/>
              </a:ext>
            </a:extLst>
          </p:cNvPr>
          <p:cNvSpPr/>
          <p:nvPr/>
        </p:nvSpPr>
        <p:spPr>
          <a:xfrm>
            <a:off x="2677950" y="1099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6DFC46D1-CE2F-EC8E-59D0-5824909B2C44}"/>
              </a:ext>
            </a:extLst>
          </p:cNvPr>
          <p:cNvCxnSpPr>
            <a:cxnSpLocks/>
          </p:cNvCxnSpPr>
          <p:nvPr/>
        </p:nvCxnSpPr>
        <p:spPr>
          <a:xfrm>
            <a:off x="2677950" y="1693876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503BE9AE-8A55-5741-5653-66A14EEB9A70}"/>
              </a:ext>
            </a:extLst>
          </p:cNvPr>
          <p:cNvSpPr txBox="1"/>
          <p:nvPr/>
        </p:nvSpPr>
        <p:spPr>
          <a:xfrm>
            <a:off x="26779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W6 .S3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4725BE75-5C82-8050-2221-2D3D680E325B}"/>
              </a:ext>
            </a:extLst>
          </p:cNvPr>
          <p:cNvSpPr/>
          <p:nvPr/>
        </p:nvSpPr>
        <p:spPr>
          <a:xfrm>
            <a:off x="2677950" y="1927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C0A9663E-E5CC-AB5D-7429-07A6A396B986}"/>
              </a:ext>
            </a:extLst>
          </p:cNvPr>
          <p:cNvCxnSpPr>
            <a:cxnSpLocks/>
          </p:cNvCxnSpPr>
          <p:nvPr/>
        </p:nvCxnSpPr>
        <p:spPr>
          <a:xfrm>
            <a:off x="2677950" y="2521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9" name="TextBox 348">
            <a:extLst>
              <a:ext uri="{FF2B5EF4-FFF2-40B4-BE49-F238E27FC236}">
                <a16:creationId xmlns:a16="http://schemas.microsoft.com/office/drawing/2014/main" id="{8B8B37C6-F9EB-565B-1822-0A9D2811F0C7}"/>
              </a:ext>
            </a:extLst>
          </p:cNvPr>
          <p:cNvSpPr txBox="1"/>
          <p:nvPr/>
        </p:nvSpPr>
        <p:spPr>
          <a:xfrm>
            <a:off x="26779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W9 .S3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E114BF37-9B12-DA31-05D4-D35700974670}"/>
              </a:ext>
            </a:extLst>
          </p:cNvPr>
          <p:cNvSpPr/>
          <p:nvPr/>
        </p:nvSpPr>
        <p:spPr>
          <a:xfrm>
            <a:off x="2677950" y="2755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8BABE2F7-FA07-4BCB-2584-F149DA31A08D}"/>
              </a:ext>
            </a:extLst>
          </p:cNvPr>
          <p:cNvCxnSpPr>
            <a:cxnSpLocks/>
          </p:cNvCxnSpPr>
          <p:nvPr/>
        </p:nvCxnSpPr>
        <p:spPr>
          <a:xfrm>
            <a:off x="2677950" y="3349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2" name="TextBox 351">
            <a:extLst>
              <a:ext uri="{FF2B5EF4-FFF2-40B4-BE49-F238E27FC236}">
                <a16:creationId xmlns:a16="http://schemas.microsoft.com/office/drawing/2014/main" id="{6EF494CA-750A-1301-C447-FD432E7315AA}"/>
              </a:ext>
            </a:extLst>
          </p:cNvPr>
          <p:cNvSpPr txBox="1"/>
          <p:nvPr/>
        </p:nvSpPr>
        <p:spPr>
          <a:xfrm>
            <a:off x="26779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W12 .S3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44312BAF-6D62-FC43-1937-B41D800658A6}"/>
              </a:ext>
            </a:extLst>
          </p:cNvPr>
          <p:cNvSpPr/>
          <p:nvPr/>
        </p:nvSpPr>
        <p:spPr>
          <a:xfrm>
            <a:off x="2677950" y="3583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56F12374-73FC-9602-34D0-5C6F7A84C098}"/>
              </a:ext>
            </a:extLst>
          </p:cNvPr>
          <p:cNvCxnSpPr>
            <a:cxnSpLocks/>
          </p:cNvCxnSpPr>
          <p:nvPr/>
        </p:nvCxnSpPr>
        <p:spPr>
          <a:xfrm>
            <a:off x="2677950" y="4177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D241576-14C6-A3B9-E31E-E820A63511E9}"/>
              </a:ext>
            </a:extLst>
          </p:cNvPr>
          <p:cNvSpPr txBox="1"/>
          <p:nvPr/>
        </p:nvSpPr>
        <p:spPr>
          <a:xfrm>
            <a:off x="26779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W15 .S3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6E994360-8A84-1533-5103-D1EB907ABE22}"/>
              </a:ext>
            </a:extLst>
          </p:cNvPr>
          <p:cNvSpPr/>
          <p:nvPr/>
        </p:nvSpPr>
        <p:spPr>
          <a:xfrm>
            <a:off x="2677950" y="4411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B3A1EB9E-7E28-2F76-65E3-4888131E4A8B}"/>
              </a:ext>
            </a:extLst>
          </p:cNvPr>
          <p:cNvCxnSpPr>
            <a:cxnSpLocks/>
          </p:cNvCxnSpPr>
          <p:nvPr/>
        </p:nvCxnSpPr>
        <p:spPr>
          <a:xfrm>
            <a:off x="2677950" y="5005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5" name="TextBox 414">
            <a:extLst>
              <a:ext uri="{FF2B5EF4-FFF2-40B4-BE49-F238E27FC236}">
                <a16:creationId xmlns:a16="http://schemas.microsoft.com/office/drawing/2014/main" id="{B975BD29-C05A-9378-CEFB-4EB70D81EA7B}"/>
              </a:ext>
            </a:extLst>
          </p:cNvPr>
          <p:cNvSpPr txBox="1"/>
          <p:nvPr/>
        </p:nvSpPr>
        <p:spPr>
          <a:xfrm>
            <a:off x="26779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W18 .S3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1B689278-8694-0CAA-B8E6-3F88A918B9F5}"/>
              </a:ext>
            </a:extLst>
          </p:cNvPr>
          <p:cNvSpPr/>
          <p:nvPr/>
        </p:nvSpPr>
        <p:spPr>
          <a:xfrm>
            <a:off x="2677950" y="5239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E3804BB1-65B8-2496-20AB-BFA234216F89}"/>
              </a:ext>
            </a:extLst>
          </p:cNvPr>
          <p:cNvCxnSpPr>
            <a:cxnSpLocks/>
          </p:cNvCxnSpPr>
          <p:nvPr/>
        </p:nvCxnSpPr>
        <p:spPr>
          <a:xfrm>
            <a:off x="2677950" y="5833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8" name="TextBox 417">
            <a:extLst>
              <a:ext uri="{FF2B5EF4-FFF2-40B4-BE49-F238E27FC236}">
                <a16:creationId xmlns:a16="http://schemas.microsoft.com/office/drawing/2014/main" id="{64DBDE39-5798-79A7-3DB6-487C582DBBC6}"/>
              </a:ext>
            </a:extLst>
          </p:cNvPr>
          <p:cNvSpPr txBox="1"/>
          <p:nvPr/>
        </p:nvSpPr>
        <p:spPr>
          <a:xfrm>
            <a:off x="26779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W21 .S3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E1FF5569-072D-0726-5CAA-F03FF5C81F7E}"/>
              </a:ext>
            </a:extLst>
          </p:cNvPr>
          <p:cNvSpPr/>
          <p:nvPr/>
        </p:nvSpPr>
        <p:spPr>
          <a:xfrm>
            <a:off x="2677950" y="6067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F0FFA49F-59F7-E2C0-65F7-728F38638FB9}"/>
              </a:ext>
            </a:extLst>
          </p:cNvPr>
          <p:cNvCxnSpPr>
            <a:cxnSpLocks/>
          </p:cNvCxnSpPr>
          <p:nvPr/>
        </p:nvCxnSpPr>
        <p:spPr>
          <a:xfrm>
            <a:off x="2677950" y="6661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1" name="TextBox 420">
            <a:extLst>
              <a:ext uri="{FF2B5EF4-FFF2-40B4-BE49-F238E27FC236}">
                <a16:creationId xmlns:a16="http://schemas.microsoft.com/office/drawing/2014/main" id="{A768BDBA-BA57-90AB-0457-875463BE6F1D}"/>
              </a:ext>
            </a:extLst>
          </p:cNvPr>
          <p:cNvSpPr txBox="1"/>
          <p:nvPr/>
        </p:nvSpPr>
        <p:spPr>
          <a:xfrm>
            <a:off x="26779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W24 .S3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1DB9D39E-10F9-29D2-A12D-DB5C9282C346}"/>
              </a:ext>
            </a:extLst>
          </p:cNvPr>
          <p:cNvSpPr/>
          <p:nvPr/>
        </p:nvSpPr>
        <p:spPr>
          <a:xfrm>
            <a:off x="2677950" y="6895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7CC28755-A2BF-5DEE-175B-0A98DBF1A762}"/>
              </a:ext>
            </a:extLst>
          </p:cNvPr>
          <p:cNvCxnSpPr>
            <a:cxnSpLocks/>
          </p:cNvCxnSpPr>
          <p:nvPr/>
        </p:nvCxnSpPr>
        <p:spPr>
          <a:xfrm>
            <a:off x="2677950" y="7489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4" name="TextBox 423">
            <a:extLst>
              <a:ext uri="{FF2B5EF4-FFF2-40B4-BE49-F238E27FC236}">
                <a16:creationId xmlns:a16="http://schemas.microsoft.com/office/drawing/2014/main" id="{A88A4D25-3AE1-B029-C525-B7B79C437892}"/>
              </a:ext>
            </a:extLst>
          </p:cNvPr>
          <p:cNvSpPr txBox="1"/>
          <p:nvPr/>
        </p:nvSpPr>
        <p:spPr>
          <a:xfrm>
            <a:off x="38623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R1.S3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58DB5F0-E975-6F2A-9B59-07EDE76A782B}"/>
              </a:ext>
            </a:extLst>
          </p:cNvPr>
          <p:cNvSpPr/>
          <p:nvPr/>
        </p:nvSpPr>
        <p:spPr>
          <a:xfrm>
            <a:off x="3862350" y="1099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C585986E-DEB4-3858-07BC-2783AA86452A}"/>
              </a:ext>
            </a:extLst>
          </p:cNvPr>
          <p:cNvCxnSpPr>
            <a:cxnSpLocks/>
          </p:cNvCxnSpPr>
          <p:nvPr/>
        </p:nvCxnSpPr>
        <p:spPr>
          <a:xfrm>
            <a:off x="3862350" y="1693876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7" name="TextBox 426">
            <a:extLst>
              <a:ext uri="{FF2B5EF4-FFF2-40B4-BE49-F238E27FC236}">
                <a16:creationId xmlns:a16="http://schemas.microsoft.com/office/drawing/2014/main" id="{1955444D-E461-1EF9-56AC-8EBCEFA522AD}"/>
              </a:ext>
            </a:extLst>
          </p:cNvPr>
          <p:cNvSpPr txBox="1"/>
          <p:nvPr/>
        </p:nvSpPr>
        <p:spPr>
          <a:xfrm>
            <a:off x="38623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R2 .S3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C1EA3464-781A-E8EF-E848-362F04BC2BBE}"/>
              </a:ext>
            </a:extLst>
          </p:cNvPr>
          <p:cNvSpPr/>
          <p:nvPr/>
        </p:nvSpPr>
        <p:spPr>
          <a:xfrm>
            <a:off x="3862350" y="1927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9" name="Straight Connector 428">
            <a:extLst>
              <a:ext uri="{FF2B5EF4-FFF2-40B4-BE49-F238E27FC236}">
                <a16:creationId xmlns:a16="http://schemas.microsoft.com/office/drawing/2014/main" id="{D64137C8-5E42-FC64-F7AB-1F726C34589F}"/>
              </a:ext>
            </a:extLst>
          </p:cNvPr>
          <p:cNvCxnSpPr>
            <a:cxnSpLocks/>
          </p:cNvCxnSpPr>
          <p:nvPr/>
        </p:nvCxnSpPr>
        <p:spPr>
          <a:xfrm>
            <a:off x="3862350" y="2521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0" name="TextBox 429">
            <a:extLst>
              <a:ext uri="{FF2B5EF4-FFF2-40B4-BE49-F238E27FC236}">
                <a16:creationId xmlns:a16="http://schemas.microsoft.com/office/drawing/2014/main" id="{05869C09-8E25-6FC6-E6B1-68FDF8939DFF}"/>
              </a:ext>
            </a:extLst>
          </p:cNvPr>
          <p:cNvSpPr txBox="1"/>
          <p:nvPr/>
        </p:nvSpPr>
        <p:spPr>
          <a:xfrm>
            <a:off x="38623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R3 .S3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71D53725-646B-7BE3-6E8E-8A7957BEA67C}"/>
              </a:ext>
            </a:extLst>
          </p:cNvPr>
          <p:cNvSpPr/>
          <p:nvPr/>
        </p:nvSpPr>
        <p:spPr>
          <a:xfrm>
            <a:off x="3862350" y="2755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E2005BDF-4DF3-4340-923E-2188447D1760}"/>
              </a:ext>
            </a:extLst>
          </p:cNvPr>
          <p:cNvCxnSpPr>
            <a:cxnSpLocks/>
          </p:cNvCxnSpPr>
          <p:nvPr/>
        </p:nvCxnSpPr>
        <p:spPr>
          <a:xfrm>
            <a:off x="3862350" y="3349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3" name="TextBox 432">
            <a:extLst>
              <a:ext uri="{FF2B5EF4-FFF2-40B4-BE49-F238E27FC236}">
                <a16:creationId xmlns:a16="http://schemas.microsoft.com/office/drawing/2014/main" id="{E454BE81-E277-9105-32F3-63E1D8B6C270}"/>
              </a:ext>
            </a:extLst>
          </p:cNvPr>
          <p:cNvSpPr txBox="1"/>
          <p:nvPr/>
        </p:nvSpPr>
        <p:spPr>
          <a:xfrm>
            <a:off x="38623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R4 .S3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A60ADC57-C360-D193-5EDF-880FA4C0C846}"/>
              </a:ext>
            </a:extLst>
          </p:cNvPr>
          <p:cNvSpPr/>
          <p:nvPr/>
        </p:nvSpPr>
        <p:spPr>
          <a:xfrm>
            <a:off x="3862350" y="3583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D0752CA8-5184-1208-45A1-520D302DD028}"/>
              </a:ext>
            </a:extLst>
          </p:cNvPr>
          <p:cNvCxnSpPr>
            <a:cxnSpLocks/>
          </p:cNvCxnSpPr>
          <p:nvPr/>
        </p:nvCxnSpPr>
        <p:spPr>
          <a:xfrm>
            <a:off x="3862350" y="4177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6" name="TextBox 435">
            <a:extLst>
              <a:ext uri="{FF2B5EF4-FFF2-40B4-BE49-F238E27FC236}">
                <a16:creationId xmlns:a16="http://schemas.microsoft.com/office/drawing/2014/main" id="{C0F2D8DD-D3E3-0825-FC43-3A32B36CBAE6}"/>
              </a:ext>
            </a:extLst>
          </p:cNvPr>
          <p:cNvSpPr txBox="1"/>
          <p:nvPr/>
        </p:nvSpPr>
        <p:spPr>
          <a:xfrm>
            <a:off x="38623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R5 .S3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3A858FD4-F6E8-BA92-ED64-8007716BCF7C}"/>
              </a:ext>
            </a:extLst>
          </p:cNvPr>
          <p:cNvSpPr/>
          <p:nvPr/>
        </p:nvSpPr>
        <p:spPr>
          <a:xfrm>
            <a:off x="3862350" y="4411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8" name="Straight Connector 437">
            <a:extLst>
              <a:ext uri="{FF2B5EF4-FFF2-40B4-BE49-F238E27FC236}">
                <a16:creationId xmlns:a16="http://schemas.microsoft.com/office/drawing/2014/main" id="{925569E6-174C-6D37-B723-99F89C5F9F75}"/>
              </a:ext>
            </a:extLst>
          </p:cNvPr>
          <p:cNvCxnSpPr>
            <a:cxnSpLocks/>
          </p:cNvCxnSpPr>
          <p:nvPr/>
        </p:nvCxnSpPr>
        <p:spPr>
          <a:xfrm>
            <a:off x="3862350" y="5005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9" name="TextBox 438">
            <a:extLst>
              <a:ext uri="{FF2B5EF4-FFF2-40B4-BE49-F238E27FC236}">
                <a16:creationId xmlns:a16="http://schemas.microsoft.com/office/drawing/2014/main" id="{43A55F78-372E-1EBA-570D-7182F83C86E9}"/>
              </a:ext>
            </a:extLst>
          </p:cNvPr>
          <p:cNvSpPr txBox="1"/>
          <p:nvPr/>
        </p:nvSpPr>
        <p:spPr>
          <a:xfrm>
            <a:off x="38623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R6 .S3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9D8FE3C2-2C22-C93B-CA14-ABC5B6A0BD0D}"/>
              </a:ext>
            </a:extLst>
          </p:cNvPr>
          <p:cNvSpPr/>
          <p:nvPr/>
        </p:nvSpPr>
        <p:spPr>
          <a:xfrm>
            <a:off x="3862350" y="5239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1" name="Straight Connector 440">
            <a:extLst>
              <a:ext uri="{FF2B5EF4-FFF2-40B4-BE49-F238E27FC236}">
                <a16:creationId xmlns:a16="http://schemas.microsoft.com/office/drawing/2014/main" id="{CC136B91-6293-4455-175D-FCBFA0E3672B}"/>
              </a:ext>
            </a:extLst>
          </p:cNvPr>
          <p:cNvCxnSpPr>
            <a:cxnSpLocks/>
          </p:cNvCxnSpPr>
          <p:nvPr/>
        </p:nvCxnSpPr>
        <p:spPr>
          <a:xfrm>
            <a:off x="3862350" y="5833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2" name="TextBox 441">
            <a:extLst>
              <a:ext uri="{FF2B5EF4-FFF2-40B4-BE49-F238E27FC236}">
                <a16:creationId xmlns:a16="http://schemas.microsoft.com/office/drawing/2014/main" id="{9E91FB3A-FBF3-CE93-D332-C16F98D7BE90}"/>
              </a:ext>
            </a:extLst>
          </p:cNvPr>
          <p:cNvSpPr txBox="1"/>
          <p:nvPr/>
        </p:nvSpPr>
        <p:spPr>
          <a:xfrm>
            <a:off x="38623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R7 .S3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961136E8-02AE-3526-14C8-E86D5F163F3D}"/>
              </a:ext>
            </a:extLst>
          </p:cNvPr>
          <p:cNvSpPr/>
          <p:nvPr/>
        </p:nvSpPr>
        <p:spPr>
          <a:xfrm>
            <a:off x="3862350" y="6067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E439793-35EB-D339-BBA2-A4516862519D}"/>
              </a:ext>
            </a:extLst>
          </p:cNvPr>
          <p:cNvCxnSpPr>
            <a:cxnSpLocks/>
          </p:cNvCxnSpPr>
          <p:nvPr/>
        </p:nvCxnSpPr>
        <p:spPr>
          <a:xfrm>
            <a:off x="3862350" y="6661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5" name="TextBox 444">
            <a:extLst>
              <a:ext uri="{FF2B5EF4-FFF2-40B4-BE49-F238E27FC236}">
                <a16:creationId xmlns:a16="http://schemas.microsoft.com/office/drawing/2014/main" id="{AA9A1224-B751-F6A9-F605-3EDBE5FAD7E6}"/>
              </a:ext>
            </a:extLst>
          </p:cNvPr>
          <p:cNvSpPr txBox="1"/>
          <p:nvPr/>
        </p:nvSpPr>
        <p:spPr>
          <a:xfrm>
            <a:off x="38623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R8 .S3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0D1A235E-1D39-29E6-74FA-93674D0109F1}"/>
              </a:ext>
            </a:extLst>
          </p:cNvPr>
          <p:cNvSpPr/>
          <p:nvPr/>
        </p:nvSpPr>
        <p:spPr>
          <a:xfrm>
            <a:off x="3862350" y="6895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96D34CC9-70F7-33F4-7FDE-27A8A3C421D4}"/>
              </a:ext>
            </a:extLst>
          </p:cNvPr>
          <p:cNvCxnSpPr>
            <a:cxnSpLocks/>
          </p:cNvCxnSpPr>
          <p:nvPr/>
        </p:nvCxnSpPr>
        <p:spPr>
          <a:xfrm>
            <a:off x="3862350" y="7489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4" name="TextBox 703">
            <a:extLst>
              <a:ext uri="{FF2B5EF4-FFF2-40B4-BE49-F238E27FC236}">
                <a16:creationId xmlns:a16="http://schemas.microsoft.com/office/drawing/2014/main" id="{8983B472-727E-1058-87A2-3F5F7DB073EC}"/>
              </a:ext>
            </a:extLst>
          </p:cNvPr>
          <p:cNvSpPr txBox="1"/>
          <p:nvPr/>
        </p:nvSpPr>
        <p:spPr>
          <a:xfrm>
            <a:off x="5046750" y="901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MA1.S3</a:t>
            </a:r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19008F83-EF8C-F70A-8423-0BA031808573}"/>
              </a:ext>
            </a:extLst>
          </p:cNvPr>
          <p:cNvSpPr/>
          <p:nvPr/>
        </p:nvSpPr>
        <p:spPr>
          <a:xfrm>
            <a:off x="5046750" y="109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8" name="TextBox 727">
            <a:extLst>
              <a:ext uri="{FF2B5EF4-FFF2-40B4-BE49-F238E27FC236}">
                <a16:creationId xmlns:a16="http://schemas.microsoft.com/office/drawing/2014/main" id="{76224589-00BD-64F8-724D-D369C28DD161}"/>
              </a:ext>
            </a:extLst>
          </p:cNvPr>
          <p:cNvSpPr txBox="1"/>
          <p:nvPr/>
        </p:nvSpPr>
        <p:spPr>
          <a:xfrm>
            <a:off x="5939550" y="901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MB1.S3</a:t>
            </a:r>
          </a:p>
        </p:txBody>
      </p:sp>
      <p:sp>
        <p:nvSpPr>
          <p:cNvPr id="729" name="Rectangle 728">
            <a:extLst>
              <a:ext uri="{FF2B5EF4-FFF2-40B4-BE49-F238E27FC236}">
                <a16:creationId xmlns:a16="http://schemas.microsoft.com/office/drawing/2014/main" id="{DF69A9A0-03B2-61F7-70B4-5B21B9D3ABFD}"/>
              </a:ext>
            </a:extLst>
          </p:cNvPr>
          <p:cNvSpPr/>
          <p:nvPr/>
        </p:nvSpPr>
        <p:spPr>
          <a:xfrm>
            <a:off x="5939550" y="109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2" name="TextBox 751">
            <a:extLst>
              <a:ext uri="{FF2B5EF4-FFF2-40B4-BE49-F238E27FC236}">
                <a16:creationId xmlns:a16="http://schemas.microsoft.com/office/drawing/2014/main" id="{AD42C5C1-6902-4F5D-E7BD-21CB422CD950}"/>
              </a:ext>
            </a:extLst>
          </p:cNvPr>
          <p:cNvSpPr txBox="1"/>
          <p:nvPr/>
        </p:nvSpPr>
        <p:spPr>
          <a:xfrm>
            <a:off x="5046750" y="1729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MA2.S3</a:t>
            </a:r>
          </a:p>
        </p:txBody>
      </p:sp>
      <p:sp>
        <p:nvSpPr>
          <p:cNvPr id="753" name="Rectangle 752">
            <a:extLst>
              <a:ext uri="{FF2B5EF4-FFF2-40B4-BE49-F238E27FC236}">
                <a16:creationId xmlns:a16="http://schemas.microsoft.com/office/drawing/2014/main" id="{F023449B-7F9B-D0D2-20F6-CF6853D3346A}"/>
              </a:ext>
            </a:extLst>
          </p:cNvPr>
          <p:cNvSpPr/>
          <p:nvPr/>
        </p:nvSpPr>
        <p:spPr>
          <a:xfrm>
            <a:off x="5046750" y="192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4" name="TextBox 753">
            <a:extLst>
              <a:ext uri="{FF2B5EF4-FFF2-40B4-BE49-F238E27FC236}">
                <a16:creationId xmlns:a16="http://schemas.microsoft.com/office/drawing/2014/main" id="{DB570419-D4C9-9B04-65D3-C10AB7A366E9}"/>
              </a:ext>
            </a:extLst>
          </p:cNvPr>
          <p:cNvSpPr txBox="1"/>
          <p:nvPr/>
        </p:nvSpPr>
        <p:spPr>
          <a:xfrm>
            <a:off x="5939550" y="1729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MB2.S3</a:t>
            </a:r>
          </a:p>
        </p:txBody>
      </p:sp>
      <p:sp>
        <p:nvSpPr>
          <p:cNvPr id="755" name="Rectangle 754">
            <a:extLst>
              <a:ext uri="{FF2B5EF4-FFF2-40B4-BE49-F238E27FC236}">
                <a16:creationId xmlns:a16="http://schemas.microsoft.com/office/drawing/2014/main" id="{DC9C8C60-6FBF-306D-ADCE-31E7A5ECB7F5}"/>
              </a:ext>
            </a:extLst>
          </p:cNvPr>
          <p:cNvSpPr/>
          <p:nvPr/>
        </p:nvSpPr>
        <p:spPr>
          <a:xfrm>
            <a:off x="5939550" y="192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6" name="TextBox 755">
            <a:extLst>
              <a:ext uri="{FF2B5EF4-FFF2-40B4-BE49-F238E27FC236}">
                <a16:creationId xmlns:a16="http://schemas.microsoft.com/office/drawing/2014/main" id="{E30EFCB3-ABBA-4D37-B5CE-10316E10E2C9}"/>
              </a:ext>
            </a:extLst>
          </p:cNvPr>
          <p:cNvSpPr txBox="1"/>
          <p:nvPr/>
        </p:nvSpPr>
        <p:spPr>
          <a:xfrm>
            <a:off x="5046750" y="2557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MA3.S3</a:t>
            </a:r>
          </a:p>
        </p:txBody>
      </p:sp>
      <p:sp>
        <p:nvSpPr>
          <p:cNvPr id="757" name="Rectangle 756">
            <a:extLst>
              <a:ext uri="{FF2B5EF4-FFF2-40B4-BE49-F238E27FC236}">
                <a16:creationId xmlns:a16="http://schemas.microsoft.com/office/drawing/2014/main" id="{8C3BA1DA-790B-ED6C-BE20-4BC287ACE17E}"/>
              </a:ext>
            </a:extLst>
          </p:cNvPr>
          <p:cNvSpPr/>
          <p:nvPr/>
        </p:nvSpPr>
        <p:spPr>
          <a:xfrm>
            <a:off x="5046750" y="275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8" name="TextBox 757">
            <a:extLst>
              <a:ext uri="{FF2B5EF4-FFF2-40B4-BE49-F238E27FC236}">
                <a16:creationId xmlns:a16="http://schemas.microsoft.com/office/drawing/2014/main" id="{920866A8-AD16-4EA7-1F1A-0B2D7AE4EECB}"/>
              </a:ext>
            </a:extLst>
          </p:cNvPr>
          <p:cNvSpPr txBox="1"/>
          <p:nvPr/>
        </p:nvSpPr>
        <p:spPr>
          <a:xfrm>
            <a:off x="5939550" y="2557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MB3.S3</a:t>
            </a:r>
          </a:p>
        </p:txBody>
      </p:sp>
      <p:sp>
        <p:nvSpPr>
          <p:cNvPr id="759" name="Rectangle 758">
            <a:extLst>
              <a:ext uri="{FF2B5EF4-FFF2-40B4-BE49-F238E27FC236}">
                <a16:creationId xmlns:a16="http://schemas.microsoft.com/office/drawing/2014/main" id="{9FB39B48-A92D-8AB7-DF28-C0409D8D1D74}"/>
              </a:ext>
            </a:extLst>
          </p:cNvPr>
          <p:cNvSpPr/>
          <p:nvPr/>
        </p:nvSpPr>
        <p:spPr>
          <a:xfrm>
            <a:off x="5939550" y="275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0" name="TextBox 759">
            <a:extLst>
              <a:ext uri="{FF2B5EF4-FFF2-40B4-BE49-F238E27FC236}">
                <a16:creationId xmlns:a16="http://schemas.microsoft.com/office/drawing/2014/main" id="{5DF19EC2-8CDA-2C09-DD6A-0A23CBE4F44F}"/>
              </a:ext>
            </a:extLst>
          </p:cNvPr>
          <p:cNvSpPr txBox="1"/>
          <p:nvPr/>
        </p:nvSpPr>
        <p:spPr>
          <a:xfrm>
            <a:off x="5046750" y="3385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MA4.S3</a:t>
            </a:r>
          </a:p>
        </p:txBody>
      </p:sp>
      <p:sp>
        <p:nvSpPr>
          <p:cNvPr id="761" name="Rectangle 760">
            <a:extLst>
              <a:ext uri="{FF2B5EF4-FFF2-40B4-BE49-F238E27FC236}">
                <a16:creationId xmlns:a16="http://schemas.microsoft.com/office/drawing/2014/main" id="{1670BF6A-07E3-6817-4D72-3CFB83C28AA3}"/>
              </a:ext>
            </a:extLst>
          </p:cNvPr>
          <p:cNvSpPr/>
          <p:nvPr/>
        </p:nvSpPr>
        <p:spPr>
          <a:xfrm>
            <a:off x="5046750" y="3583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2" name="TextBox 761">
            <a:extLst>
              <a:ext uri="{FF2B5EF4-FFF2-40B4-BE49-F238E27FC236}">
                <a16:creationId xmlns:a16="http://schemas.microsoft.com/office/drawing/2014/main" id="{149FB4A4-8461-6DED-2E02-8469F96B4E71}"/>
              </a:ext>
            </a:extLst>
          </p:cNvPr>
          <p:cNvSpPr txBox="1"/>
          <p:nvPr/>
        </p:nvSpPr>
        <p:spPr>
          <a:xfrm>
            <a:off x="5939550" y="3385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MB4.S3</a:t>
            </a:r>
          </a:p>
        </p:txBody>
      </p:sp>
      <p:sp>
        <p:nvSpPr>
          <p:cNvPr id="763" name="Rectangle 762">
            <a:extLst>
              <a:ext uri="{FF2B5EF4-FFF2-40B4-BE49-F238E27FC236}">
                <a16:creationId xmlns:a16="http://schemas.microsoft.com/office/drawing/2014/main" id="{CB68A140-366D-FE43-8F9B-BE5F11150980}"/>
              </a:ext>
            </a:extLst>
          </p:cNvPr>
          <p:cNvSpPr/>
          <p:nvPr/>
        </p:nvSpPr>
        <p:spPr>
          <a:xfrm>
            <a:off x="5939550" y="3583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4" name="TextBox 763">
            <a:extLst>
              <a:ext uri="{FF2B5EF4-FFF2-40B4-BE49-F238E27FC236}">
                <a16:creationId xmlns:a16="http://schemas.microsoft.com/office/drawing/2014/main" id="{411E2BB3-A5A9-A72F-C3F9-CD6BEBDC0207}"/>
              </a:ext>
            </a:extLst>
          </p:cNvPr>
          <p:cNvSpPr txBox="1"/>
          <p:nvPr/>
        </p:nvSpPr>
        <p:spPr>
          <a:xfrm>
            <a:off x="5046750" y="4213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MA5.S3</a:t>
            </a:r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A594BEB-5841-4A23-F9AD-4498D695E4F8}"/>
              </a:ext>
            </a:extLst>
          </p:cNvPr>
          <p:cNvSpPr/>
          <p:nvPr/>
        </p:nvSpPr>
        <p:spPr>
          <a:xfrm>
            <a:off x="5046750" y="4411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6" name="TextBox 765">
            <a:extLst>
              <a:ext uri="{FF2B5EF4-FFF2-40B4-BE49-F238E27FC236}">
                <a16:creationId xmlns:a16="http://schemas.microsoft.com/office/drawing/2014/main" id="{EB492849-F3E1-71BB-4049-94642CE4617C}"/>
              </a:ext>
            </a:extLst>
          </p:cNvPr>
          <p:cNvSpPr txBox="1"/>
          <p:nvPr/>
        </p:nvSpPr>
        <p:spPr>
          <a:xfrm>
            <a:off x="5939550" y="4213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MB5.S3</a:t>
            </a:r>
          </a:p>
        </p:txBody>
      </p:sp>
      <p:sp>
        <p:nvSpPr>
          <p:cNvPr id="767" name="Rectangle 766">
            <a:extLst>
              <a:ext uri="{FF2B5EF4-FFF2-40B4-BE49-F238E27FC236}">
                <a16:creationId xmlns:a16="http://schemas.microsoft.com/office/drawing/2014/main" id="{CB225065-2256-815C-B8B2-376B7A3B745E}"/>
              </a:ext>
            </a:extLst>
          </p:cNvPr>
          <p:cNvSpPr/>
          <p:nvPr/>
        </p:nvSpPr>
        <p:spPr>
          <a:xfrm>
            <a:off x="5939550" y="4411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8" name="TextBox 767">
            <a:extLst>
              <a:ext uri="{FF2B5EF4-FFF2-40B4-BE49-F238E27FC236}">
                <a16:creationId xmlns:a16="http://schemas.microsoft.com/office/drawing/2014/main" id="{3D247387-8C73-0AF2-EA72-679B74835764}"/>
              </a:ext>
            </a:extLst>
          </p:cNvPr>
          <p:cNvSpPr txBox="1"/>
          <p:nvPr/>
        </p:nvSpPr>
        <p:spPr>
          <a:xfrm>
            <a:off x="5046750" y="5041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MA6.S3</a:t>
            </a:r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F49E4B41-FD10-AE20-46E8-44B31EF56F42}"/>
              </a:ext>
            </a:extLst>
          </p:cNvPr>
          <p:cNvSpPr/>
          <p:nvPr/>
        </p:nvSpPr>
        <p:spPr>
          <a:xfrm>
            <a:off x="5046750" y="523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0" name="TextBox 769">
            <a:extLst>
              <a:ext uri="{FF2B5EF4-FFF2-40B4-BE49-F238E27FC236}">
                <a16:creationId xmlns:a16="http://schemas.microsoft.com/office/drawing/2014/main" id="{03B923A0-9077-34D6-864D-0D97512B812A}"/>
              </a:ext>
            </a:extLst>
          </p:cNvPr>
          <p:cNvSpPr txBox="1"/>
          <p:nvPr/>
        </p:nvSpPr>
        <p:spPr>
          <a:xfrm>
            <a:off x="5939550" y="5041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MB6.S3</a:t>
            </a:r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2B23182-C7DC-B6D4-03ED-EF1356384863}"/>
              </a:ext>
            </a:extLst>
          </p:cNvPr>
          <p:cNvSpPr/>
          <p:nvPr/>
        </p:nvSpPr>
        <p:spPr>
          <a:xfrm>
            <a:off x="5939550" y="523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2" name="TextBox 771">
            <a:extLst>
              <a:ext uri="{FF2B5EF4-FFF2-40B4-BE49-F238E27FC236}">
                <a16:creationId xmlns:a16="http://schemas.microsoft.com/office/drawing/2014/main" id="{3ECA056F-DBFE-EE16-DCC9-2975C268D31A}"/>
              </a:ext>
            </a:extLst>
          </p:cNvPr>
          <p:cNvSpPr txBox="1"/>
          <p:nvPr/>
        </p:nvSpPr>
        <p:spPr>
          <a:xfrm>
            <a:off x="5046750" y="5869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MA7.S3</a:t>
            </a:r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EF3CA4FE-66A0-E8B0-B788-10351B8E8521}"/>
              </a:ext>
            </a:extLst>
          </p:cNvPr>
          <p:cNvSpPr/>
          <p:nvPr/>
        </p:nvSpPr>
        <p:spPr>
          <a:xfrm>
            <a:off x="5046750" y="606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4" name="TextBox 773">
            <a:extLst>
              <a:ext uri="{FF2B5EF4-FFF2-40B4-BE49-F238E27FC236}">
                <a16:creationId xmlns:a16="http://schemas.microsoft.com/office/drawing/2014/main" id="{7B779AE8-9099-CDAD-46E7-0A2785ED477C}"/>
              </a:ext>
            </a:extLst>
          </p:cNvPr>
          <p:cNvSpPr txBox="1"/>
          <p:nvPr/>
        </p:nvSpPr>
        <p:spPr>
          <a:xfrm>
            <a:off x="5939550" y="5869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MB7.S3</a:t>
            </a:r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61B93848-570F-9029-66EB-17109BFB37D7}"/>
              </a:ext>
            </a:extLst>
          </p:cNvPr>
          <p:cNvSpPr/>
          <p:nvPr/>
        </p:nvSpPr>
        <p:spPr>
          <a:xfrm>
            <a:off x="5939550" y="606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6" name="TextBox 775">
            <a:extLst>
              <a:ext uri="{FF2B5EF4-FFF2-40B4-BE49-F238E27FC236}">
                <a16:creationId xmlns:a16="http://schemas.microsoft.com/office/drawing/2014/main" id="{A2E1FB8F-0AF1-5FE4-B8E4-FFF262483643}"/>
              </a:ext>
            </a:extLst>
          </p:cNvPr>
          <p:cNvSpPr txBox="1"/>
          <p:nvPr/>
        </p:nvSpPr>
        <p:spPr>
          <a:xfrm>
            <a:off x="5046750" y="6697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MA8.S3</a:t>
            </a: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BC0FC23C-058B-60F3-64A2-30EA47E2A8AE}"/>
              </a:ext>
            </a:extLst>
          </p:cNvPr>
          <p:cNvSpPr/>
          <p:nvPr/>
        </p:nvSpPr>
        <p:spPr>
          <a:xfrm>
            <a:off x="5046750" y="689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8" name="TextBox 777">
            <a:extLst>
              <a:ext uri="{FF2B5EF4-FFF2-40B4-BE49-F238E27FC236}">
                <a16:creationId xmlns:a16="http://schemas.microsoft.com/office/drawing/2014/main" id="{BBE11CE5-41DD-3238-1647-C6D0E9C48E31}"/>
              </a:ext>
            </a:extLst>
          </p:cNvPr>
          <p:cNvSpPr txBox="1"/>
          <p:nvPr/>
        </p:nvSpPr>
        <p:spPr>
          <a:xfrm>
            <a:off x="5939550" y="6697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MB8.S3</a:t>
            </a: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64D67326-690B-E2A0-875F-6D2F8B8076AB}"/>
              </a:ext>
            </a:extLst>
          </p:cNvPr>
          <p:cNvSpPr/>
          <p:nvPr/>
        </p:nvSpPr>
        <p:spPr>
          <a:xfrm>
            <a:off x="5939550" y="689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0" name="TextBox 779">
            <a:extLst>
              <a:ext uri="{FF2B5EF4-FFF2-40B4-BE49-F238E27FC236}">
                <a16:creationId xmlns:a16="http://schemas.microsoft.com/office/drawing/2014/main" id="{50E75B1C-03AA-8B45-08E9-5221B7412F83}"/>
              </a:ext>
            </a:extLst>
          </p:cNvPr>
          <p:cNvSpPr txBox="1"/>
          <p:nvPr/>
        </p:nvSpPr>
        <p:spPr>
          <a:xfrm>
            <a:off x="3091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C1 .S3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0115895A-B272-DE1E-C837-F0D218BB0B07}"/>
              </a:ext>
            </a:extLst>
          </p:cNvPr>
          <p:cNvSpPr/>
          <p:nvPr/>
        </p:nvSpPr>
        <p:spPr>
          <a:xfrm>
            <a:off x="309150" y="7723650"/>
            <a:ext cx="864539" cy="359243"/>
          </a:xfrm>
          <a:prstGeom prst="rect">
            <a:avLst/>
          </a:prstGeom>
          <a:noFill/>
          <a:ln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FA4B5BEF-6A9F-5D24-0B66-37D8724DC39A}"/>
              </a:ext>
            </a:extLst>
          </p:cNvPr>
          <p:cNvCxnSpPr>
            <a:cxnSpLocks/>
          </p:cNvCxnSpPr>
          <p:nvPr/>
        </p:nvCxnSpPr>
        <p:spPr>
          <a:xfrm>
            <a:off x="309150" y="8317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83" name="TextBox 782">
            <a:extLst>
              <a:ext uri="{FF2B5EF4-FFF2-40B4-BE49-F238E27FC236}">
                <a16:creationId xmlns:a16="http://schemas.microsoft.com/office/drawing/2014/main" id="{D1A6CF91-120F-DE96-5642-C4DAF0FA261D}"/>
              </a:ext>
            </a:extLst>
          </p:cNvPr>
          <p:cNvSpPr txBox="1"/>
          <p:nvPr/>
        </p:nvSpPr>
        <p:spPr>
          <a:xfrm>
            <a:off x="14935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C2 .S3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1676CB50-4782-A7A3-84B1-4EF4B7CFD0D0}"/>
              </a:ext>
            </a:extLst>
          </p:cNvPr>
          <p:cNvSpPr/>
          <p:nvPr/>
        </p:nvSpPr>
        <p:spPr>
          <a:xfrm>
            <a:off x="1493550" y="7723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85" name="Straight Connector 784">
            <a:extLst>
              <a:ext uri="{FF2B5EF4-FFF2-40B4-BE49-F238E27FC236}">
                <a16:creationId xmlns:a16="http://schemas.microsoft.com/office/drawing/2014/main" id="{C2D46EAF-05D6-0D02-99A2-AA6D3B4888E0}"/>
              </a:ext>
            </a:extLst>
          </p:cNvPr>
          <p:cNvCxnSpPr>
            <a:cxnSpLocks/>
          </p:cNvCxnSpPr>
          <p:nvPr/>
        </p:nvCxnSpPr>
        <p:spPr>
          <a:xfrm>
            <a:off x="1493550" y="8317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86" name="TextBox 785">
            <a:extLst>
              <a:ext uri="{FF2B5EF4-FFF2-40B4-BE49-F238E27FC236}">
                <a16:creationId xmlns:a16="http://schemas.microsoft.com/office/drawing/2014/main" id="{A9E2D685-43D4-B7CF-9BF6-162D42CFF613}"/>
              </a:ext>
            </a:extLst>
          </p:cNvPr>
          <p:cNvSpPr txBox="1"/>
          <p:nvPr/>
        </p:nvSpPr>
        <p:spPr>
          <a:xfrm>
            <a:off x="26779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C3 .S3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787" name="Rectangle 786">
            <a:extLst>
              <a:ext uri="{FF2B5EF4-FFF2-40B4-BE49-F238E27FC236}">
                <a16:creationId xmlns:a16="http://schemas.microsoft.com/office/drawing/2014/main" id="{51B869EF-C1C9-EB10-8380-1CFD03FA2EE8}"/>
              </a:ext>
            </a:extLst>
          </p:cNvPr>
          <p:cNvSpPr/>
          <p:nvPr/>
        </p:nvSpPr>
        <p:spPr>
          <a:xfrm>
            <a:off x="2677950" y="7723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88" name="Straight Connector 787">
            <a:extLst>
              <a:ext uri="{FF2B5EF4-FFF2-40B4-BE49-F238E27FC236}">
                <a16:creationId xmlns:a16="http://schemas.microsoft.com/office/drawing/2014/main" id="{95529F46-2E0A-9067-F8A4-A464B34F0C4D}"/>
              </a:ext>
            </a:extLst>
          </p:cNvPr>
          <p:cNvCxnSpPr>
            <a:cxnSpLocks/>
          </p:cNvCxnSpPr>
          <p:nvPr/>
        </p:nvCxnSpPr>
        <p:spPr>
          <a:xfrm>
            <a:off x="2677950" y="8317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89" name="TextBox 788">
            <a:extLst>
              <a:ext uri="{FF2B5EF4-FFF2-40B4-BE49-F238E27FC236}">
                <a16:creationId xmlns:a16="http://schemas.microsoft.com/office/drawing/2014/main" id="{CAAA4F18-FA69-9733-E22F-F084A0E7127C}"/>
              </a:ext>
            </a:extLst>
          </p:cNvPr>
          <p:cNvSpPr txBox="1"/>
          <p:nvPr/>
        </p:nvSpPr>
        <p:spPr>
          <a:xfrm>
            <a:off x="38623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GIC .S3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A8ECB5EE-8BBA-2AD2-CC49-E5FC22B6C88B}"/>
              </a:ext>
            </a:extLst>
          </p:cNvPr>
          <p:cNvSpPr/>
          <p:nvPr/>
        </p:nvSpPr>
        <p:spPr>
          <a:xfrm>
            <a:off x="3862350" y="7723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dash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91" name="Straight Connector 790">
            <a:extLst>
              <a:ext uri="{FF2B5EF4-FFF2-40B4-BE49-F238E27FC236}">
                <a16:creationId xmlns:a16="http://schemas.microsoft.com/office/drawing/2014/main" id="{BB42BF75-F346-DF41-0182-E8F573991D81}"/>
              </a:ext>
            </a:extLst>
          </p:cNvPr>
          <p:cNvCxnSpPr>
            <a:cxnSpLocks/>
          </p:cNvCxnSpPr>
          <p:nvPr/>
        </p:nvCxnSpPr>
        <p:spPr>
          <a:xfrm>
            <a:off x="3862350" y="8317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94" name="TextBox 793">
            <a:extLst>
              <a:ext uri="{FF2B5EF4-FFF2-40B4-BE49-F238E27FC236}">
                <a16:creationId xmlns:a16="http://schemas.microsoft.com/office/drawing/2014/main" id="{E098860C-2A7A-9732-9D40-8A68B6289582}"/>
              </a:ext>
            </a:extLst>
          </p:cNvPr>
          <p:cNvSpPr txBox="1"/>
          <p:nvPr/>
        </p:nvSpPr>
        <p:spPr>
          <a:xfrm>
            <a:off x="187340" y="55362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801" name="TextBox 800">
            <a:extLst>
              <a:ext uri="{FF2B5EF4-FFF2-40B4-BE49-F238E27FC236}">
                <a16:creationId xmlns:a16="http://schemas.microsoft.com/office/drawing/2014/main" id="{D7A653AF-73CA-E64E-93FC-C1E5770D0ACD}"/>
              </a:ext>
            </a:extLst>
          </p:cNvPr>
          <p:cNvSpPr txBox="1"/>
          <p:nvPr/>
        </p:nvSpPr>
        <p:spPr>
          <a:xfrm>
            <a:off x="309150" y="80640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2" name="TextBox 801">
            <a:extLst>
              <a:ext uri="{FF2B5EF4-FFF2-40B4-BE49-F238E27FC236}">
                <a16:creationId xmlns:a16="http://schemas.microsoft.com/office/drawing/2014/main" id="{9574059C-E376-7582-0EE0-B538EBC6E7CD}"/>
              </a:ext>
            </a:extLst>
          </p:cNvPr>
          <p:cNvSpPr txBox="1"/>
          <p:nvPr/>
        </p:nvSpPr>
        <p:spPr>
          <a:xfrm>
            <a:off x="1493549" y="80640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3" name="TextBox 802">
            <a:extLst>
              <a:ext uri="{FF2B5EF4-FFF2-40B4-BE49-F238E27FC236}">
                <a16:creationId xmlns:a16="http://schemas.microsoft.com/office/drawing/2014/main" id="{BDC71D8C-A790-72F5-C080-62CAE919B02E}"/>
              </a:ext>
            </a:extLst>
          </p:cNvPr>
          <p:cNvSpPr txBox="1"/>
          <p:nvPr/>
        </p:nvSpPr>
        <p:spPr>
          <a:xfrm>
            <a:off x="2677681" y="80640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4" name="TextBox 803">
            <a:extLst>
              <a:ext uri="{FF2B5EF4-FFF2-40B4-BE49-F238E27FC236}">
                <a16:creationId xmlns:a16="http://schemas.microsoft.com/office/drawing/2014/main" id="{1CBBA368-7930-01B1-E1A4-97C695564CC4}"/>
              </a:ext>
            </a:extLst>
          </p:cNvPr>
          <p:cNvSpPr txBox="1"/>
          <p:nvPr/>
        </p:nvSpPr>
        <p:spPr>
          <a:xfrm>
            <a:off x="201150" y="1161323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</a:t>
            </a:r>
            <a:endParaRPr lang="en-US" sz="800" b="1" noProof="0" dirty="0"/>
          </a:p>
        </p:txBody>
      </p:sp>
      <p:sp>
        <p:nvSpPr>
          <p:cNvPr id="805" name="TextBox 804">
            <a:extLst>
              <a:ext uri="{FF2B5EF4-FFF2-40B4-BE49-F238E27FC236}">
                <a16:creationId xmlns:a16="http://schemas.microsoft.com/office/drawing/2014/main" id="{535C1777-348A-E520-1BE6-37D88AFA9533}"/>
              </a:ext>
            </a:extLst>
          </p:cNvPr>
          <p:cNvSpPr txBox="1"/>
          <p:nvPr/>
        </p:nvSpPr>
        <p:spPr>
          <a:xfrm>
            <a:off x="201150" y="2003024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</a:t>
            </a:r>
            <a:endParaRPr lang="en-US" sz="800" b="1" noProof="0" dirty="0"/>
          </a:p>
        </p:txBody>
      </p:sp>
      <p:sp>
        <p:nvSpPr>
          <p:cNvPr id="808" name="TextBox 807">
            <a:extLst>
              <a:ext uri="{FF2B5EF4-FFF2-40B4-BE49-F238E27FC236}">
                <a16:creationId xmlns:a16="http://schemas.microsoft.com/office/drawing/2014/main" id="{4A38DA2C-6599-24F6-E1AB-5F669A2C7A54}"/>
              </a:ext>
            </a:extLst>
          </p:cNvPr>
          <p:cNvSpPr txBox="1"/>
          <p:nvPr/>
        </p:nvSpPr>
        <p:spPr>
          <a:xfrm>
            <a:off x="201150" y="2832074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</a:t>
            </a:r>
          </a:p>
        </p:txBody>
      </p:sp>
      <p:sp>
        <p:nvSpPr>
          <p:cNvPr id="809" name="TextBox 808">
            <a:extLst>
              <a:ext uri="{FF2B5EF4-FFF2-40B4-BE49-F238E27FC236}">
                <a16:creationId xmlns:a16="http://schemas.microsoft.com/office/drawing/2014/main" id="{BC008CFC-CE46-D79F-D3A7-915D1FD34944}"/>
              </a:ext>
            </a:extLst>
          </p:cNvPr>
          <p:cNvSpPr txBox="1"/>
          <p:nvPr/>
        </p:nvSpPr>
        <p:spPr>
          <a:xfrm>
            <a:off x="201150" y="366133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4</a:t>
            </a:r>
            <a:endParaRPr lang="en-US" sz="800" b="1" noProof="0" dirty="0"/>
          </a:p>
        </p:txBody>
      </p:sp>
      <p:sp>
        <p:nvSpPr>
          <p:cNvPr id="810" name="TextBox 809">
            <a:extLst>
              <a:ext uri="{FF2B5EF4-FFF2-40B4-BE49-F238E27FC236}">
                <a16:creationId xmlns:a16="http://schemas.microsoft.com/office/drawing/2014/main" id="{19AA66AA-B8F9-4C32-D2B5-8617A45E1C2F}"/>
              </a:ext>
            </a:extLst>
          </p:cNvPr>
          <p:cNvSpPr txBox="1"/>
          <p:nvPr/>
        </p:nvSpPr>
        <p:spPr>
          <a:xfrm>
            <a:off x="201150" y="448933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5</a:t>
            </a:r>
            <a:endParaRPr lang="en-US" sz="800" b="1" noProof="0" dirty="0"/>
          </a:p>
        </p:txBody>
      </p:sp>
      <p:sp>
        <p:nvSpPr>
          <p:cNvPr id="811" name="TextBox 810">
            <a:extLst>
              <a:ext uri="{FF2B5EF4-FFF2-40B4-BE49-F238E27FC236}">
                <a16:creationId xmlns:a16="http://schemas.microsoft.com/office/drawing/2014/main" id="{7CEAAE26-1471-C3A0-EF24-EC74C415EA9E}"/>
              </a:ext>
            </a:extLst>
          </p:cNvPr>
          <p:cNvSpPr txBox="1"/>
          <p:nvPr/>
        </p:nvSpPr>
        <p:spPr>
          <a:xfrm>
            <a:off x="201150" y="531154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6</a:t>
            </a:r>
            <a:endParaRPr lang="en-US" sz="800" b="1" noProof="0" dirty="0"/>
          </a:p>
        </p:txBody>
      </p:sp>
      <p:sp>
        <p:nvSpPr>
          <p:cNvPr id="812" name="TextBox 811">
            <a:extLst>
              <a:ext uri="{FF2B5EF4-FFF2-40B4-BE49-F238E27FC236}">
                <a16:creationId xmlns:a16="http://schemas.microsoft.com/office/drawing/2014/main" id="{739FEF5B-B18A-A0A7-DCA2-53D50685DA15}"/>
              </a:ext>
            </a:extLst>
          </p:cNvPr>
          <p:cNvSpPr txBox="1"/>
          <p:nvPr/>
        </p:nvSpPr>
        <p:spPr>
          <a:xfrm>
            <a:off x="201150" y="614533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7</a:t>
            </a:r>
            <a:endParaRPr lang="en-US" sz="800" b="1" noProof="0" dirty="0"/>
          </a:p>
        </p:txBody>
      </p:sp>
      <p:sp>
        <p:nvSpPr>
          <p:cNvPr id="813" name="TextBox 812">
            <a:extLst>
              <a:ext uri="{FF2B5EF4-FFF2-40B4-BE49-F238E27FC236}">
                <a16:creationId xmlns:a16="http://schemas.microsoft.com/office/drawing/2014/main" id="{FFC99109-A233-F2F6-863C-124B75360F04}"/>
              </a:ext>
            </a:extLst>
          </p:cNvPr>
          <p:cNvSpPr txBox="1"/>
          <p:nvPr/>
        </p:nvSpPr>
        <p:spPr>
          <a:xfrm>
            <a:off x="201150" y="696275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8</a:t>
            </a:r>
            <a:endParaRPr lang="en-US" sz="800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A39939-921B-20FC-BE86-7A5E3E880551}"/>
              </a:ext>
            </a:extLst>
          </p:cNvPr>
          <p:cNvSpPr txBox="1"/>
          <p:nvPr/>
        </p:nvSpPr>
        <p:spPr>
          <a:xfrm>
            <a:off x="201600" y="846153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EEAF81-9AEA-F587-CD87-6CBE0E223B49}"/>
              </a:ext>
            </a:extLst>
          </p:cNvPr>
          <p:cNvSpPr txBox="1"/>
          <p:nvPr/>
        </p:nvSpPr>
        <p:spPr>
          <a:xfrm>
            <a:off x="201599" y="8809771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FF27B7-56DA-948A-8113-E5E55B941391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868A37-9CD4-3D8B-92E5-7DC4D089E3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72748" y="7470595"/>
            <a:ext cx="1839391" cy="18652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1C93DF-4FBB-D4A9-520F-5131D89B15E0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holds part of a secret.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can lead to loss of funds.</a:t>
            </a:r>
            <a:endParaRPr lang="en-US" sz="6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5C8D18-C4C6-14C2-BB40-FBB66EAC12BA}"/>
              </a:ext>
            </a:extLst>
          </p:cNvPr>
          <p:cNvSpPr txBox="1"/>
          <p:nvPr/>
        </p:nvSpPr>
        <p:spPr>
          <a:xfrm>
            <a:off x="201599" y="9149368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 Session:_____________________________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234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3091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W1.S4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309150" y="1099650"/>
            <a:ext cx="864539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56" y="141553"/>
            <a:ext cx="544198" cy="544198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AF5064-C36B-9B3E-A23F-2816D75C152F}"/>
              </a:ext>
            </a:extLst>
          </p:cNvPr>
          <p:cNvSpPr txBox="1"/>
          <p:nvPr/>
        </p:nvSpPr>
        <p:spPr>
          <a:xfrm>
            <a:off x="187340" y="8844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 SECRET!</a:t>
            </a:r>
            <a:r>
              <a:rPr lang="en-US" noProof="0" dirty="0"/>
              <a:t> 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24 words – </a:t>
            </a:r>
            <a:r>
              <a:rPr lang="en-US" b="1" dirty="0"/>
              <a:t>Share 4 (S4)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5DB734-3DAB-E4BD-C051-EC7D8BE1E654}"/>
              </a:ext>
            </a:extLst>
          </p:cNvPr>
          <p:cNvCxnSpPr>
            <a:cxnSpLocks/>
          </p:cNvCxnSpPr>
          <p:nvPr/>
        </p:nvCxnSpPr>
        <p:spPr>
          <a:xfrm>
            <a:off x="309150" y="1693876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4B0862AE-83A3-E02E-034A-50C5FC908FD6}"/>
              </a:ext>
            </a:extLst>
          </p:cNvPr>
          <p:cNvSpPr txBox="1"/>
          <p:nvPr/>
        </p:nvSpPr>
        <p:spPr>
          <a:xfrm>
            <a:off x="3091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W4 .S4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8E02211-58D1-F942-521D-926EA7F0C4B9}"/>
              </a:ext>
            </a:extLst>
          </p:cNvPr>
          <p:cNvSpPr/>
          <p:nvPr/>
        </p:nvSpPr>
        <p:spPr>
          <a:xfrm>
            <a:off x="309150" y="1927650"/>
            <a:ext cx="864539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6831D5D-C727-02F9-AC13-28E2998DA69A}"/>
              </a:ext>
            </a:extLst>
          </p:cNvPr>
          <p:cNvCxnSpPr>
            <a:cxnSpLocks/>
          </p:cNvCxnSpPr>
          <p:nvPr/>
        </p:nvCxnSpPr>
        <p:spPr>
          <a:xfrm>
            <a:off x="309150" y="2521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0C3CBE88-4667-E4D4-0047-FDD8C04FD7BF}"/>
              </a:ext>
            </a:extLst>
          </p:cNvPr>
          <p:cNvSpPr txBox="1"/>
          <p:nvPr/>
        </p:nvSpPr>
        <p:spPr>
          <a:xfrm>
            <a:off x="3091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W7 .S4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8E58218-6491-38E4-CDD1-671E0E59E54D}"/>
              </a:ext>
            </a:extLst>
          </p:cNvPr>
          <p:cNvSpPr/>
          <p:nvPr/>
        </p:nvSpPr>
        <p:spPr>
          <a:xfrm>
            <a:off x="309150" y="2755650"/>
            <a:ext cx="864539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001EE560-214A-0CC1-A042-E14940796850}"/>
              </a:ext>
            </a:extLst>
          </p:cNvPr>
          <p:cNvCxnSpPr>
            <a:cxnSpLocks/>
          </p:cNvCxnSpPr>
          <p:nvPr/>
        </p:nvCxnSpPr>
        <p:spPr>
          <a:xfrm>
            <a:off x="309150" y="3349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450B413-783F-59B1-B859-6AC077566C6F}"/>
              </a:ext>
            </a:extLst>
          </p:cNvPr>
          <p:cNvSpPr txBox="1"/>
          <p:nvPr/>
        </p:nvSpPr>
        <p:spPr>
          <a:xfrm>
            <a:off x="3091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W10 .S4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CBF4ED9-6D4A-767C-9E27-2D48514970D8}"/>
              </a:ext>
            </a:extLst>
          </p:cNvPr>
          <p:cNvSpPr/>
          <p:nvPr/>
        </p:nvSpPr>
        <p:spPr>
          <a:xfrm>
            <a:off x="309150" y="3583650"/>
            <a:ext cx="864539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D9F69F7-D7B0-50C9-7E70-B515D340B2AE}"/>
              </a:ext>
            </a:extLst>
          </p:cNvPr>
          <p:cNvCxnSpPr>
            <a:cxnSpLocks/>
          </p:cNvCxnSpPr>
          <p:nvPr/>
        </p:nvCxnSpPr>
        <p:spPr>
          <a:xfrm>
            <a:off x="309150" y="4177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24E7109A-35A4-68CC-6901-2B24E4FC3C03}"/>
              </a:ext>
            </a:extLst>
          </p:cNvPr>
          <p:cNvSpPr txBox="1"/>
          <p:nvPr/>
        </p:nvSpPr>
        <p:spPr>
          <a:xfrm>
            <a:off x="3091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W13 .S4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ED88D69-0661-5EDC-2A38-D0C7B568E114}"/>
              </a:ext>
            </a:extLst>
          </p:cNvPr>
          <p:cNvSpPr/>
          <p:nvPr/>
        </p:nvSpPr>
        <p:spPr>
          <a:xfrm>
            <a:off x="309150" y="4411650"/>
            <a:ext cx="864539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4F6311C-9BD7-EBC3-2ABA-E42A25104F23}"/>
              </a:ext>
            </a:extLst>
          </p:cNvPr>
          <p:cNvCxnSpPr>
            <a:cxnSpLocks/>
          </p:cNvCxnSpPr>
          <p:nvPr/>
        </p:nvCxnSpPr>
        <p:spPr>
          <a:xfrm>
            <a:off x="309150" y="5005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642D0212-280B-3CE2-3420-DDCC1FD3135C}"/>
              </a:ext>
            </a:extLst>
          </p:cNvPr>
          <p:cNvSpPr txBox="1"/>
          <p:nvPr/>
        </p:nvSpPr>
        <p:spPr>
          <a:xfrm>
            <a:off x="3091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W16 .S4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21934E4-3692-D4BB-D4A8-7C642A96CCBC}"/>
              </a:ext>
            </a:extLst>
          </p:cNvPr>
          <p:cNvSpPr/>
          <p:nvPr/>
        </p:nvSpPr>
        <p:spPr>
          <a:xfrm>
            <a:off x="309150" y="5239650"/>
            <a:ext cx="864539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2" name="Straight Connector 511">
            <a:extLst>
              <a:ext uri="{FF2B5EF4-FFF2-40B4-BE49-F238E27FC236}">
                <a16:creationId xmlns:a16="http://schemas.microsoft.com/office/drawing/2014/main" id="{7640B477-99F1-2AA7-CA43-6A01D1233B4A}"/>
              </a:ext>
            </a:extLst>
          </p:cNvPr>
          <p:cNvCxnSpPr>
            <a:cxnSpLocks/>
          </p:cNvCxnSpPr>
          <p:nvPr/>
        </p:nvCxnSpPr>
        <p:spPr>
          <a:xfrm>
            <a:off x="309150" y="5833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3" name="TextBox 512">
            <a:extLst>
              <a:ext uri="{FF2B5EF4-FFF2-40B4-BE49-F238E27FC236}">
                <a16:creationId xmlns:a16="http://schemas.microsoft.com/office/drawing/2014/main" id="{3D724EEA-7F87-CE11-32D2-408A39A5B88C}"/>
              </a:ext>
            </a:extLst>
          </p:cNvPr>
          <p:cNvSpPr txBox="1"/>
          <p:nvPr/>
        </p:nvSpPr>
        <p:spPr>
          <a:xfrm>
            <a:off x="3091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W19 .S4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394AC51B-BCD2-1CF8-8CA4-9EC7CAC3EC5E}"/>
              </a:ext>
            </a:extLst>
          </p:cNvPr>
          <p:cNvSpPr/>
          <p:nvPr/>
        </p:nvSpPr>
        <p:spPr>
          <a:xfrm>
            <a:off x="309150" y="6067650"/>
            <a:ext cx="864539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E91A8625-45EA-38D9-3234-B2B1B024857D}"/>
              </a:ext>
            </a:extLst>
          </p:cNvPr>
          <p:cNvCxnSpPr>
            <a:cxnSpLocks/>
          </p:cNvCxnSpPr>
          <p:nvPr/>
        </p:nvCxnSpPr>
        <p:spPr>
          <a:xfrm>
            <a:off x="309150" y="6661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6" name="TextBox 515">
            <a:extLst>
              <a:ext uri="{FF2B5EF4-FFF2-40B4-BE49-F238E27FC236}">
                <a16:creationId xmlns:a16="http://schemas.microsoft.com/office/drawing/2014/main" id="{603949CE-D23A-2C6E-4C47-AEE068F1FC31}"/>
              </a:ext>
            </a:extLst>
          </p:cNvPr>
          <p:cNvSpPr txBox="1"/>
          <p:nvPr/>
        </p:nvSpPr>
        <p:spPr>
          <a:xfrm>
            <a:off x="3091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W22 .S4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ED3D945F-EADD-9BBD-C61A-53F82A980A5A}"/>
              </a:ext>
            </a:extLst>
          </p:cNvPr>
          <p:cNvSpPr/>
          <p:nvPr/>
        </p:nvSpPr>
        <p:spPr>
          <a:xfrm>
            <a:off x="309150" y="6895650"/>
            <a:ext cx="864539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8" name="Straight Connector 517">
            <a:extLst>
              <a:ext uri="{FF2B5EF4-FFF2-40B4-BE49-F238E27FC236}">
                <a16:creationId xmlns:a16="http://schemas.microsoft.com/office/drawing/2014/main" id="{33282E3C-2DC2-57D2-52F9-457B297D24D8}"/>
              </a:ext>
            </a:extLst>
          </p:cNvPr>
          <p:cNvCxnSpPr>
            <a:cxnSpLocks/>
          </p:cNvCxnSpPr>
          <p:nvPr/>
        </p:nvCxnSpPr>
        <p:spPr>
          <a:xfrm>
            <a:off x="309150" y="7489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9" name="TextBox 518">
            <a:extLst>
              <a:ext uri="{FF2B5EF4-FFF2-40B4-BE49-F238E27FC236}">
                <a16:creationId xmlns:a16="http://schemas.microsoft.com/office/drawing/2014/main" id="{AD7ED372-D0ED-2FA0-17FD-C6E6FD8E428B}"/>
              </a:ext>
            </a:extLst>
          </p:cNvPr>
          <p:cNvSpPr txBox="1"/>
          <p:nvPr/>
        </p:nvSpPr>
        <p:spPr>
          <a:xfrm>
            <a:off x="14935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W2.S4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042680D3-9EDF-CDF9-F955-C9A9127F48B6}"/>
              </a:ext>
            </a:extLst>
          </p:cNvPr>
          <p:cNvSpPr/>
          <p:nvPr/>
        </p:nvSpPr>
        <p:spPr>
          <a:xfrm>
            <a:off x="1493550" y="1099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1" name="Straight Connector 520">
            <a:extLst>
              <a:ext uri="{FF2B5EF4-FFF2-40B4-BE49-F238E27FC236}">
                <a16:creationId xmlns:a16="http://schemas.microsoft.com/office/drawing/2014/main" id="{12D48BC3-0F87-F0C7-7DE5-58145F0CEB76}"/>
              </a:ext>
            </a:extLst>
          </p:cNvPr>
          <p:cNvCxnSpPr>
            <a:cxnSpLocks/>
          </p:cNvCxnSpPr>
          <p:nvPr/>
        </p:nvCxnSpPr>
        <p:spPr>
          <a:xfrm>
            <a:off x="1493550" y="1693876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2" name="TextBox 521">
            <a:extLst>
              <a:ext uri="{FF2B5EF4-FFF2-40B4-BE49-F238E27FC236}">
                <a16:creationId xmlns:a16="http://schemas.microsoft.com/office/drawing/2014/main" id="{3350CFC8-0C36-1CD2-5ED6-650C8D0DE74D}"/>
              </a:ext>
            </a:extLst>
          </p:cNvPr>
          <p:cNvSpPr txBox="1"/>
          <p:nvPr/>
        </p:nvSpPr>
        <p:spPr>
          <a:xfrm>
            <a:off x="14935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W5 .S4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3AA8C6A8-FDB6-AEFD-5F81-D11617197192}"/>
              </a:ext>
            </a:extLst>
          </p:cNvPr>
          <p:cNvSpPr/>
          <p:nvPr/>
        </p:nvSpPr>
        <p:spPr>
          <a:xfrm>
            <a:off x="1493550" y="1927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91B91EE7-37E8-BCDD-4D07-6ADC74679A62}"/>
              </a:ext>
            </a:extLst>
          </p:cNvPr>
          <p:cNvCxnSpPr>
            <a:cxnSpLocks/>
          </p:cNvCxnSpPr>
          <p:nvPr/>
        </p:nvCxnSpPr>
        <p:spPr>
          <a:xfrm>
            <a:off x="1493550" y="2521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5F2517BB-8A1D-894C-2487-35FF1E1A8B0C}"/>
              </a:ext>
            </a:extLst>
          </p:cNvPr>
          <p:cNvSpPr txBox="1"/>
          <p:nvPr/>
        </p:nvSpPr>
        <p:spPr>
          <a:xfrm>
            <a:off x="14935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W8 .S4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6A43F42-F3AA-6467-1020-7D1875486364}"/>
              </a:ext>
            </a:extLst>
          </p:cNvPr>
          <p:cNvSpPr/>
          <p:nvPr/>
        </p:nvSpPr>
        <p:spPr>
          <a:xfrm>
            <a:off x="1493550" y="2755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7F3B5D1B-0A8B-9285-055A-8B401D4BBAE7}"/>
              </a:ext>
            </a:extLst>
          </p:cNvPr>
          <p:cNvCxnSpPr>
            <a:cxnSpLocks/>
          </p:cNvCxnSpPr>
          <p:nvPr/>
        </p:nvCxnSpPr>
        <p:spPr>
          <a:xfrm>
            <a:off x="1493550" y="3349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8" name="TextBox 527">
            <a:extLst>
              <a:ext uri="{FF2B5EF4-FFF2-40B4-BE49-F238E27FC236}">
                <a16:creationId xmlns:a16="http://schemas.microsoft.com/office/drawing/2014/main" id="{94A3B7A0-6B86-8B14-F46D-3A71C58F6AAE}"/>
              </a:ext>
            </a:extLst>
          </p:cNvPr>
          <p:cNvSpPr txBox="1"/>
          <p:nvPr/>
        </p:nvSpPr>
        <p:spPr>
          <a:xfrm>
            <a:off x="14935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W11 .S4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1D49CC78-3B6C-9D38-F31E-B33A611AF4F9}"/>
              </a:ext>
            </a:extLst>
          </p:cNvPr>
          <p:cNvSpPr/>
          <p:nvPr/>
        </p:nvSpPr>
        <p:spPr>
          <a:xfrm>
            <a:off x="1493550" y="3583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D7107CA5-417B-3DCD-41A0-9AD7055507FE}"/>
              </a:ext>
            </a:extLst>
          </p:cNvPr>
          <p:cNvCxnSpPr>
            <a:cxnSpLocks/>
          </p:cNvCxnSpPr>
          <p:nvPr/>
        </p:nvCxnSpPr>
        <p:spPr>
          <a:xfrm>
            <a:off x="1493550" y="4177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1" name="TextBox 530">
            <a:extLst>
              <a:ext uri="{FF2B5EF4-FFF2-40B4-BE49-F238E27FC236}">
                <a16:creationId xmlns:a16="http://schemas.microsoft.com/office/drawing/2014/main" id="{282BB810-C16B-28B5-497D-2FFF59A6E3A5}"/>
              </a:ext>
            </a:extLst>
          </p:cNvPr>
          <p:cNvSpPr txBox="1"/>
          <p:nvPr/>
        </p:nvSpPr>
        <p:spPr>
          <a:xfrm>
            <a:off x="14935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W14 .S4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AB7F70A9-8710-E506-7E32-F00A8AE3CDA4}"/>
              </a:ext>
            </a:extLst>
          </p:cNvPr>
          <p:cNvSpPr/>
          <p:nvPr/>
        </p:nvSpPr>
        <p:spPr>
          <a:xfrm>
            <a:off x="1493550" y="4411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E153806C-C572-E53C-2F2C-72C5E01AAE84}"/>
              </a:ext>
            </a:extLst>
          </p:cNvPr>
          <p:cNvCxnSpPr>
            <a:cxnSpLocks/>
          </p:cNvCxnSpPr>
          <p:nvPr/>
        </p:nvCxnSpPr>
        <p:spPr>
          <a:xfrm>
            <a:off x="1493550" y="5005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4" name="TextBox 533">
            <a:extLst>
              <a:ext uri="{FF2B5EF4-FFF2-40B4-BE49-F238E27FC236}">
                <a16:creationId xmlns:a16="http://schemas.microsoft.com/office/drawing/2014/main" id="{3B079673-5A8E-1564-57D5-FC658CAD8D5F}"/>
              </a:ext>
            </a:extLst>
          </p:cNvPr>
          <p:cNvSpPr txBox="1"/>
          <p:nvPr/>
        </p:nvSpPr>
        <p:spPr>
          <a:xfrm>
            <a:off x="14935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W17 .S4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3FE30F2B-0EDF-91FD-5CB8-0454470127F8}"/>
              </a:ext>
            </a:extLst>
          </p:cNvPr>
          <p:cNvSpPr/>
          <p:nvPr/>
        </p:nvSpPr>
        <p:spPr>
          <a:xfrm>
            <a:off x="1493550" y="5239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6" name="Straight Connector 535">
            <a:extLst>
              <a:ext uri="{FF2B5EF4-FFF2-40B4-BE49-F238E27FC236}">
                <a16:creationId xmlns:a16="http://schemas.microsoft.com/office/drawing/2014/main" id="{189092D4-37E0-5387-FA23-4D09BF4D1238}"/>
              </a:ext>
            </a:extLst>
          </p:cNvPr>
          <p:cNvCxnSpPr>
            <a:cxnSpLocks/>
          </p:cNvCxnSpPr>
          <p:nvPr/>
        </p:nvCxnSpPr>
        <p:spPr>
          <a:xfrm>
            <a:off x="1493550" y="5833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7" name="TextBox 536">
            <a:extLst>
              <a:ext uri="{FF2B5EF4-FFF2-40B4-BE49-F238E27FC236}">
                <a16:creationId xmlns:a16="http://schemas.microsoft.com/office/drawing/2014/main" id="{3A968815-A7A5-78D0-5438-C365F41ADF00}"/>
              </a:ext>
            </a:extLst>
          </p:cNvPr>
          <p:cNvSpPr txBox="1"/>
          <p:nvPr/>
        </p:nvSpPr>
        <p:spPr>
          <a:xfrm>
            <a:off x="14935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W20 .S4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296C746E-0F06-7862-BB1F-35451CBCFDC7}"/>
              </a:ext>
            </a:extLst>
          </p:cNvPr>
          <p:cNvSpPr/>
          <p:nvPr/>
        </p:nvSpPr>
        <p:spPr>
          <a:xfrm>
            <a:off x="1493550" y="6067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18C8FA90-0A7B-ED1A-D9BA-CE343505EEE2}"/>
              </a:ext>
            </a:extLst>
          </p:cNvPr>
          <p:cNvCxnSpPr>
            <a:cxnSpLocks/>
          </p:cNvCxnSpPr>
          <p:nvPr/>
        </p:nvCxnSpPr>
        <p:spPr>
          <a:xfrm>
            <a:off x="1493550" y="6661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6A273E37-5095-AAD6-2C66-B486775EF45A}"/>
              </a:ext>
            </a:extLst>
          </p:cNvPr>
          <p:cNvSpPr txBox="1"/>
          <p:nvPr/>
        </p:nvSpPr>
        <p:spPr>
          <a:xfrm>
            <a:off x="14935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W23 .S4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CF63436-6433-76C6-A017-3F48D7FC9B59}"/>
              </a:ext>
            </a:extLst>
          </p:cNvPr>
          <p:cNvSpPr/>
          <p:nvPr/>
        </p:nvSpPr>
        <p:spPr>
          <a:xfrm>
            <a:off x="1493550" y="6895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C0E12CD-D7D5-7AFC-13D3-79B5687F189F}"/>
              </a:ext>
            </a:extLst>
          </p:cNvPr>
          <p:cNvCxnSpPr>
            <a:cxnSpLocks/>
          </p:cNvCxnSpPr>
          <p:nvPr/>
        </p:nvCxnSpPr>
        <p:spPr>
          <a:xfrm>
            <a:off x="1493550" y="7489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77BBB1C2-46B8-5847-BA13-400DABF999F2}"/>
              </a:ext>
            </a:extLst>
          </p:cNvPr>
          <p:cNvSpPr txBox="1"/>
          <p:nvPr/>
        </p:nvSpPr>
        <p:spPr>
          <a:xfrm>
            <a:off x="26779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W3.S4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38AD03C9-AF0D-F736-B726-8CE960437676}"/>
              </a:ext>
            </a:extLst>
          </p:cNvPr>
          <p:cNvSpPr/>
          <p:nvPr/>
        </p:nvSpPr>
        <p:spPr>
          <a:xfrm>
            <a:off x="2677950" y="1099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6DFC46D1-CE2F-EC8E-59D0-5824909B2C44}"/>
              </a:ext>
            </a:extLst>
          </p:cNvPr>
          <p:cNvCxnSpPr>
            <a:cxnSpLocks/>
          </p:cNvCxnSpPr>
          <p:nvPr/>
        </p:nvCxnSpPr>
        <p:spPr>
          <a:xfrm>
            <a:off x="2677950" y="1693876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503BE9AE-8A55-5741-5653-66A14EEB9A70}"/>
              </a:ext>
            </a:extLst>
          </p:cNvPr>
          <p:cNvSpPr txBox="1"/>
          <p:nvPr/>
        </p:nvSpPr>
        <p:spPr>
          <a:xfrm>
            <a:off x="26779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W6 .S4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4725BE75-5C82-8050-2221-2D3D680E325B}"/>
              </a:ext>
            </a:extLst>
          </p:cNvPr>
          <p:cNvSpPr/>
          <p:nvPr/>
        </p:nvSpPr>
        <p:spPr>
          <a:xfrm>
            <a:off x="2677950" y="1927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C0A9663E-E5CC-AB5D-7429-07A6A396B986}"/>
              </a:ext>
            </a:extLst>
          </p:cNvPr>
          <p:cNvCxnSpPr>
            <a:cxnSpLocks/>
          </p:cNvCxnSpPr>
          <p:nvPr/>
        </p:nvCxnSpPr>
        <p:spPr>
          <a:xfrm>
            <a:off x="2677950" y="2521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9" name="TextBox 348">
            <a:extLst>
              <a:ext uri="{FF2B5EF4-FFF2-40B4-BE49-F238E27FC236}">
                <a16:creationId xmlns:a16="http://schemas.microsoft.com/office/drawing/2014/main" id="{8B8B37C6-F9EB-565B-1822-0A9D2811F0C7}"/>
              </a:ext>
            </a:extLst>
          </p:cNvPr>
          <p:cNvSpPr txBox="1"/>
          <p:nvPr/>
        </p:nvSpPr>
        <p:spPr>
          <a:xfrm>
            <a:off x="26779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W9 .S4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E114BF37-9B12-DA31-05D4-D35700974670}"/>
              </a:ext>
            </a:extLst>
          </p:cNvPr>
          <p:cNvSpPr/>
          <p:nvPr/>
        </p:nvSpPr>
        <p:spPr>
          <a:xfrm>
            <a:off x="2677950" y="2755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8BABE2F7-FA07-4BCB-2584-F149DA31A08D}"/>
              </a:ext>
            </a:extLst>
          </p:cNvPr>
          <p:cNvCxnSpPr>
            <a:cxnSpLocks/>
          </p:cNvCxnSpPr>
          <p:nvPr/>
        </p:nvCxnSpPr>
        <p:spPr>
          <a:xfrm>
            <a:off x="2677950" y="3349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2" name="TextBox 351">
            <a:extLst>
              <a:ext uri="{FF2B5EF4-FFF2-40B4-BE49-F238E27FC236}">
                <a16:creationId xmlns:a16="http://schemas.microsoft.com/office/drawing/2014/main" id="{6EF494CA-750A-1301-C447-FD432E7315AA}"/>
              </a:ext>
            </a:extLst>
          </p:cNvPr>
          <p:cNvSpPr txBox="1"/>
          <p:nvPr/>
        </p:nvSpPr>
        <p:spPr>
          <a:xfrm>
            <a:off x="26779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W12 .S4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44312BAF-6D62-FC43-1937-B41D800658A6}"/>
              </a:ext>
            </a:extLst>
          </p:cNvPr>
          <p:cNvSpPr/>
          <p:nvPr/>
        </p:nvSpPr>
        <p:spPr>
          <a:xfrm>
            <a:off x="2677950" y="3583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56F12374-73FC-9602-34D0-5C6F7A84C098}"/>
              </a:ext>
            </a:extLst>
          </p:cNvPr>
          <p:cNvCxnSpPr>
            <a:cxnSpLocks/>
          </p:cNvCxnSpPr>
          <p:nvPr/>
        </p:nvCxnSpPr>
        <p:spPr>
          <a:xfrm>
            <a:off x="2677950" y="4177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D241576-14C6-A3B9-E31E-E820A63511E9}"/>
              </a:ext>
            </a:extLst>
          </p:cNvPr>
          <p:cNvSpPr txBox="1"/>
          <p:nvPr/>
        </p:nvSpPr>
        <p:spPr>
          <a:xfrm>
            <a:off x="26779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W15 .S4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6E994360-8A84-1533-5103-D1EB907ABE22}"/>
              </a:ext>
            </a:extLst>
          </p:cNvPr>
          <p:cNvSpPr/>
          <p:nvPr/>
        </p:nvSpPr>
        <p:spPr>
          <a:xfrm>
            <a:off x="2677950" y="4411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B3A1EB9E-7E28-2F76-65E3-4888131E4A8B}"/>
              </a:ext>
            </a:extLst>
          </p:cNvPr>
          <p:cNvCxnSpPr>
            <a:cxnSpLocks/>
          </p:cNvCxnSpPr>
          <p:nvPr/>
        </p:nvCxnSpPr>
        <p:spPr>
          <a:xfrm>
            <a:off x="2677950" y="5005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5" name="TextBox 414">
            <a:extLst>
              <a:ext uri="{FF2B5EF4-FFF2-40B4-BE49-F238E27FC236}">
                <a16:creationId xmlns:a16="http://schemas.microsoft.com/office/drawing/2014/main" id="{B975BD29-C05A-9378-CEFB-4EB70D81EA7B}"/>
              </a:ext>
            </a:extLst>
          </p:cNvPr>
          <p:cNvSpPr txBox="1"/>
          <p:nvPr/>
        </p:nvSpPr>
        <p:spPr>
          <a:xfrm>
            <a:off x="26779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W18 .S4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1B689278-8694-0CAA-B8E6-3F88A918B9F5}"/>
              </a:ext>
            </a:extLst>
          </p:cNvPr>
          <p:cNvSpPr/>
          <p:nvPr/>
        </p:nvSpPr>
        <p:spPr>
          <a:xfrm>
            <a:off x="2677950" y="5239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E3804BB1-65B8-2496-20AB-BFA234216F89}"/>
              </a:ext>
            </a:extLst>
          </p:cNvPr>
          <p:cNvCxnSpPr>
            <a:cxnSpLocks/>
          </p:cNvCxnSpPr>
          <p:nvPr/>
        </p:nvCxnSpPr>
        <p:spPr>
          <a:xfrm>
            <a:off x="2677950" y="5833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8" name="TextBox 417">
            <a:extLst>
              <a:ext uri="{FF2B5EF4-FFF2-40B4-BE49-F238E27FC236}">
                <a16:creationId xmlns:a16="http://schemas.microsoft.com/office/drawing/2014/main" id="{64DBDE39-5798-79A7-3DB6-487C582DBBC6}"/>
              </a:ext>
            </a:extLst>
          </p:cNvPr>
          <p:cNvSpPr txBox="1"/>
          <p:nvPr/>
        </p:nvSpPr>
        <p:spPr>
          <a:xfrm>
            <a:off x="26779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W21 .S4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E1FF5569-072D-0726-5CAA-F03FF5C81F7E}"/>
              </a:ext>
            </a:extLst>
          </p:cNvPr>
          <p:cNvSpPr/>
          <p:nvPr/>
        </p:nvSpPr>
        <p:spPr>
          <a:xfrm>
            <a:off x="2677950" y="6067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F0FFA49F-59F7-E2C0-65F7-728F38638FB9}"/>
              </a:ext>
            </a:extLst>
          </p:cNvPr>
          <p:cNvCxnSpPr>
            <a:cxnSpLocks/>
          </p:cNvCxnSpPr>
          <p:nvPr/>
        </p:nvCxnSpPr>
        <p:spPr>
          <a:xfrm>
            <a:off x="2677950" y="6661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1" name="TextBox 420">
            <a:extLst>
              <a:ext uri="{FF2B5EF4-FFF2-40B4-BE49-F238E27FC236}">
                <a16:creationId xmlns:a16="http://schemas.microsoft.com/office/drawing/2014/main" id="{A768BDBA-BA57-90AB-0457-875463BE6F1D}"/>
              </a:ext>
            </a:extLst>
          </p:cNvPr>
          <p:cNvSpPr txBox="1"/>
          <p:nvPr/>
        </p:nvSpPr>
        <p:spPr>
          <a:xfrm>
            <a:off x="26779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W24 .S4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1DB9D39E-10F9-29D2-A12D-DB5C9282C346}"/>
              </a:ext>
            </a:extLst>
          </p:cNvPr>
          <p:cNvSpPr/>
          <p:nvPr/>
        </p:nvSpPr>
        <p:spPr>
          <a:xfrm>
            <a:off x="2677950" y="6895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7CC28755-A2BF-5DEE-175B-0A98DBF1A762}"/>
              </a:ext>
            </a:extLst>
          </p:cNvPr>
          <p:cNvCxnSpPr>
            <a:cxnSpLocks/>
          </p:cNvCxnSpPr>
          <p:nvPr/>
        </p:nvCxnSpPr>
        <p:spPr>
          <a:xfrm>
            <a:off x="2677950" y="7489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4" name="TextBox 423">
            <a:extLst>
              <a:ext uri="{FF2B5EF4-FFF2-40B4-BE49-F238E27FC236}">
                <a16:creationId xmlns:a16="http://schemas.microsoft.com/office/drawing/2014/main" id="{A88A4D25-3AE1-B029-C525-B7B79C437892}"/>
              </a:ext>
            </a:extLst>
          </p:cNvPr>
          <p:cNvSpPr txBox="1"/>
          <p:nvPr/>
        </p:nvSpPr>
        <p:spPr>
          <a:xfrm>
            <a:off x="38623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R1.S4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58DB5F0-E975-6F2A-9B59-07EDE76A782B}"/>
              </a:ext>
            </a:extLst>
          </p:cNvPr>
          <p:cNvSpPr/>
          <p:nvPr/>
        </p:nvSpPr>
        <p:spPr>
          <a:xfrm>
            <a:off x="3862350" y="1099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C585986E-DEB4-3858-07BC-2783AA86452A}"/>
              </a:ext>
            </a:extLst>
          </p:cNvPr>
          <p:cNvCxnSpPr>
            <a:cxnSpLocks/>
          </p:cNvCxnSpPr>
          <p:nvPr/>
        </p:nvCxnSpPr>
        <p:spPr>
          <a:xfrm>
            <a:off x="3862350" y="1693876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7" name="TextBox 426">
            <a:extLst>
              <a:ext uri="{FF2B5EF4-FFF2-40B4-BE49-F238E27FC236}">
                <a16:creationId xmlns:a16="http://schemas.microsoft.com/office/drawing/2014/main" id="{1955444D-E461-1EF9-56AC-8EBCEFA522AD}"/>
              </a:ext>
            </a:extLst>
          </p:cNvPr>
          <p:cNvSpPr txBox="1"/>
          <p:nvPr/>
        </p:nvSpPr>
        <p:spPr>
          <a:xfrm>
            <a:off x="38623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R2 .S4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C1EA3464-781A-E8EF-E848-362F04BC2BBE}"/>
              </a:ext>
            </a:extLst>
          </p:cNvPr>
          <p:cNvSpPr/>
          <p:nvPr/>
        </p:nvSpPr>
        <p:spPr>
          <a:xfrm>
            <a:off x="3862350" y="1927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9" name="Straight Connector 428">
            <a:extLst>
              <a:ext uri="{FF2B5EF4-FFF2-40B4-BE49-F238E27FC236}">
                <a16:creationId xmlns:a16="http://schemas.microsoft.com/office/drawing/2014/main" id="{D64137C8-5E42-FC64-F7AB-1F726C34589F}"/>
              </a:ext>
            </a:extLst>
          </p:cNvPr>
          <p:cNvCxnSpPr>
            <a:cxnSpLocks/>
          </p:cNvCxnSpPr>
          <p:nvPr/>
        </p:nvCxnSpPr>
        <p:spPr>
          <a:xfrm>
            <a:off x="3862350" y="2521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0" name="TextBox 429">
            <a:extLst>
              <a:ext uri="{FF2B5EF4-FFF2-40B4-BE49-F238E27FC236}">
                <a16:creationId xmlns:a16="http://schemas.microsoft.com/office/drawing/2014/main" id="{05869C09-8E25-6FC6-E6B1-68FDF8939DFF}"/>
              </a:ext>
            </a:extLst>
          </p:cNvPr>
          <p:cNvSpPr txBox="1"/>
          <p:nvPr/>
        </p:nvSpPr>
        <p:spPr>
          <a:xfrm>
            <a:off x="38623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R3 .S4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71D53725-646B-7BE3-6E8E-8A7957BEA67C}"/>
              </a:ext>
            </a:extLst>
          </p:cNvPr>
          <p:cNvSpPr/>
          <p:nvPr/>
        </p:nvSpPr>
        <p:spPr>
          <a:xfrm>
            <a:off x="3862350" y="2755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E2005BDF-4DF3-4340-923E-2188447D1760}"/>
              </a:ext>
            </a:extLst>
          </p:cNvPr>
          <p:cNvCxnSpPr>
            <a:cxnSpLocks/>
          </p:cNvCxnSpPr>
          <p:nvPr/>
        </p:nvCxnSpPr>
        <p:spPr>
          <a:xfrm>
            <a:off x="3862350" y="3349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3" name="TextBox 432">
            <a:extLst>
              <a:ext uri="{FF2B5EF4-FFF2-40B4-BE49-F238E27FC236}">
                <a16:creationId xmlns:a16="http://schemas.microsoft.com/office/drawing/2014/main" id="{E454BE81-E277-9105-32F3-63E1D8B6C270}"/>
              </a:ext>
            </a:extLst>
          </p:cNvPr>
          <p:cNvSpPr txBox="1"/>
          <p:nvPr/>
        </p:nvSpPr>
        <p:spPr>
          <a:xfrm>
            <a:off x="38623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R4 .S4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A60ADC57-C360-D193-5EDF-880FA4C0C846}"/>
              </a:ext>
            </a:extLst>
          </p:cNvPr>
          <p:cNvSpPr/>
          <p:nvPr/>
        </p:nvSpPr>
        <p:spPr>
          <a:xfrm>
            <a:off x="3862350" y="3583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D0752CA8-5184-1208-45A1-520D302DD028}"/>
              </a:ext>
            </a:extLst>
          </p:cNvPr>
          <p:cNvCxnSpPr>
            <a:cxnSpLocks/>
          </p:cNvCxnSpPr>
          <p:nvPr/>
        </p:nvCxnSpPr>
        <p:spPr>
          <a:xfrm>
            <a:off x="3862350" y="4177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6" name="TextBox 435">
            <a:extLst>
              <a:ext uri="{FF2B5EF4-FFF2-40B4-BE49-F238E27FC236}">
                <a16:creationId xmlns:a16="http://schemas.microsoft.com/office/drawing/2014/main" id="{C0F2D8DD-D3E3-0825-FC43-3A32B36CBAE6}"/>
              </a:ext>
            </a:extLst>
          </p:cNvPr>
          <p:cNvSpPr txBox="1"/>
          <p:nvPr/>
        </p:nvSpPr>
        <p:spPr>
          <a:xfrm>
            <a:off x="38623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R5 .S4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3A858FD4-F6E8-BA92-ED64-8007716BCF7C}"/>
              </a:ext>
            </a:extLst>
          </p:cNvPr>
          <p:cNvSpPr/>
          <p:nvPr/>
        </p:nvSpPr>
        <p:spPr>
          <a:xfrm>
            <a:off x="3862350" y="4411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8" name="Straight Connector 437">
            <a:extLst>
              <a:ext uri="{FF2B5EF4-FFF2-40B4-BE49-F238E27FC236}">
                <a16:creationId xmlns:a16="http://schemas.microsoft.com/office/drawing/2014/main" id="{925569E6-174C-6D37-B723-99F89C5F9F75}"/>
              </a:ext>
            </a:extLst>
          </p:cNvPr>
          <p:cNvCxnSpPr>
            <a:cxnSpLocks/>
          </p:cNvCxnSpPr>
          <p:nvPr/>
        </p:nvCxnSpPr>
        <p:spPr>
          <a:xfrm>
            <a:off x="3862350" y="5005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9" name="TextBox 438">
            <a:extLst>
              <a:ext uri="{FF2B5EF4-FFF2-40B4-BE49-F238E27FC236}">
                <a16:creationId xmlns:a16="http://schemas.microsoft.com/office/drawing/2014/main" id="{43A55F78-372E-1EBA-570D-7182F83C86E9}"/>
              </a:ext>
            </a:extLst>
          </p:cNvPr>
          <p:cNvSpPr txBox="1"/>
          <p:nvPr/>
        </p:nvSpPr>
        <p:spPr>
          <a:xfrm>
            <a:off x="38623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R6 .S4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9D8FE3C2-2C22-C93B-CA14-ABC5B6A0BD0D}"/>
              </a:ext>
            </a:extLst>
          </p:cNvPr>
          <p:cNvSpPr/>
          <p:nvPr/>
        </p:nvSpPr>
        <p:spPr>
          <a:xfrm>
            <a:off x="3862350" y="5239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1" name="Straight Connector 440">
            <a:extLst>
              <a:ext uri="{FF2B5EF4-FFF2-40B4-BE49-F238E27FC236}">
                <a16:creationId xmlns:a16="http://schemas.microsoft.com/office/drawing/2014/main" id="{CC136B91-6293-4455-175D-FCBFA0E3672B}"/>
              </a:ext>
            </a:extLst>
          </p:cNvPr>
          <p:cNvCxnSpPr>
            <a:cxnSpLocks/>
          </p:cNvCxnSpPr>
          <p:nvPr/>
        </p:nvCxnSpPr>
        <p:spPr>
          <a:xfrm>
            <a:off x="3862350" y="5833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2" name="TextBox 441">
            <a:extLst>
              <a:ext uri="{FF2B5EF4-FFF2-40B4-BE49-F238E27FC236}">
                <a16:creationId xmlns:a16="http://schemas.microsoft.com/office/drawing/2014/main" id="{9E91FB3A-FBF3-CE93-D332-C16F98D7BE90}"/>
              </a:ext>
            </a:extLst>
          </p:cNvPr>
          <p:cNvSpPr txBox="1"/>
          <p:nvPr/>
        </p:nvSpPr>
        <p:spPr>
          <a:xfrm>
            <a:off x="38623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R7 .S4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961136E8-02AE-3526-14C8-E86D5F163F3D}"/>
              </a:ext>
            </a:extLst>
          </p:cNvPr>
          <p:cNvSpPr/>
          <p:nvPr/>
        </p:nvSpPr>
        <p:spPr>
          <a:xfrm>
            <a:off x="3862350" y="6067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E439793-35EB-D339-BBA2-A4516862519D}"/>
              </a:ext>
            </a:extLst>
          </p:cNvPr>
          <p:cNvCxnSpPr>
            <a:cxnSpLocks/>
          </p:cNvCxnSpPr>
          <p:nvPr/>
        </p:nvCxnSpPr>
        <p:spPr>
          <a:xfrm>
            <a:off x="3862350" y="6661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5" name="TextBox 444">
            <a:extLst>
              <a:ext uri="{FF2B5EF4-FFF2-40B4-BE49-F238E27FC236}">
                <a16:creationId xmlns:a16="http://schemas.microsoft.com/office/drawing/2014/main" id="{AA9A1224-B751-F6A9-F605-3EDBE5FAD7E6}"/>
              </a:ext>
            </a:extLst>
          </p:cNvPr>
          <p:cNvSpPr txBox="1"/>
          <p:nvPr/>
        </p:nvSpPr>
        <p:spPr>
          <a:xfrm>
            <a:off x="38623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R8 .S4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0D1A235E-1D39-29E6-74FA-93674D0109F1}"/>
              </a:ext>
            </a:extLst>
          </p:cNvPr>
          <p:cNvSpPr/>
          <p:nvPr/>
        </p:nvSpPr>
        <p:spPr>
          <a:xfrm>
            <a:off x="3862350" y="6895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96D34CC9-70F7-33F4-7FDE-27A8A3C421D4}"/>
              </a:ext>
            </a:extLst>
          </p:cNvPr>
          <p:cNvCxnSpPr>
            <a:cxnSpLocks/>
          </p:cNvCxnSpPr>
          <p:nvPr/>
        </p:nvCxnSpPr>
        <p:spPr>
          <a:xfrm>
            <a:off x="3862350" y="7489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4" name="TextBox 703">
            <a:extLst>
              <a:ext uri="{FF2B5EF4-FFF2-40B4-BE49-F238E27FC236}">
                <a16:creationId xmlns:a16="http://schemas.microsoft.com/office/drawing/2014/main" id="{8983B472-727E-1058-87A2-3F5F7DB073EC}"/>
              </a:ext>
            </a:extLst>
          </p:cNvPr>
          <p:cNvSpPr txBox="1"/>
          <p:nvPr/>
        </p:nvSpPr>
        <p:spPr>
          <a:xfrm>
            <a:off x="5046750" y="901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MA1.S4</a:t>
            </a:r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19008F83-EF8C-F70A-8423-0BA031808573}"/>
              </a:ext>
            </a:extLst>
          </p:cNvPr>
          <p:cNvSpPr/>
          <p:nvPr/>
        </p:nvSpPr>
        <p:spPr>
          <a:xfrm>
            <a:off x="5046750" y="109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8" name="TextBox 727">
            <a:extLst>
              <a:ext uri="{FF2B5EF4-FFF2-40B4-BE49-F238E27FC236}">
                <a16:creationId xmlns:a16="http://schemas.microsoft.com/office/drawing/2014/main" id="{76224589-00BD-64F8-724D-D369C28DD161}"/>
              </a:ext>
            </a:extLst>
          </p:cNvPr>
          <p:cNvSpPr txBox="1"/>
          <p:nvPr/>
        </p:nvSpPr>
        <p:spPr>
          <a:xfrm>
            <a:off x="5939550" y="901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MB1.S4</a:t>
            </a:r>
          </a:p>
        </p:txBody>
      </p:sp>
      <p:sp>
        <p:nvSpPr>
          <p:cNvPr id="729" name="Rectangle 728">
            <a:extLst>
              <a:ext uri="{FF2B5EF4-FFF2-40B4-BE49-F238E27FC236}">
                <a16:creationId xmlns:a16="http://schemas.microsoft.com/office/drawing/2014/main" id="{DF69A9A0-03B2-61F7-70B4-5B21B9D3ABFD}"/>
              </a:ext>
            </a:extLst>
          </p:cNvPr>
          <p:cNvSpPr/>
          <p:nvPr/>
        </p:nvSpPr>
        <p:spPr>
          <a:xfrm>
            <a:off x="5939550" y="109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2" name="TextBox 751">
            <a:extLst>
              <a:ext uri="{FF2B5EF4-FFF2-40B4-BE49-F238E27FC236}">
                <a16:creationId xmlns:a16="http://schemas.microsoft.com/office/drawing/2014/main" id="{AD42C5C1-6902-4F5D-E7BD-21CB422CD950}"/>
              </a:ext>
            </a:extLst>
          </p:cNvPr>
          <p:cNvSpPr txBox="1"/>
          <p:nvPr/>
        </p:nvSpPr>
        <p:spPr>
          <a:xfrm>
            <a:off x="5046750" y="1729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MA2.S4</a:t>
            </a:r>
          </a:p>
        </p:txBody>
      </p:sp>
      <p:sp>
        <p:nvSpPr>
          <p:cNvPr id="753" name="Rectangle 752">
            <a:extLst>
              <a:ext uri="{FF2B5EF4-FFF2-40B4-BE49-F238E27FC236}">
                <a16:creationId xmlns:a16="http://schemas.microsoft.com/office/drawing/2014/main" id="{F023449B-7F9B-D0D2-20F6-CF6853D3346A}"/>
              </a:ext>
            </a:extLst>
          </p:cNvPr>
          <p:cNvSpPr/>
          <p:nvPr/>
        </p:nvSpPr>
        <p:spPr>
          <a:xfrm>
            <a:off x="5046750" y="192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4" name="TextBox 753">
            <a:extLst>
              <a:ext uri="{FF2B5EF4-FFF2-40B4-BE49-F238E27FC236}">
                <a16:creationId xmlns:a16="http://schemas.microsoft.com/office/drawing/2014/main" id="{DB570419-D4C9-9B04-65D3-C10AB7A366E9}"/>
              </a:ext>
            </a:extLst>
          </p:cNvPr>
          <p:cNvSpPr txBox="1"/>
          <p:nvPr/>
        </p:nvSpPr>
        <p:spPr>
          <a:xfrm>
            <a:off x="5939550" y="1729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MB2.S4</a:t>
            </a:r>
          </a:p>
        </p:txBody>
      </p:sp>
      <p:sp>
        <p:nvSpPr>
          <p:cNvPr id="755" name="Rectangle 754">
            <a:extLst>
              <a:ext uri="{FF2B5EF4-FFF2-40B4-BE49-F238E27FC236}">
                <a16:creationId xmlns:a16="http://schemas.microsoft.com/office/drawing/2014/main" id="{DC9C8C60-6FBF-306D-ADCE-31E7A5ECB7F5}"/>
              </a:ext>
            </a:extLst>
          </p:cNvPr>
          <p:cNvSpPr/>
          <p:nvPr/>
        </p:nvSpPr>
        <p:spPr>
          <a:xfrm>
            <a:off x="5939550" y="192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6" name="TextBox 755">
            <a:extLst>
              <a:ext uri="{FF2B5EF4-FFF2-40B4-BE49-F238E27FC236}">
                <a16:creationId xmlns:a16="http://schemas.microsoft.com/office/drawing/2014/main" id="{E30EFCB3-ABBA-4D37-B5CE-10316E10E2C9}"/>
              </a:ext>
            </a:extLst>
          </p:cNvPr>
          <p:cNvSpPr txBox="1"/>
          <p:nvPr/>
        </p:nvSpPr>
        <p:spPr>
          <a:xfrm>
            <a:off x="5046750" y="2557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MA3.S4</a:t>
            </a:r>
          </a:p>
        </p:txBody>
      </p:sp>
      <p:sp>
        <p:nvSpPr>
          <p:cNvPr id="757" name="Rectangle 756">
            <a:extLst>
              <a:ext uri="{FF2B5EF4-FFF2-40B4-BE49-F238E27FC236}">
                <a16:creationId xmlns:a16="http://schemas.microsoft.com/office/drawing/2014/main" id="{8C3BA1DA-790B-ED6C-BE20-4BC287ACE17E}"/>
              </a:ext>
            </a:extLst>
          </p:cNvPr>
          <p:cNvSpPr/>
          <p:nvPr/>
        </p:nvSpPr>
        <p:spPr>
          <a:xfrm>
            <a:off x="5046750" y="275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8" name="TextBox 757">
            <a:extLst>
              <a:ext uri="{FF2B5EF4-FFF2-40B4-BE49-F238E27FC236}">
                <a16:creationId xmlns:a16="http://schemas.microsoft.com/office/drawing/2014/main" id="{920866A8-AD16-4EA7-1F1A-0B2D7AE4EECB}"/>
              </a:ext>
            </a:extLst>
          </p:cNvPr>
          <p:cNvSpPr txBox="1"/>
          <p:nvPr/>
        </p:nvSpPr>
        <p:spPr>
          <a:xfrm>
            <a:off x="5939550" y="2557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MB3.S4</a:t>
            </a:r>
          </a:p>
        </p:txBody>
      </p:sp>
      <p:sp>
        <p:nvSpPr>
          <p:cNvPr id="759" name="Rectangle 758">
            <a:extLst>
              <a:ext uri="{FF2B5EF4-FFF2-40B4-BE49-F238E27FC236}">
                <a16:creationId xmlns:a16="http://schemas.microsoft.com/office/drawing/2014/main" id="{9FB39B48-A92D-8AB7-DF28-C0409D8D1D74}"/>
              </a:ext>
            </a:extLst>
          </p:cNvPr>
          <p:cNvSpPr/>
          <p:nvPr/>
        </p:nvSpPr>
        <p:spPr>
          <a:xfrm>
            <a:off x="5939550" y="275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0" name="TextBox 759">
            <a:extLst>
              <a:ext uri="{FF2B5EF4-FFF2-40B4-BE49-F238E27FC236}">
                <a16:creationId xmlns:a16="http://schemas.microsoft.com/office/drawing/2014/main" id="{5DF19EC2-8CDA-2C09-DD6A-0A23CBE4F44F}"/>
              </a:ext>
            </a:extLst>
          </p:cNvPr>
          <p:cNvSpPr txBox="1"/>
          <p:nvPr/>
        </p:nvSpPr>
        <p:spPr>
          <a:xfrm>
            <a:off x="5046750" y="3385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MA4.S4</a:t>
            </a:r>
          </a:p>
        </p:txBody>
      </p:sp>
      <p:sp>
        <p:nvSpPr>
          <p:cNvPr id="761" name="Rectangle 760">
            <a:extLst>
              <a:ext uri="{FF2B5EF4-FFF2-40B4-BE49-F238E27FC236}">
                <a16:creationId xmlns:a16="http://schemas.microsoft.com/office/drawing/2014/main" id="{1670BF6A-07E3-6817-4D72-3CFB83C28AA3}"/>
              </a:ext>
            </a:extLst>
          </p:cNvPr>
          <p:cNvSpPr/>
          <p:nvPr/>
        </p:nvSpPr>
        <p:spPr>
          <a:xfrm>
            <a:off x="5046750" y="3583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2" name="TextBox 761">
            <a:extLst>
              <a:ext uri="{FF2B5EF4-FFF2-40B4-BE49-F238E27FC236}">
                <a16:creationId xmlns:a16="http://schemas.microsoft.com/office/drawing/2014/main" id="{149FB4A4-8461-6DED-2E02-8469F96B4E71}"/>
              </a:ext>
            </a:extLst>
          </p:cNvPr>
          <p:cNvSpPr txBox="1"/>
          <p:nvPr/>
        </p:nvSpPr>
        <p:spPr>
          <a:xfrm>
            <a:off x="5939550" y="3385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MB4.S4</a:t>
            </a:r>
          </a:p>
        </p:txBody>
      </p:sp>
      <p:sp>
        <p:nvSpPr>
          <p:cNvPr id="763" name="Rectangle 762">
            <a:extLst>
              <a:ext uri="{FF2B5EF4-FFF2-40B4-BE49-F238E27FC236}">
                <a16:creationId xmlns:a16="http://schemas.microsoft.com/office/drawing/2014/main" id="{CB68A140-366D-FE43-8F9B-BE5F11150980}"/>
              </a:ext>
            </a:extLst>
          </p:cNvPr>
          <p:cNvSpPr/>
          <p:nvPr/>
        </p:nvSpPr>
        <p:spPr>
          <a:xfrm>
            <a:off x="5939550" y="3583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4" name="TextBox 763">
            <a:extLst>
              <a:ext uri="{FF2B5EF4-FFF2-40B4-BE49-F238E27FC236}">
                <a16:creationId xmlns:a16="http://schemas.microsoft.com/office/drawing/2014/main" id="{411E2BB3-A5A9-A72F-C3F9-CD6BEBDC0207}"/>
              </a:ext>
            </a:extLst>
          </p:cNvPr>
          <p:cNvSpPr txBox="1"/>
          <p:nvPr/>
        </p:nvSpPr>
        <p:spPr>
          <a:xfrm>
            <a:off x="5046750" y="4213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MA5.S4</a:t>
            </a:r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A594BEB-5841-4A23-F9AD-4498D695E4F8}"/>
              </a:ext>
            </a:extLst>
          </p:cNvPr>
          <p:cNvSpPr/>
          <p:nvPr/>
        </p:nvSpPr>
        <p:spPr>
          <a:xfrm>
            <a:off x="5046750" y="4411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6" name="TextBox 765">
            <a:extLst>
              <a:ext uri="{FF2B5EF4-FFF2-40B4-BE49-F238E27FC236}">
                <a16:creationId xmlns:a16="http://schemas.microsoft.com/office/drawing/2014/main" id="{EB492849-F3E1-71BB-4049-94642CE4617C}"/>
              </a:ext>
            </a:extLst>
          </p:cNvPr>
          <p:cNvSpPr txBox="1"/>
          <p:nvPr/>
        </p:nvSpPr>
        <p:spPr>
          <a:xfrm>
            <a:off x="5939550" y="4213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MB5.S4</a:t>
            </a:r>
          </a:p>
        </p:txBody>
      </p:sp>
      <p:sp>
        <p:nvSpPr>
          <p:cNvPr id="767" name="Rectangle 766">
            <a:extLst>
              <a:ext uri="{FF2B5EF4-FFF2-40B4-BE49-F238E27FC236}">
                <a16:creationId xmlns:a16="http://schemas.microsoft.com/office/drawing/2014/main" id="{CB225065-2256-815C-B8B2-376B7A3B745E}"/>
              </a:ext>
            </a:extLst>
          </p:cNvPr>
          <p:cNvSpPr/>
          <p:nvPr/>
        </p:nvSpPr>
        <p:spPr>
          <a:xfrm>
            <a:off x="5939550" y="4411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8" name="TextBox 767">
            <a:extLst>
              <a:ext uri="{FF2B5EF4-FFF2-40B4-BE49-F238E27FC236}">
                <a16:creationId xmlns:a16="http://schemas.microsoft.com/office/drawing/2014/main" id="{3D247387-8C73-0AF2-EA72-679B74835764}"/>
              </a:ext>
            </a:extLst>
          </p:cNvPr>
          <p:cNvSpPr txBox="1"/>
          <p:nvPr/>
        </p:nvSpPr>
        <p:spPr>
          <a:xfrm>
            <a:off x="5046750" y="5041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MA6.S4</a:t>
            </a:r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F49E4B41-FD10-AE20-46E8-44B31EF56F42}"/>
              </a:ext>
            </a:extLst>
          </p:cNvPr>
          <p:cNvSpPr/>
          <p:nvPr/>
        </p:nvSpPr>
        <p:spPr>
          <a:xfrm>
            <a:off x="5046750" y="523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0" name="TextBox 769">
            <a:extLst>
              <a:ext uri="{FF2B5EF4-FFF2-40B4-BE49-F238E27FC236}">
                <a16:creationId xmlns:a16="http://schemas.microsoft.com/office/drawing/2014/main" id="{03B923A0-9077-34D6-864D-0D97512B812A}"/>
              </a:ext>
            </a:extLst>
          </p:cNvPr>
          <p:cNvSpPr txBox="1"/>
          <p:nvPr/>
        </p:nvSpPr>
        <p:spPr>
          <a:xfrm>
            <a:off x="5939550" y="5041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MB6.S4</a:t>
            </a:r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2B23182-C7DC-B6D4-03ED-EF1356384863}"/>
              </a:ext>
            </a:extLst>
          </p:cNvPr>
          <p:cNvSpPr/>
          <p:nvPr/>
        </p:nvSpPr>
        <p:spPr>
          <a:xfrm>
            <a:off x="5939550" y="523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2" name="TextBox 771">
            <a:extLst>
              <a:ext uri="{FF2B5EF4-FFF2-40B4-BE49-F238E27FC236}">
                <a16:creationId xmlns:a16="http://schemas.microsoft.com/office/drawing/2014/main" id="{3ECA056F-DBFE-EE16-DCC9-2975C268D31A}"/>
              </a:ext>
            </a:extLst>
          </p:cNvPr>
          <p:cNvSpPr txBox="1"/>
          <p:nvPr/>
        </p:nvSpPr>
        <p:spPr>
          <a:xfrm>
            <a:off x="5046750" y="5869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MA7.S4</a:t>
            </a:r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EF3CA4FE-66A0-E8B0-B788-10351B8E8521}"/>
              </a:ext>
            </a:extLst>
          </p:cNvPr>
          <p:cNvSpPr/>
          <p:nvPr/>
        </p:nvSpPr>
        <p:spPr>
          <a:xfrm>
            <a:off x="5046750" y="606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4" name="TextBox 773">
            <a:extLst>
              <a:ext uri="{FF2B5EF4-FFF2-40B4-BE49-F238E27FC236}">
                <a16:creationId xmlns:a16="http://schemas.microsoft.com/office/drawing/2014/main" id="{7B779AE8-9099-CDAD-46E7-0A2785ED477C}"/>
              </a:ext>
            </a:extLst>
          </p:cNvPr>
          <p:cNvSpPr txBox="1"/>
          <p:nvPr/>
        </p:nvSpPr>
        <p:spPr>
          <a:xfrm>
            <a:off x="5939550" y="5869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MB7.S4</a:t>
            </a:r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61B93848-570F-9029-66EB-17109BFB37D7}"/>
              </a:ext>
            </a:extLst>
          </p:cNvPr>
          <p:cNvSpPr/>
          <p:nvPr/>
        </p:nvSpPr>
        <p:spPr>
          <a:xfrm>
            <a:off x="5939550" y="606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6" name="TextBox 775">
            <a:extLst>
              <a:ext uri="{FF2B5EF4-FFF2-40B4-BE49-F238E27FC236}">
                <a16:creationId xmlns:a16="http://schemas.microsoft.com/office/drawing/2014/main" id="{A2E1FB8F-0AF1-5FE4-B8E4-FFF262483643}"/>
              </a:ext>
            </a:extLst>
          </p:cNvPr>
          <p:cNvSpPr txBox="1"/>
          <p:nvPr/>
        </p:nvSpPr>
        <p:spPr>
          <a:xfrm>
            <a:off x="5046750" y="6697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MA8.S4</a:t>
            </a: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BC0FC23C-058B-60F3-64A2-30EA47E2A8AE}"/>
              </a:ext>
            </a:extLst>
          </p:cNvPr>
          <p:cNvSpPr/>
          <p:nvPr/>
        </p:nvSpPr>
        <p:spPr>
          <a:xfrm>
            <a:off x="5046750" y="689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8" name="TextBox 777">
            <a:extLst>
              <a:ext uri="{FF2B5EF4-FFF2-40B4-BE49-F238E27FC236}">
                <a16:creationId xmlns:a16="http://schemas.microsoft.com/office/drawing/2014/main" id="{BBE11CE5-41DD-3238-1647-C6D0E9C48E31}"/>
              </a:ext>
            </a:extLst>
          </p:cNvPr>
          <p:cNvSpPr txBox="1"/>
          <p:nvPr/>
        </p:nvSpPr>
        <p:spPr>
          <a:xfrm>
            <a:off x="5939550" y="6697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MB8.S4</a:t>
            </a: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64D67326-690B-E2A0-875F-6D2F8B8076AB}"/>
              </a:ext>
            </a:extLst>
          </p:cNvPr>
          <p:cNvSpPr/>
          <p:nvPr/>
        </p:nvSpPr>
        <p:spPr>
          <a:xfrm>
            <a:off x="5939550" y="689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0" name="TextBox 779">
            <a:extLst>
              <a:ext uri="{FF2B5EF4-FFF2-40B4-BE49-F238E27FC236}">
                <a16:creationId xmlns:a16="http://schemas.microsoft.com/office/drawing/2014/main" id="{50E75B1C-03AA-8B45-08E9-5221B7412F83}"/>
              </a:ext>
            </a:extLst>
          </p:cNvPr>
          <p:cNvSpPr txBox="1"/>
          <p:nvPr/>
        </p:nvSpPr>
        <p:spPr>
          <a:xfrm>
            <a:off x="3091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C1 .S4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0115895A-B272-DE1E-C837-F0D218BB0B07}"/>
              </a:ext>
            </a:extLst>
          </p:cNvPr>
          <p:cNvSpPr/>
          <p:nvPr/>
        </p:nvSpPr>
        <p:spPr>
          <a:xfrm>
            <a:off x="309150" y="7723650"/>
            <a:ext cx="864539" cy="35924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FA4B5BEF-6A9F-5D24-0B66-37D8724DC39A}"/>
              </a:ext>
            </a:extLst>
          </p:cNvPr>
          <p:cNvCxnSpPr>
            <a:cxnSpLocks/>
          </p:cNvCxnSpPr>
          <p:nvPr/>
        </p:nvCxnSpPr>
        <p:spPr>
          <a:xfrm>
            <a:off x="309150" y="8317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83" name="TextBox 782">
            <a:extLst>
              <a:ext uri="{FF2B5EF4-FFF2-40B4-BE49-F238E27FC236}">
                <a16:creationId xmlns:a16="http://schemas.microsoft.com/office/drawing/2014/main" id="{D1A6CF91-120F-DE96-5642-C4DAF0FA261D}"/>
              </a:ext>
            </a:extLst>
          </p:cNvPr>
          <p:cNvSpPr txBox="1"/>
          <p:nvPr/>
        </p:nvSpPr>
        <p:spPr>
          <a:xfrm>
            <a:off x="14935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C2 .S4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1676CB50-4782-A7A3-84B1-4EF4B7CFD0D0}"/>
              </a:ext>
            </a:extLst>
          </p:cNvPr>
          <p:cNvSpPr/>
          <p:nvPr/>
        </p:nvSpPr>
        <p:spPr>
          <a:xfrm>
            <a:off x="1493550" y="7723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85" name="Straight Connector 784">
            <a:extLst>
              <a:ext uri="{FF2B5EF4-FFF2-40B4-BE49-F238E27FC236}">
                <a16:creationId xmlns:a16="http://schemas.microsoft.com/office/drawing/2014/main" id="{C2D46EAF-05D6-0D02-99A2-AA6D3B4888E0}"/>
              </a:ext>
            </a:extLst>
          </p:cNvPr>
          <p:cNvCxnSpPr>
            <a:cxnSpLocks/>
          </p:cNvCxnSpPr>
          <p:nvPr/>
        </p:nvCxnSpPr>
        <p:spPr>
          <a:xfrm>
            <a:off x="1493550" y="8317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86" name="TextBox 785">
            <a:extLst>
              <a:ext uri="{FF2B5EF4-FFF2-40B4-BE49-F238E27FC236}">
                <a16:creationId xmlns:a16="http://schemas.microsoft.com/office/drawing/2014/main" id="{A9E2D685-43D4-B7CF-9BF6-162D42CFF613}"/>
              </a:ext>
            </a:extLst>
          </p:cNvPr>
          <p:cNvSpPr txBox="1"/>
          <p:nvPr/>
        </p:nvSpPr>
        <p:spPr>
          <a:xfrm>
            <a:off x="26779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C3 .S4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787" name="Rectangle 786">
            <a:extLst>
              <a:ext uri="{FF2B5EF4-FFF2-40B4-BE49-F238E27FC236}">
                <a16:creationId xmlns:a16="http://schemas.microsoft.com/office/drawing/2014/main" id="{51B869EF-C1C9-EB10-8380-1CFD03FA2EE8}"/>
              </a:ext>
            </a:extLst>
          </p:cNvPr>
          <p:cNvSpPr/>
          <p:nvPr/>
        </p:nvSpPr>
        <p:spPr>
          <a:xfrm>
            <a:off x="2677950" y="7723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88" name="Straight Connector 787">
            <a:extLst>
              <a:ext uri="{FF2B5EF4-FFF2-40B4-BE49-F238E27FC236}">
                <a16:creationId xmlns:a16="http://schemas.microsoft.com/office/drawing/2014/main" id="{95529F46-2E0A-9067-F8A4-A464B34F0C4D}"/>
              </a:ext>
            </a:extLst>
          </p:cNvPr>
          <p:cNvCxnSpPr>
            <a:cxnSpLocks/>
          </p:cNvCxnSpPr>
          <p:nvPr/>
        </p:nvCxnSpPr>
        <p:spPr>
          <a:xfrm>
            <a:off x="2677950" y="8317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89" name="TextBox 788">
            <a:extLst>
              <a:ext uri="{FF2B5EF4-FFF2-40B4-BE49-F238E27FC236}">
                <a16:creationId xmlns:a16="http://schemas.microsoft.com/office/drawing/2014/main" id="{CAAA4F18-FA69-9733-E22F-F084A0E7127C}"/>
              </a:ext>
            </a:extLst>
          </p:cNvPr>
          <p:cNvSpPr txBox="1"/>
          <p:nvPr/>
        </p:nvSpPr>
        <p:spPr>
          <a:xfrm>
            <a:off x="38623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GIC .S4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A8ECB5EE-8BBA-2AD2-CC49-E5FC22B6C88B}"/>
              </a:ext>
            </a:extLst>
          </p:cNvPr>
          <p:cNvSpPr/>
          <p:nvPr/>
        </p:nvSpPr>
        <p:spPr>
          <a:xfrm>
            <a:off x="3862350" y="7723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91" name="Straight Connector 790">
            <a:extLst>
              <a:ext uri="{FF2B5EF4-FFF2-40B4-BE49-F238E27FC236}">
                <a16:creationId xmlns:a16="http://schemas.microsoft.com/office/drawing/2014/main" id="{BB42BF75-F346-DF41-0182-E8F573991D81}"/>
              </a:ext>
            </a:extLst>
          </p:cNvPr>
          <p:cNvCxnSpPr>
            <a:cxnSpLocks/>
          </p:cNvCxnSpPr>
          <p:nvPr/>
        </p:nvCxnSpPr>
        <p:spPr>
          <a:xfrm>
            <a:off x="3862350" y="8317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94" name="TextBox 793">
            <a:extLst>
              <a:ext uri="{FF2B5EF4-FFF2-40B4-BE49-F238E27FC236}">
                <a16:creationId xmlns:a16="http://schemas.microsoft.com/office/drawing/2014/main" id="{E098860C-2A7A-9732-9D40-8A68B6289582}"/>
              </a:ext>
            </a:extLst>
          </p:cNvPr>
          <p:cNvSpPr txBox="1"/>
          <p:nvPr/>
        </p:nvSpPr>
        <p:spPr>
          <a:xfrm>
            <a:off x="187340" y="55362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801" name="TextBox 800">
            <a:extLst>
              <a:ext uri="{FF2B5EF4-FFF2-40B4-BE49-F238E27FC236}">
                <a16:creationId xmlns:a16="http://schemas.microsoft.com/office/drawing/2014/main" id="{D7A653AF-73CA-E64E-93FC-C1E5770D0ACD}"/>
              </a:ext>
            </a:extLst>
          </p:cNvPr>
          <p:cNvSpPr txBox="1"/>
          <p:nvPr/>
        </p:nvSpPr>
        <p:spPr>
          <a:xfrm>
            <a:off x="309150" y="80640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2" name="TextBox 801">
            <a:extLst>
              <a:ext uri="{FF2B5EF4-FFF2-40B4-BE49-F238E27FC236}">
                <a16:creationId xmlns:a16="http://schemas.microsoft.com/office/drawing/2014/main" id="{9574059C-E376-7582-0EE0-B538EBC6E7CD}"/>
              </a:ext>
            </a:extLst>
          </p:cNvPr>
          <p:cNvSpPr txBox="1"/>
          <p:nvPr/>
        </p:nvSpPr>
        <p:spPr>
          <a:xfrm>
            <a:off x="1493549" y="80640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3" name="TextBox 802">
            <a:extLst>
              <a:ext uri="{FF2B5EF4-FFF2-40B4-BE49-F238E27FC236}">
                <a16:creationId xmlns:a16="http://schemas.microsoft.com/office/drawing/2014/main" id="{BDC71D8C-A790-72F5-C080-62CAE919B02E}"/>
              </a:ext>
            </a:extLst>
          </p:cNvPr>
          <p:cNvSpPr txBox="1"/>
          <p:nvPr/>
        </p:nvSpPr>
        <p:spPr>
          <a:xfrm>
            <a:off x="2677681" y="80640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4" name="TextBox 803">
            <a:extLst>
              <a:ext uri="{FF2B5EF4-FFF2-40B4-BE49-F238E27FC236}">
                <a16:creationId xmlns:a16="http://schemas.microsoft.com/office/drawing/2014/main" id="{1CBBA368-7930-01B1-E1A4-97C695564CC4}"/>
              </a:ext>
            </a:extLst>
          </p:cNvPr>
          <p:cNvSpPr txBox="1"/>
          <p:nvPr/>
        </p:nvSpPr>
        <p:spPr>
          <a:xfrm>
            <a:off x="201150" y="1161323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</a:t>
            </a:r>
            <a:endParaRPr lang="en-US" sz="800" b="1" noProof="0" dirty="0"/>
          </a:p>
        </p:txBody>
      </p:sp>
      <p:sp>
        <p:nvSpPr>
          <p:cNvPr id="805" name="TextBox 804">
            <a:extLst>
              <a:ext uri="{FF2B5EF4-FFF2-40B4-BE49-F238E27FC236}">
                <a16:creationId xmlns:a16="http://schemas.microsoft.com/office/drawing/2014/main" id="{535C1777-348A-E520-1BE6-37D88AFA9533}"/>
              </a:ext>
            </a:extLst>
          </p:cNvPr>
          <p:cNvSpPr txBox="1"/>
          <p:nvPr/>
        </p:nvSpPr>
        <p:spPr>
          <a:xfrm>
            <a:off x="201150" y="2003024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</a:t>
            </a:r>
            <a:endParaRPr lang="en-US" sz="800" b="1" noProof="0" dirty="0"/>
          </a:p>
        </p:txBody>
      </p:sp>
      <p:sp>
        <p:nvSpPr>
          <p:cNvPr id="808" name="TextBox 807">
            <a:extLst>
              <a:ext uri="{FF2B5EF4-FFF2-40B4-BE49-F238E27FC236}">
                <a16:creationId xmlns:a16="http://schemas.microsoft.com/office/drawing/2014/main" id="{4A38DA2C-6599-24F6-E1AB-5F669A2C7A54}"/>
              </a:ext>
            </a:extLst>
          </p:cNvPr>
          <p:cNvSpPr txBox="1"/>
          <p:nvPr/>
        </p:nvSpPr>
        <p:spPr>
          <a:xfrm>
            <a:off x="201150" y="2832074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</a:t>
            </a:r>
          </a:p>
        </p:txBody>
      </p:sp>
      <p:sp>
        <p:nvSpPr>
          <p:cNvPr id="809" name="TextBox 808">
            <a:extLst>
              <a:ext uri="{FF2B5EF4-FFF2-40B4-BE49-F238E27FC236}">
                <a16:creationId xmlns:a16="http://schemas.microsoft.com/office/drawing/2014/main" id="{BC008CFC-CE46-D79F-D3A7-915D1FD34944}"/>
              </a:ext>
            </a:extLst>
          </p:cNvPr>
          <p:cNvSpPr txBox="1"/>
          <p:nvPr/>
        </p:nvSpPr>
        <p:spPr>
          <a:xfrm>
            <a:off x="201150" y="366133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4</a:t>
            </a:r>
            <a:endParaRPr lang="en-US" sz="800" b="1" noProof="0" dirty="0"/>
          </a:p>
        </p:txBody>
      </p:sp>
      <p:sp>
        <p:nvSpPr>
          <p:cNvPr id="810" name="TextBox 809">
            <a:extLst>
              <a:ext uri="{FF2B5EF4-FFF2-40B4-BE49-F238E27FC236}">
                <a16:creationId xmlns:a16="http://schemas.microsoft.com/office/drawing/2014/main" id="{19AA66AA-B8F9-4C32-D2B5-8617A45E1C2F}"/>
              </a:ext>
            </a:extLst>
          </p:cNvPr>
          <p:cNvSpPr txBox="1"/>
          <p:nvPr/>
        </p:nvSpPr>
        <p:spPr>
          <a:xfrm>
            <a:off x="201150" y="448933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5</a:t>
            </a:r>
            <a:endParaRPr lang="en-US" sz="800" b="1" noProof="0" dirty="0"/>
          </a:p>
        </p:txBody>
      </p:sp>
      <p:sp>
        <p:nvSpPr>
          <p:cNvPr id="811" name="TextBox 810">
            <a:extLst>
              <a:ext uri="{FF2B5EF4-FFF2-40B4-BE49-F238E27FC236}">
                <a16:creationId xmlns:a16="http://schemas.microsoft.com/office/drawing/2014/main" id="{7CEAAE26-1471-C3A0-EF24-EC74C415EA9E}"/>
              </a:ext>
            </a:extLst>
          </p:cNvPr>
          <p:cNvSpPr txBox="1"/>
          <p:nvPr/>
        </p:nvSpPr>
        <p:spPr>
          <a:xfrm>
            <a:off x="201150" y="531154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6</a:t>
            </a:r>
            <a:endParaRPr lang="en-US" sz="800" b="1" noProof="0" dirty="0"/>
          </a:p>
        </p:txBody>
      </p:sp>
      <p:sp>
        <p:nvSpPr>
          <p:cNvPr id="812" name="TextBox 811">
            <a:extLst>
              <a:ext uri="{FF2B5EF4-FFF2-40B4-BE49-F238E27FC236}">
                <a16:creationId xmlns:a16="http://schemas.microsoft.com/office/drawing/2014/main" id="{739FEF5B-B18A-A0A7-DCA2-53D50685DA15}"/>
              </a:ext>
            </a:extLst>
          </p:cNvPr>
          <p:cNvSpPr txBox="1"/>
          <p:nvPr/>
        </p:nvSpPr>
        <p:spPr>
          <a:xfrm>
            <a:off x="201150" y="614533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7</a:t>
            </a:r>
            <a:endParaRPr lang="en-US" sz="800" b="1" noProof="0" dirty="0"/>
          </a:p>
        </p:txBody>
      </p:sp>
      <p:sp>
        <p:nvSpPr>
          <p:cNvPr id="813" name="TextBox 812">
            <a:extLst>
              <a:ext uri="{FF2B5EF4-FFF2-40B4-BE49-F238E27FC236}">
                <a16:creationId xmlns:a16="http://schemas.microsoft.com/office/drawing/2014/main" id="{FFC99109-A233-F2F6-863C-124B75360F04}"/>
              </a:ext>
            </a:extLst>
          </p:cNvPr>
          <p:cNvSpPr txBox="1"/>
          <p:nvPr/>
        </p:nvSpPr>
        <p:spPr>
          <a:xfrm>
            <a:off x="201150" y="696275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8</a:t>
            </a:r>
            <a:endParaRPr lang="en-US" sz="800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238DEB-EA76-024E-97B0-C6E251333B6A}"/>
              </a:ext>
            </a:extLst>
          </p:cNvPr>
          <p:cNvSpPr txBox="1"/>
          <p:nvPr/>
        </p:nvSpPr>
        <p:spPr>
          <a:xfrm>
            <a:off x="201600" y="846153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D7CC41-7E19-B247-4819-DE29890ACBD7}"/>
              </a:ext>
            </a:extLst>
          </p:cNvPr>
          <p:cNvSpPr txBox="1"/>
          <p:nvPr/>
        </p:nvSpPr>
        <p:spPr>
          <a:xfrm>
            <a:off x="201599" y="8809771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B88C4DE-B549-B7D8-AB89-189105AFAC8D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D253C1-682A-F885-17CE-86D7DA9A47E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72748" y="7470595"/>
            <a:ext cx="1839391" cy="18652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742492-1ABA-2D4C-3B5F-46B79BEB812D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holds part of a secret.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can lead to loss of funds.</a:t>
            </a:r>
            <a:endParaRPr lang="en-US" sz="600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BEFF8B-1068-466C-EB1C-5D1CB5B7F578}"/>
              </a:ext>
            </a:extLst>
          </p:cNvPr>
          <p:cNvSpPr txBox="1"/>
          <p:nvPr/>
        </p:nvSpPr>
        <p:spPr>
          <a:xfrm>
            <a:off x="201599" y="9149368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 Session:_____________________________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244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TextBox 96">
            <a:extLst>
              <a:ext uri="{FF2B5EF4-FFF2-40B4-BE49-F238E27FC236}">
                <a16:creationId xmlns:a16="http://schemas.microsoft.com/office/drawing/2014/main" id="{036FE7E6-1085-427A-2A06-1655A56B683B}"/>
              </a:ext>
            </a:extLst>
          </p:cNvPr>
          <p:cNvSpPr txBox="1"/>
          <p:nvPr/>
        </p:nvSpPr>
        <p:spPr>
          <a:xfrm>
            <a:off x="3091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EA7132"/>
                </a:solidFill>
              </a:rPr>
              <a:t>W1.S5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0DA1DA7C-AE1D-E424-C375-A3FD894B28AD}"/>
              </a:ext>
            </a:extLst>
          </p:cNvPr>
          <p:cNvSpPr/>
          <p:nvPr/>
        </p:nvSpPr>
        <p:spPr>
          <a:xfrm>
            <a:off x="309150" y="1099650"/>
            <a:ext cx="864539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Picture 65" descr="A logo of a griffin&#10;&#10;AI-generated content may be incorrect.">
            <a:extLst>
              <a:ext uri="{FF2B5EF4-FFF2-40B4-BE49-F238E27FC236}">
                <a16:creationId xmlns:a16="http://schemas.microsoft.com/office/drawing/2014/main" id="{731AA023-C156-A0F4-FC54-937EE9100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56" y="141553"/>
            <a:ext cx="544198" cy="544198"/>
          </a:xfrm>
          <a:prstGeom prst="rect">
            <a:avLst/>
          </a:prstGeom>
          <a:noFill/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4AF5064-C36B-9B3E-A23F-2816D75C152F}"/>
              </a:ext>
            </a:extLst>
          </p:cNvPr>
          <p:cNvSpPr txBox="1"/>
          <p:nvPr/>
        </p:nvSpPr>
        <p:spPr>
          <a:xfrm>
            <a:off x="187340" y="88449"/>
            <a:ext cx="59215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TOP SECRET!</a:t>
            </a:r>
            <a:r>
              <a:rPr lang="en-US" noProof="0" dirty="0"/>
              <a:t>  </a:t>
            </a:r>
            <a:r>
              <a:rPr lang="en-US" noProof="0" dirty="0" err="1"/>
              <a:t>DuraShare</a:t>
            </a:r>
            <a:r>
              <a:rPr lang="en-US" noProof="0" dirty="0"/>
              <a:t> – </a:t>
            </a:r>
            <a:r>
              <a:rPr lang="en-US" dirty="0"/>
              <a:t>3-of-5 24 words – </a:t>
            </a:r>
            <a:r>
              <a:rPr lang="en-US" b="1" dirty="0"/>
              <a:t>Share 5 (S5)</a:t>
            </a:r>
            <a:endParaRPr lang="en-US" b="1" noProof="0" dirty="0">
              <a:solidFill>
                <a:srgbClr val="FF0000"/>
              </a:solidFill>
            </a:endParaRP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5DB734-3DAB-E4BD-C051-EC7D8BE1E654}"/>
              </a:ext>
            </a:extLst>
          </p:cNvPr>
          <p:cNvCxnSpPr>
            <a:cxnSpLocks/>
          </p:cNvCxnSpPr>
          <p:nvPr/>
        </p:nvCxnSpPr>
        <p:spPr>
          <a:xfrm>
            <a:off x="309150" y="1693876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4B0862AE-83A3-E02E-034A-50C5FC908FD6}"/>
              </a:ext>
            </a:extLst>
          </p:cNvPr>
          <p:cNvSpPr txBox="1"/>
          <p:nvPr/>
        </p:nvSpPr>
        <p:spPr>
          <a:xfrm>
            <a:off x="3091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W4 .S5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58E02211-58D1-F942-521D-926EA7F0C4B9}"/>
              </a:ext>
            </a:extLst>
          </p:cNvPr>
          <p:cNvSpPr/>
          <p:nvPr/>
        </p:nvSpPr>
        <p:spPr>
          <a:xfrm>
            <a:off x="309150" y="1927650"/>
            <a:ext cx="864539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46831D5D-C727-02F9-AC13-28E2998DA69A}"/>
              </a:ext>
            </a:extLst>
          </p:cNvPr>
          <p:cNvCxnSpPr>
            <a:cxnSpLocks/>
          </p:cNvCxnSpPr>
          <p:nvPr/>
        </p:nvCxnSpPr>
        <p:spPr>
          <a:xfrm>
            <a:off x="309150" y="2521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0C3CBE88-4667-E4D4-0047-FDD8C04FD7BF}"/>
              </a:ext>
            </a:extLst>
          </p:cNvPr>
          <p:cNvSpPr txBox="1"/>
          <p:nvPr/>
        </p:nvSpPr>
        <p:spPr>
          <a:xfrm>
            <a:off x="3091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W7 .S5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98E58218-6491-38E4-CDD1-671E0E59E54D}"/>
              </a:ext>
            </a:extLst>
          </p:cNvPr>
          <p:cNvSpPr/>
          <p:nvPr/>
        </p:nvSpPr>
        <p:spPr>
          <a:xfrm>
            <a:off x="309150" y="2755650"/>
            <a:ext cx="864539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001EE560-214A-0CC1-A042-E14940796850}"/>
              </a:ext>
            </a:extLst>
          </p:cNvPr>
          <p:cNvCxnSpPr>
            <a:cxnSpLocks/>
          </p:cNvCxnSpPr>
          <p:nvPr/>
        </p:nvCxnSpPr>
        <p:spPr>
          <a:xfrm>
            <a:off x="309150" y="3349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450B413-783F-59B1-B859-6AC077566C6F}"/>
              </a:ext>
            </a:extLst>
          </p:cNvPr>
          <p:cNvSpPr txBox="1"/>
          <p:nvPr/>
        </p:nvSpPr>
        <p:spPr>
          <a:xfrm>
            <a:off x="3091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W10 .S5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BCBF4ED9-6D4A-767C-9E27-2D48514970D8}"/>
              </a:ext>
            </a:extLst>
          </p:cNvPr>
          <p:cNvSpPr/>
          <p:nvPr/>
        </p:nvSpPr>
        <p:spPr>
          <a:xfrm>
            <a:off x="309150" y="3583650"/>
            <a:ext cx="864539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6D9F69F7-D7B0-50C9-7E70-B515D340B2AE}"/>
              </a:ext>
            </a:extLst>
          </p:cNvPr>
          <p:cNvCxnSpPr>
            <a:cxnSpLocks/>
          </p:cNvCxnSpPr>
          <p:nvPr/>
        </p:nvCxnSpPr>
        <p:spPr>
          <a:xfrm>
            <a:off x="309150" y="4177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24E7109A-35A4-68CC-6901-2B24E4FC3C03}"/>
              </a:ext>
            </a:extLst>
          </p:cNvPr>
          <p:cNvSpPr txBox="1"/>
          <p:nvPr/>
        </p:nvSpPr>
        <p:spPr>
          <a:xfrm>
            <a:off x="3091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W13 .S5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BED88D69-0661-5EDC-2A38-D0C7B568E114}"/>
              </a:ext>
            </a:extLst>
          </p:cNvPr>
          <p:cNvSpPr/>
          <p:nvPr/>
        </p:nvSpPr>
        <p:spPr>
          <a:xfrm>
            <a:off x="309150" y="4411650"/>
            <a:ext cx="864539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4F6311C-9BD7-EBC3-2ABA-E42A25104F23}"/>
              </a:ext>
            </a:extLst>
          </p:cNvPr>
          <p:cNvCxnSpPr>
            <a:cxnSpLocks/>
          </p:cNvCxnSpPr>
          <p:nvPr/>
        </p:nvCxnSpPr>
        <p:spPr>
          <a:xfrm>
            <a:off x="309150" y="5005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642D0212-280B-3CE2-3420-DDCC1FD3135C}"/>
              </a:ext>
            </a:extLst>
          </p:cNvPr>
          <p:cNvSpPr txBox="1"/>
          <p:nvPr/>
        </p:nvSpPr>
        <p:spPr>
          <a:xfrm>
            <a:off x="3091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W16 .S5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21934E4-3692-D4BB-D4A8-7C642A96CCBC}"/>
              </a:ext>
            </a:extLst>
          </p:cNvPr>
          <p:cNvSpPr/>
          <p:nvPr/>
        </p:nvSpPr>
        <p:spPr>
          <a:xfrm>
            <a:off x="309150" y="5239650"/>
            <a:ext cx="864539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2" name="Straight Connector 511">
            <a:extLst>
              <a:ext uri="{FF2B5EF4-FFF2-40B4-BE49-F238E27FC236}">
                <a16:creationId xmlns:a16="http://schemas.microsoft.com/office/drawing/2014/main" id="{7640B477-99F1-2AA7-CA43-6A01D1233B4A}"/>
              </a:ext>
            </a:extLst>
          </p:cNvPr>
          <p:cNvCxnSpPr>
            <a:cxnSpLocks/>
          </p:cNvCxnSpPr>
          <p:nvPr/>
        </p:nvCxnSpPr>
        <p:spPr>
          <a:xfrm>
            <a:off x="309150" y="5833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3" name="TextBox 512">
            <a:extLst>
              <a:ext uri="{FF2B5EF4-FFF2-40B4-BE49-F238E27FC236}">
                <a16:creationId xmlns:a16="http://schemas.microsoft.com/office/drawing/2014/main" id="{3D724EEA-7F87-CE11-32D2-408A39A5B88C}"/>
              </a:ext>
            </a:extLst>
          </p:cNvPr>
          <p:cNvSpPr txBox="1"/>
          <p:nvPr/>
        </p:nvSpPr>
        <p:spPr>
          <a:xfrm>
            <a:off x="3091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W19 .S5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514" name="Rectangle 513">
            <a:extLst>
              <a:ext uri="{FF2B5EF4-FFF2-40B4-BE49-F238E27FC236}">
                <a16:creationId xmlns:a16="http://schemas.microsoft.com/office/drawing/2014/main" id="{394AC51B-BCD2-1CF8-8CA4-9EC7CAC3EC5E}"/>
              </a:ext>
            </a:extLst>
          </p:cNvPr>
          <p:cNvSpPr/>
          <p:nvPr/>
        </p:nvSpPr>
        <p:spPr>
          <a:xfrm>
            <a:off x="309150" y="6067650"/>
            <a:ext cx="864539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5" name="Straight Connector 514">
            <a:extLst>
              <a:ext uri="{FF2B5EF4-FFF2-40B4-BE49-F238E27FC236}">
                <a16:creationId xmlns:a16="http://schemas.microsoft.com/office/drawing/2014/main" id="{E91A8625-45EA-38D9-3234-B2B1B024857D}"/>
              </a:ext>
            </a:extLst>
          </p:cNvPr>
          <p:cNvCxnSpPr>
            <a:cxnSpLocks/>
          </p:cNvCxnSpPr>
          <p:nvPr/>
        </p:nvCxnSpPr>
        <p:spPr>
          <a:xfrm>
            <a:off x="309150" y="6661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6" name="TextBox 515">
            <a:extLst>
              <a:ext uri="{FF2B5EF4-FFF2-40B4-BE49-F238E27FC236}">
                <a16:creationId xmlns:a16="http://schemas.microsoft.com/office/drawing/2014/main" id="{603949CE-D23A-2C6E-4C47-AEE068F1FC31}"/>
              </a:ext>
            </a:extLst>
          </p:cNvPr>
          <p:cNvSpPr txBox="1"/>
          <p:nvPr/>
        </p:nvSpPr>
        <p:spPr>
          <a:xfrm>
            <a:off x="3091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W22 .S5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517" name="Rectangle 516">
            <a:extLst>
              <a:ext uri="{FF2B5EF4-FFF2-40B4-BE49-F238E27FC236}">
                <a16:creationId xmlns:a16="http://schemas.microsoft.com/office/drawing/2014/main" id="{ED3D945F-EADD-9BBD-C61A-53F82A980A5A}"/>
              </a:ext>
            </a:extLst>
          </p:cNvPr>
          <p:cNvSpPr/>
          <p:nvPr/>
        </p:nvSpPr>
        <p:spPr>
          <a:xfrm>
            <a:off x="309150" y="6895650"/>
            <a:ext cx="864539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18" name="Straight Connector 517">
            <a:extLst>
              <a:ext uri="{FF2B5EF4-FFF2-40B4-BE49-F238E27FC236}">
                <a16:creationId xmlns:a16="http://schemas.microsoft.com/office/drawing/2014/main" id="{33282E3C-2DC2-57D2-52F9-457B297D24D8}"/>
              </a:ext>
            </a:extLst>
          </p:cNvPr>
          <p:cNvCxnSpPr>
            <a:cxnSpLocks/>
          </p:cNvCxnSpPr>
          <p:nvPr/>
        </p:nvCxnSpPr>
        <p:spPr>
          <a:xfrm>
            <a:off x="309150" y="7489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19" name="TextBox 518">
            <a:extLst>
              <a:ext uri="{FF2B5EF4-FFF2-40B4-BE49-F238E27FC236}">
                <a16:creationId xmlns:a16="http://schemas.microsoft.com/office/drawing/2014/main" id="{AD7ED372-D0ED-2FA0-17FD-C6E6FD8E428B}"/>
              </a:ext>
            </a:extLst>
          </p:cNvPr>
          <p:cNvSpPr txBox="1"/>
          <p:nvPr/>
        </p:nvSpPr>
        <p:spPr>
          <a:xfrm>
            <a:off x="14935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0F9ED5"/>
                </a:solidFill>
              </a:rPr>
              <a:t>W2.S5</a:t>
            </a:r>
          </a:p>
        </p:txBody>
      </p:sp>
      <p:sp>
        <p:nvSpPr>
          <p:cNvPr id="520" name="Rectangle 519">
            <a:extLst>
              <a:ext uri="{FF2B5EF4-FFF2-40B4-BE49-F238E27FC236}">
                <a16:creationId xmlns:a16="http://schemas.microsoft.com/office/drawing/2014/main" id="{042680D3-9EDF-CDF9-F955-C9A9127F48B6}"/>
              </a:ext>
            </a:extLst>
          </p:cNvPr>
          <p:cNvSpPr/>
          <p:nvPr/>
        </p:nvSpPr>
        <p:spPr>
          <a:xfrm>
            <a:off x="1493550" y="1099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1" name="Straight Connector 520">
            <a:extLst>
              <a:ext uri="{FF2B5EF4-FFF2-40B4-BE49-F238E27FC236}">
                <a16:creationId xmlns:a16="http://schemas.microsoft.com/office/drawing/2014/main" id="{12D48BC3-0F87-F0C7-7DE5-58145F0CEB76}"/>
              </a:ext>
            </a:extLst>
          </p:cNvPr>
          <p:cNvCxnSpPr>
            <a:cxnSpLocks/>
          </p:cNvCxnSpPr>
          <p:nvPr/>
        </p:nvCxnSpPr>
        <p:spPr>
          <a:xfrm>
            <a:off x="1493550" y="1693876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2" name="TextBox 521">
            <a:extLst>
              <a:ext uri="{FF2B5EF4-FFF2-40B4-BE49-F238E27FC236}">
                <a16:creationId xmlns:a16="http://schemas.microsoft.com/office/drawing/2014/main" id="{3350CFC8-0C36-1CD2-5ED6-650C8D0DE74D}"/>
              </a:ext>
            </a:extLst>
          </p:cNvPr>
          <p:cNvSpPr txBox="1"/>
          <p:nvPr/>
        </p:nvSpPr>
        <p:spPr>
          <a:xfrm>
            <a:off x="14935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W5 .S5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23" name="Rectangle 522">
            <a:extLst>
              <a:ext uri="{FF2B5EF4-FFF2-40B4-BE49-F238E27FC236}">
                <a16:creationId xmlns:a16="http://schemas.microsoft.com/office/drawing/2014/main" id="{3AA8C6A8-FDB6-AEFD-5F81-D11617197192}"/>
              </a:ext>
            </a:extLst>
          </p:cNvPr>
          <p:cNvSpPr/>
          <p:nvPr/>
        </p:nvSpPr>
        <p:spPr>
          <a:xfrm>
            <a:off x="1493550" y="1927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4" name="Straight Connector 523">
            <a:extLst>
              <a:ext uri="{FF2B5EF4-FFF2-40B4-BE49-F238E27FC236}">
                <a16:creationId xmlns:a16="http://schemas.microsoft.com/office/drawing/2014/main" id="{91B91EE7-37E8-BCDD-4D07-6ADC74679A62}"/>
              </a:ext>
            </a:extLst>
          </p:cNvPr>
          <p:cNvCxnSpPr>
            <a:cxnSpLocks/>
          </p:cNvCxnSpPr>
          <p:nvPr/>
        </p:nvCxnSpPr>
        <p:spPr>
          <a:xfrm>
            <a:off x="1493550" y="2521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5" name="TextBox 524">
            <a:extLst>
              <a:ext uri="{FF2B5EF4-FFF2-40B4-BE49-F238E27FC236}">
                <a16:creationId xmlns:a16="http://schemas.microsoft.com/office/drawing/2014/main" id="{5F2517BB-8A1D-894C-2487-35FF1E1A8B0C}"/>
              </a:ext>
            </a:extLst>
          </p:cNvPr>
          <p:cNvSpPr txBox="1"/>
          <p:nvPr/>
        </p:nvSpPr>
        <p:spPr>
          <a:xfrm>
            <a:off x="14935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W8 .S5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D6A43F42-F3AA-6467-1020-7D1875486364}"/>
              </a:ext>
            </a:extLst>
          </p:cNvPr>
          <p:cNvSpPr/>
          <p:nvPr/>
        </p:nvSpPr>
        <p:spPr>
          <a:xfrm>
            <a:off x="1493550" y="2755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27" name="Straight Connector 526">
            <a:extLst>
              <a:ext uri="{FF2B5EF4-FFF2-40B4-BE49-F238E27FC236}">
                <a16:creationId xmlns:a16="http://schemas.microsoft.com/office/drawing/2014/main" id="{7F3B5D1B-0A8B-9285-055A-8B401D4BBAE7}"/>
              </a:ext>
            </a:extLst>
          </p:cNvPr>
          <p:cNvCxnSpPr>
            <a:cxnSpLocks/>
          </p:cNvCxnSpPr>
          <p:nvPr/>
        </p:nvCxnSpPr>
        <p:spPr>
          <a:xfrm>
            <a:off x="1493550" y="3349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28" name="TextBox 527">
            <a:extLst>
              <a:ext uri="{FF2B5EF4-FFF2-40B4-BE49-F238E27FC236}">
                <a16:creationId xmlns:a16="http://schemas.microsoft.com/office/drawing/2014/main" id="{94A3B7A0-6B86-8B14-F46D-3A71C58F6AAE}"/>
              </a:ext>
            </a:extLst>
          </p:cNvPr>
          <p:cNvSpPr txBox="1"/>
          <p:nvPr/>
        </p:nvSpPr>
        <p:spPr>
          <a:xfrm>
            <a:off x="14935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W11 .S5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29" name="Rectangle 528">
            <a:extLst>
              <a:ext uri="{FF2B5EF4-FFF2-40B4-BE49-F238E27FC236}">
                <a16:creationId xmlns:a16="http://schemas.microsoft.com/office/drawing/2014/main" id="{1D49CC78-3B6C-9D38-F31E-B33A611AF4F9}"/>
              </a:ext>
            </a:extLst>
          </p:cNvPr>
          <p:cNvSpPr/>
          <p:nvPr/>
        </p:nvSpPr>
        <p:spPr>
          <a:xfrm>
            <a:off x="1493550" y="3583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0" name="Straight Connector 529">
            <a:extLst>
              <a:ext uri="{FF2B5EF4-FFF2-40B4-BE49-F238E27FC236}">
                <a16:creationId xmlns:a16="http://schemas.microsoft.com/office/drawing/2014/main" id="{D7107CA5-417B-3DCD-41A0-9AD7055507FE}"/>
              </a:ext>
            </a:extLst>
          </p:cNvPr>
          <p:cNvCxnSpPr>
            <a:cxnSpLocks/>
          </p:cNvCxnSpPr>
          <p:nvPr/>
        </p:nvCxnSpPr>
        <p:spPr>
          <a:xfrm>
            <a:off x="1493550" y="4177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1" name="TextBox 530">
            <a:extLst>
              <a:ext uri="{FF2B5EF4-FFF2-40B4-BE49-F238E27FC236}">
                <a16:creationId xmlns:a16="http://schemas.microsoft.com/office/drawing/2014/main" id="{282BB810-C16B-28B5-497D-2FFF59A6E3A5}"/>
              </a:ext>
            </a:extLst>
          </p:cNvPr>
          <p:cNvSpPr txBox="1"/>
          <p:nvPr/>
        </p:nvSpPr>
        <p:spPr>
          <a:xfrm>
            <a:off x="14935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W14 .S5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32" name="Rectangle 531">
            <a:extLst>
              <a:ext uri="{FF2B5EF4-FFF2-40B4-BE49-F238E27FC236}">
                <a16:creationId xmlns:a16="http://schemas.microsoft.com/office/drawing/2014/main" id="{AB7F70A9-8710-E506-7E32-F00A8AE3CDA4}"/>
              </a:ext>
            </a:extLst>
          </p:cNvPr>
          <p:cNvSpPr/>
          <p:nvPr/>
        </p:nvSpPr>
        <p:spPr>
          <a:xfrm>
            <a:off x="1493550" y="4411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3" name="Straight Connector 532">
            <a:extLst>
              <a:ext uri="{FF2B5EF4-FFF2-40B4-BE49-F238E27FC236}">
                <a16:creationId xmlns:a16="http://schemas.microsoft.com/office/drawing/2014/main" id="{E153806C-C572-E53C-2F2C-72C5E01AAE84}"/>
              </a:ext>
            </a:extLst>
          </p:cNvPr>
          <p:cNvCxnSpPr>
            <a:cxnSpLocks/>
          </p:cNvCxnSpPr>
          <p:nvPr/>
        </p:nvCxnSpPr>
        <p:spPr>
          <a:xfrm>
            <a:off x="1493550" y="5005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4" name="TextBox 533">
            <a:extLst>
              <a:ext uri="{FF2B5EF4-FFF2-40B4-BE49-F238E27FC236}">
                <a16:creationId xmlns:a16="http://schemas.microsoft.com/office/drawing/2014/main" id="{3B079673-5A8E-1564-57D5-FC658CAD8D5F}"/>
              </a:ext>
            </a:extLst>
          </p:cNvPr>
          <p:cNvSpPr txBox="1"/>
          <p:nvPr/>
        </p:nvSpPr>
        <p:spPr>
          <a:xfrm>
            <a:off x="14935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W17 .S5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35" name="Rectangle 534">
            <a:extLst>
              <a:ext uri="{FF2B5EF4-FFF2-40B4-BE49-F238E27FC236}">
                <a16:creationId xmlns:a16="http://schemas.microsoft.com/office/drawing/2014/main" id="{3FE30F2B-0EDF-91FD-5CB8-0454470127F8}"/>
              </a:ext>
            </a:extLst>
          </p:cNvPr>
          <p:cNvSpPr/>
          <p:nvPr/>
        </p:nvSpPr>
        <p:spPr>
          <a:xfrm>
            <a:off x="1493550" y="5239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6" name="Straight Connector 535">
            <a:extLst>
              <a:ext uri="{FF2B5EF4-FFF2-40B4-BE49-F238E27FC236}">
                <a16:creationId xmlns:a16="http://schemas.microsoft.com/office/drawing/2014/main" id="{189092D4-37E0-5387-FA23-4D09BF4D1238}"/>
              </a:ext>
            </a:extLst>
          </p:cNvPr>
          <p:cNvCxnSpPr>
            <a:cxnSpLocks/>
          </p:cNvCxnSpPr>
          <p:nvPr/>
        </p:nvCxnSpPr>
        <p:spPr>
          <a:xfrm>
            <a:off x="1493550" y="5833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37" name="TextBox 536">
            <a:extLst>
              <a:ext uri="{FF2B5EF4-FFF2-40B4-BE49-F238E27FC236}">
                <a16:creationId xmlns:a16="http://schemas.microsoft.com/office/drawing/2014/main" id="{3A968815-A7A5-78D0-5438-C365F41ADF00}"/>
              </a:ext>
            </a:extLst>
          </p:cNvPr>
          <p:cNvSpPr txBox="1"/>
          <p:nvPr/>
        </p:nvSpPr>
        <p:spPr>
          <a:xfrm>
            <a:off x="14935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W20 .S5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538" name="Rectangle 537">
            <a:extLst>
              <a:ext uri="{FF2B5EF4-FFF2-40B4-BE49-F238E27FC236}">
                <a16:creationId xmlns:a16="http://schemas.microsoft.com/office/drawing/2014/main" id="{296C746E-0F06-7862-BB1F-35451CBCFDC7}"/>
              </a:ext>
            </a:extLst>
          </p:cNvPr>
          <p:cNvSpPr/>
          <p:nvPr/>
        </p:nvSpPr>
        <p:spPr>
          <a:xfrm>
            <a:off x="1493550" y="6067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9" name="Straight Connector 538">
            <a:extLst>
              <a:ext uri="{FF2B5EF4-FFF2-40B4-BE49-F238E27FC236}">
                <a16:creationId xmlns:a16="http://schemas.microsoft.com/office/drawing/2014/main" id="{18C8FA90-0A7B-ED1A-D9BA-CE343505EEE2}"/>
              </a:ext>
            </a:extLst>
          </p:cNvPr>
          <p:cNvCxnSpPr>
            <a:cxnSpLocks/>
          </p:cNvCxnSpPr>
          <p:nvPr/>
        </p:nvCxnSpPr>
        <p:spPr>
          <a:xfrm>
            <a:off x="1493550" y="6661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6A273E37-5095-AAD6-2C66-B486775EF45A}"/>
              </a:ext>
            </a:extLst>
          </p:cNvPr>
          <p:cNvSpPr txBox="1"/>
          <p:nvPr/>
        </p:nvSpPr>
        <p:spPr>
          <a:xfrm>
            <a:off x="14935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W23 .S5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4CF63436-6433-76C6-A017-3F48D7FC9B59}"/>
              </a:ext>
            </a:extLst>
          </p:cNvPr>
          <p:cNvSpPr/>
          <p:nvPr/>
        </p:nvSpPr>
        <p:spPr>
          <a:xfrm>
            <a:off x="1493550" y="6895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6C0E12CD-D7D5-7AFC-13D3-79B5687F189F}"/>
              </a:ext>
            </a:extLst>
          </p:cNvPr>
          <p:cNvCxnSpPr>
            <a:cxnSpLocks/>
          </p:cNvCxnSpPr>
          <p:nvPr/>
        </p:nvCxnSpPr>
        <p:spPr>
          <a:xfrm>
            <a:off x="1493550" y="7489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3" name="TextBox 342">
            <a:extLst>
              <a:ext uri="{FF2B5EF4-FFF2-40B4-BE49-F238E27FC236}">
                <a16:creationId xmlns:a16="http://schemas.microsoft.com/office/drawing/2014/main" id="{77BBB1C2-46B8-5847-BA13-400DABF999F2}"/>
              </a:ext>
            </a:extLst>
          </p:cNvPr>
          <p:cNvSpPr txBox="1"/>
          <p:nvPr/>
        </p:nvSpPr>
        <p:spPr>
          <a:xfrm>
            <a:off x="26779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4EA72E"/>
                </a:solidFill>
              </a:rPr>
              <a:t>W3.S5</a:t>
            </a:r>
          </a:p>
        </p:txBody>
      </p:sp>
      <p:sp>
        <p:nvSpPr>
          <p:cNvPr id="344" name="Rectangle 343">
            <a:extLst>
              <a:ext uri="{FF2B5EF4-FFF2-40B4-BE49-F238E27FC236}">
                <a16:creationId xmlns:a16="http://schemas.microsoft.com/office/drawing/2014/main" id="{38AD03C9-AF0D-F736-B726-8CE960437676}"/>
              </a:ext>
            </a:extLst>
          </p:cNvPr>
          <p:cNvSpPr/>
          <p:nvPr/>
        </p:nvSpPr>
        <p:spPr>
          <a:xfrm>
            <a:off x="2677950" y="1099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5" name="Straight Connector 344">
            <a:extLst>
              <a:ext uri="{FF2B5EF4-FFF2-40B4-BE49-F238E27FC236}">
                <a16:creationId xmlns:a16="http://schemas.microsoft.com/office/drawing/2014/main" id="{6DFC46D1-CE2F-EC8E-59D0-5824909B2C44}"/>
              </a:ext>
            </a:extLst>
          </p:cNvPr>
          <p:cNvCxnSpPr>
            <a:cxnSpLocks/>
          </p:cNvCxnSpPr>
          <p:nvPr/>
        </p:nvCxnSpPr>
        <p:spPr>
          <a:xfrm>
            <a:off x="2677950" y="1693876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6" name="TextBox 345">
            <a:extLst>
              <a:ext uri="{FF2B5EF4-FFF2-40B4-BE49-F238E27FC236}">
                <a16:creationId xmlns:a16="http://schemas.microsoft.com/office/drawing/2014/main" id="{503BE9AE-8A55-5741-5653-66A14EEB9A70}"/>
              </a:ext>
            </a:extLst>
          </p:cNvPr>
          <p:cNvSpPr txBox="1"/>
          <p:nvPr/>
        </p:nvSpPr>
        <p:spPr>
          <a:xfrm>
            <a:off x="26779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W6 .S5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4725BE75-5C82-8050-2221-2D3D680E325B}"/>
              </a:ext>
            </a:extLst>
          </p:cNvPr>
          <p:cNvSpPr/>
          <p:nvPr/>
        </p:nvSpPr>
        <p:spPr>
          <a:xfrm>
            <a:off x="2677950" y="1927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C0A9663E-E5CC-AB5D-7429-07A6A396B986}"/>
              </a:ext>
            </a:extLst>
          </p:cNvPr>
          <p:cNvCxnSpPr>
            <a:cxnSpLocks/>
          </p:cNvCxnSpPr>
          <p:nvPr/>
        </p:nvCxnSpPr>
        <p:spPr>
          <a:xfrm>
            <a:off x="2677950" y="2521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49" name="TextBox 348">
            <a:extLst>
              <a:ext uri="{FF2B5EF4-FFF2-40B4-BE49-F238E27FC236}">
                <a16:creationId xmlns:a16="http://schemas.microsoft.com/office/drawing/2014/main" id="{8B8B37C6-F9EB-565B-1822-0A9D2811F0C7}"/>
              </a:ext>
            </a:extLst>
          </p:cNvPr>
          <p:cNvSpPr txBox="1"/>
          <p:nvPr/>
        </p:nvSpPr>
        <p:spPr>
          <a:xfrm>
            <a:off x="26779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W9 .S5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50" name="Rectangle 349">
            <a:extLst>
              <a:ext uri="{FF2B5EF4-FFF2-40B4-BE49-F238E27FC236}">
                <a16:creationId xmlns:a16="http://schemas.microsoft.com/office/drawing/2014/main" id="{E114BF37-9B12-DA31-05D4-D35700974670}"/>
              </a:ext>
            </a:extLst>
          </p:cNvPr>
          <p:cNvSpPr/>
          <p:nvPr/>
        </p:nvSpPr>
        <p:spPr>
          <a:xfrm>
            <a:off x="2677950" y="2755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1" name="Straight Connector 350">
            <a:extLst>
              <a:ext uri="{FF2B5EF4-FFF2-40B4-BE49-F238E27FC236}">
                <a16:creationId xmlns:a16="http://schemas.microsoft.com/office/drawing/2014/main" id="{8BABE2F7-FA07-4BCB-2584-F149DA31A08D}"/>
              </a:ext>
            </a:extLst>
          </p:cNvPr>
          <p:cNvCxnSpPr>
            <a:cxnSpLocks/>
          </p:cNvCxnSpPr>
          <p:nvPr/>
        </p:nvCxnSpPr>
        <p:spPr>
          <a:xfrm>
            <a:off x="2677950" y="3349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2" name="TextBox 351">
            <a:extLst>
              <a:ext uri="{FF2B5EF4-FFF2-40B4-BE49-F238E27FC236}">
                <a16:creationId xmlns:a16="http://schemas.microsoft.com/office/drawing/2014/main" id="{6EF494CA-750A-1301-C447-FD432E7315AA}"/>
              </a:ext>
            </a:extLst>
          </p:cNvPr>
          <p:cNvSpPr txBox="1"/>
          <p:nvPr/>
        </p:nvSpPr>
        <p:spPr>
          <a:xfrm>
            <a:off x="26779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W12 .S5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44312BAF-6D62-FC43-1937-B41D800658A6}"/>
              </a:ext>
            </a:extLst>
          </p:cNvPr>
          <p:cNvSpPr/>
          <p:nvPr/>
        </p:nvSpPr>
        <p:spPr>
          <a:xfrm>
            <a:off x="2677950" y="3583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54" name="Straight Connector 353">
            <a:extLst>
              <a:ext uri="{FF2B5EF4-FFF2-40B4-BE49-F238E27FC236}">
                <a16:creationId xmlns:a16="http://schemas.microsoft.com/office/drawing/2014/main" id="{56F12374-73FC-9602-34D0-5C6F7A84C098}"/>
              </a:ext>
            </a:extLst>
          </p:cNvPr>
          <p:cNvCxnSpPr>
            <a:cxnSpLocks/>
          </p:cNvCxnSpPr>
          <p:nvPr/>
        </p:nvCxnSpPr>
        <p:spPr>
          <a:xfrm>
            <a:off x="2677950" y="4177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5" name="TextBox 354">
            <a:extLst>
              <a:ext uri="{FF2B5EF4-FFF2-40B4-BE49-F238E27FC236}">
                <a16:creationId xmlns:a16="http://schemas.microsoft.com/office/drawing/2014/main" id="{8D241576-14C6-A3B9-E31E-E820A63511E9}"/>
              </a:ext>
            </a:extLst>
          </p:cNvPr>
          <p:cNvSpPr txBox="1"/>
          <p:nvPr/>
        </p:nvSpPr>
        <p:spPr>
          <a:xfrm>
            <a:off x="26779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W15 .S5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356" name="Rectangle 355">
            <a:extLst>
              <a:ext uri="{FF2B5EF4-FFF2-40B4-BE49-F238E27FC236}">
                <a16:creationId xmlns:a16="http://schemas.microsoft.com/office/drawing/2014/main" id="{6E994360-8A84-1533-5103-D1EB907ABE22}"/>
              </a:ext>
            </a:extLst>
          </p:cNvPr>
          <p:cNvSpPr/>
          <p:nvPr/>
        </p:nvSpPr>
        <p:spPr>
          <a:xfrm>
            <a:off x="2677950" y="4411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4" name="Straight Connector 413">
            <a:extLst>
              <a:ext uri="{FF2B5EF4-FFF2-40B4-BE49-F238E27FC236}">
                <a16:creationId xmlns:a16="http://schemas.microsoft.com/office/drawing/2014/main" id="{B3A1EB9E-7E28-2F76-65E3-4888131E4A8B}"/>
              </a:ext>
            </a:extLst>
          </p:cNvPr>
          <p:cNvCxnSpPr>
            <a:cxnSpLocks/>
          </p:cNvCxnSpPr>
          <p:nvPr/>
        </p:nvCxnSpPr>
        <p:spPr>
          <a:xfrm>
            <a:off x="2677950" y="5005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5" name="TextBox 414">
            <a:extLst>
              <a:ext uri="{FF2B5EF4-FFF2-40B4-BE49-F238E27FC236}">
                <a16:creationId xmlns:a16="http://schemas.microsoft.com/office/drawing/2014/main" id="{B975BD29-C05A-9378-CEFB-4EB70D81EA7B}"/>
              </a:ext>
            </a:extLst>
          </p:cNvPr>
          <p:cNvSpPr txBox="1"/>
          <p:nvPr/>
        </p:nvSpPr>
        <p:spPr>
          <a:xfrm>
            <a:off x="26779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W18 .S5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416" name="Rectangle 415">
            <a:extLst>
              <a:ext uri="{FF2B5EF4-FFF2-40B4-BE49-F238E27FC236}">
                <a16:creationId xmlns:a16="http://schemas.microsoft.com/office/drawing/2014/main" id="{1B689278-8694-0CAA-B8E6-3F88A918B9F5}"/>
              </a:ext>
            </a:extLst>
          </p:cNvPr>
          <p:cNvSpPr/>
          <p:nvPr/>
        </p:nvSpPr>
        <p:spPr>
          <a:xfrm>
            <a:off x="2677950" y="5239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17" name="Straight Connector 416">
            <a:extLst>
              <a:ext uri="{FF2B5EF4-FFF2-40B4-BE49-F238E27FC236}">
                <a16:creationId xmlns:a16="http://schemas.microsoft.com/office/drawing/2014/main" id="{E3804BB1-65B8-2496-20AB-BFA234216F89}"/>
              </a:ext>
            </a:extLst>
          </p:cNvPr>
          <p:cNvCxnSpPr>
            <a:cxnSpLocks/>
          </p:cNvCxnSpPr>
          <p:nvPr/>
        </p:nvCxnSpPr>
        <p:spPr>
          <a:xfrm>
            <a:off x="2677950" y="5833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8" name="TextBox 417">
            <a:extLst>
              <a:ext uri="{FF2B5EF4-FFF2-40B4-BE49-F238E27FC236}">
                <a16:creationId xmlns:a16="http://schemas.microsoft.com/office/drawing/2014/main" id="{64DBDE39-5798-79A7-3DB6-487C582DBBC6}"/>
              </a:ext>
            </a:extLst>
          </p:cNvPr>
          <p:cNvSpPr txBox="1"/>
          <p:nvPr/>
        </p:nvSpPr>
        <p:spPr>
          <a:xfrm>
            <a:off x="26779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W21 .S5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419" name="Rectangle 418">
            <a:extLst>
              <a:ext uri="{FF2B5EF4-FFF2-40B4-BE49-F238E27FC236}">
                <a16:creationId xmlns:a16="http://schemas.microsoft.com/office/drawing/2014/main" id="{E1FF5569-072D-0726-5CAA-F03FF5C81F7E}"/>
              </a:ext>
            </a:extLst>
          </p:cNvPr>
          <p:cNvSpPr/>
          <p:nvPr/>
        </p:nvSpPr>
        <p:spPr>
          <a:xfrm>
            <a:off x="2677950" y="6067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0" name="Straight Connector 419">
            <a:extLst>
              <a:ext uri="{FF2B5EF4-FFF2-40B4-BE49-F238E27FC236}">
                <a16:creationId xmlns:a16="http://schemas.microsoft.com/office/drawing/2014/main" id="{F0FFA49F-59F7-E2C0-65F7-728F38638FB9}"/>
              </a:ext>
            </a:extLst>
          </p:cNvPr>
          <p:cNvCxnSpPr>
            <a:cxnSpLocks/>
          </p:cNvCxnSpPr>
          <p:nvPr/>
        </p:nvCxnSpPr>
        <p:spPr>
          <a:xfrm>
            <a:off x="2677950" y="6661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1" name="TextBox 420">
            <a:extLst>
              <a:ext uri="{FF2B5EF4-FFF2-40B4-BE49-F238E27FC236}">
                <a16:creationId xmlns:a16="http://schemas.microsoft.com/office/drawing/2014/main" id="{A768BDBA-BA57-90AB-0457-875463BE6F1D}"/>
              </a:ext>
            </a:extLst>
          </p:cNvPr>
          <p:cNvSpPr txBox="1"/>
          <p:nvPr/>
        </p:nvSpPr>
        <p:spPr>
          <a:xfrm>
            <a:off x="26779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W24 .S5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422" name="Rectangle 421">
            <a:extLst>
              <a:ext uri="{FF2B5EF4-FFF2-40B4-BE49-F238E27FC236}">
                <a16:creationId xmlns:a16="http://schemas.microsoft.com/office/drawing/2014/main" id="{1DB9D39E-10F9-29D2-A12D-DB5C9282C346}"/>
              </a:ext>
            </a:extLst>
          </p:cNvPr>
          <p:cNvSpPr/>
          <p:nvPr/>
        </p:nvSpPr>
        <p:spPr>
          <a:xfrm>
            <a:off x="2677950" y="6895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3" name="Straight Connector 422">
            <a:extLst>
              <a:ext uri="{FF2B5EF4-FFF2-40B4-BE49-F238E27FC236}">
                <a16:creationId xmlns:a16="http://schemas.microsoft.com/office/drawing/2014/main" id="{7CC28755-A2BF-5DEE-175B-0A98DBF1A762}"/>
              </a:ext>
            </a:extLst>
          </p:cNvPr>
          <p:cNvCxnSpPr>
            <a:cxnSpLocks/>
          </p:cNvCxnSpPr>
          <p:nvPr/>
        </p:nvCxnSpPr>
        <p:spPr>
          <a:xfrm>
            <a:off x="2677950" y="7489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4" name="TextBox 423">
            <a:extLst>
              <a:ext uri="{FF2B5EF4-FFF2-40B4-BE49-F238E27FC236}">
                <a16:creationId xmlns:a16="http://schemas.microsoft.com/office/drawing/2014/main" id="{A88A4D25-3AE1-B029-C525-B7B79C437892}"/>
              </a:ext>
            </a:extLst>
          </p:cNvPr>
          <p:cNvSpPr txBox="1"/>
          <p:nvPr/>
        </p:nvSpPr>
        <p:spPr>
          <a:xfrm>
            <a:off x="3862350" y="90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>
                <a:solidFill>
                  <a:srgbClr val="A02A93"/>
                </a:solidFill>
              </a:rPr>
              <a:t>R1.S5</a:t>
            </a:r>
          </a:p>
        </p:txBody>
      </p:sp>
      <p:sp>
        <p:nvSpPr>
          <p:cNvPr id="425" name="Rectangle 424">
            <a:extLst>
              <a:ext uri="{FF2B5EF4-FFF2-40B4-BE49-F238E27FC236}">
                <a16:creationId xmlns:a16="http://schemas.microsoft.com/office/drawing/2014/main" id="{A58DB5F0-E975-6F2A-9B59-07EDE76A782B}"/>
              </a:ext>
            </a:extLst>
          </p:cNvPr>
          <p:cNvSpPr/>
          <p:nvPr/>
        </p:nvSpPr>
        <p:spPr>
          <a:xfrm>
            <a:off x="3862350" y="1099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6" name="Straight Connector 425">
            <a:extLst>
              <a:ext uri="{FF2B5EF4-FFF2-40B4-BE49-F238E27FC236}">
                <a16:creationId xmlns:a16="http://schemas.microsoft.com/office/drawing/2014/main" id="{C585986E-DEB4-3858-07BC-2783AA86452A}"/>
              </a:ext>
            </a:extLst>
          </p:cNvPr>
          <p:cNvCxnSpPr>
            <a:cxnSpLocks/>
          </p:cNvCxnSpPr>
          <p:nvPr/>
        </p:nvCxnSpPr>
        <p:spPr>
          <a:xfrm>
            <a:off x="3862350" y="1693876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27" name="TextBox 426">
            <a:extLst>
              <a:ext uri="{FF2B5EF4-FFF2-40B4-BE49-F238E27FC236}">
                <a16:creationId xmlns:a16="http://schemas.microsoft.com/office/drawing/2014/main" id="{1955444D-E461-1EF9-56AC-8EBCEFA522AD}"/>
              </a:ext>
            </a:extLst>
          </p:cNvPr>
          <p:cNvSpPr txBox="1"/>
          <p:nvPr/>
        </p:nvSpPr>
        <p:spPr>
          <a:xfrm>
            <a:off x="3862350" y="172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R2 .S5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28" name="Rectangle 427">
            <a:extLst>
              <a:ext uri="{FF2B5EF4-FFF2-40B4-BE49-F238E27FC236}">
                <a16:creationId xmlns:a16="http://schemas.microsoft.com/office/drawing/2014/main" id="{C1EA3464-781A-E8EF-E848-362F04BC2BBE}"/>
              </a:ext>
            </a:extLst>
          </p:cNvPr>
          <p:cNvSpPr/>
          <p:nvPr/>
        </p:nvSpPr>
        <p:spPr>
          <a:xfrm>
            <a:off x="3862350" y="1927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29" name="Straight Connector 428">
            <a:extLst>
              <a:ext uri="{FF2B5EF4-FFF2-40B4-BE49-F238E27FC236}">
                <a16:creationId xmlns:a16="http://schemas.microsoft.com/office/drawing/2014/main" id="{D64137C8-5E42-FC64-F7AB-1F726C34589F}"/>
              </a:ext>
            </a:extLst>
          </p:cNvPr>
          <p:cNvCxnSpPr>
            <a:cxnSpLocks/>
          </p:cNvCxnSpPr>
          <p:nvPr/>
        </p:nvCxnSpPr>
        <p:spPr>
          <a:xfrm>
            <a:off x="3862350" y="2521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0" name="TextBox 429">
            <a:extLst>
              <a:ext uri="{FF2B5EF4-FFF2-40B4-BE49-F238E27FC236}">
                <a16:creationId xmlns:a16="http://schemas.microsoft.com/office/drawing/2014/main" id="{05869C09-8E25-6FC6-E6B1-68FDF8939DFF}"/>
              </a:ext>
            </a:extLst>
          </p:cNvPr>
          <p:cNvSpPr txBox="1"/>
          <p:nvPr/>
        </p:nvSpPr>
        <p:spPr>
          <a:xfrm>
            <a:off x="3862350" y="255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R3 .S5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31" name="Rectangle 430">
            <a:extLst>
              <a:ext uri="{FF2B5EF4-FFF2-40B4-BE49-F238E27FC236}">
                <a16:creationId xmlns:a16="http://schemas.microsoft.com/office/drawing/2014/main" id="{71D53725-646B-7BE3-6E8E-8A7957BEA67C}"/>
              </a:ext>
            </a:extLst>
          </p:cNvPr>
          <p:cNvSpPr/>
          <p:nvPr/>
        </p:nvSpPr>
        <p:spPr>
          <a:xfrm>
            <a:off x="3862350" y="2755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2" name="Straight Connector 431">
            <a:extLst>
              <a:ext uri="{FF2B5EF4-FFF2-40B4-BE49-F238E27FC236}">
                <a16:creationId xmlns:a16="http://schemas.microsoft.com/office/drawing/2014/main" id="{E2005BDF-4DF3-4340-923E-2188447D1760}"/>
              </a:ext>
            </a:extLst>
          </p:cNvPr>
          <p:cNvCxnSpPr>
            <a:cxnSpLocks/>
          </p:cNvCxnSpPr>
          <p:nvPr/>
        </p:nvCxnSpPr>
        <p:spPr>
          <a:xfrm>
            <a:off x="3862350" y="3349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3" name="TextBox 432">
            <a:extLst>
              <a:ext uri="{FF2B5EF4-FFF2-40B4-BE49-F238E27FC236}">
                <a16:creationId xmlns:a16="http://schemas.microsoft.com/office/drawing/2014/main" id="{E454BE81-E277-9105-32F3-63E1D8B6C270}"/>
              </a:ext>
            </a:extLst>
          </p:cNvPr>
          <p:cNvSpPr txBox="1"/>
          <p:nvPr/>
        </p:nvSpPr>
        <p:spPr>
          <a:xfrm>
            <a:off x="3862350" y="338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R4 .S5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34" name="Rectangle 433">
            <a:extLst>
              <a:ext uri="{FF2B5EF4-FFF2-40B4-BE49-F238E27FC236}">
                <a16:creationId xmlns:a16="http://schemas.microsoft.com/office/drawing/2014/main" id="{A60ADC57-C360-D193-5EDF-880FA4C0C846}"/>
              </a:ext>
            </a:extLst>
          </p:cNvPr>
          <p:cNvSpPr/>
          <p:nvPr/>
        </p:nvSpPr>
        <p:spPr>
          <a:xfrm>
            <a:off x="3862350" y="3583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5" name="Straight Connector 434">
            <a:extLst>
              <a:ext uri="{FF2B5EF4-FFF2-40B4-BE49-F238E27FC236}">
                <a16:creationId xmlns:a16="http://schemas.microsoft.com/office/drawing/2014/main" id="{D0752CA8-5184-1208-45A1-520D302DD028}"/>
              </a:ext>
            </a:extLst>
          </p:cNvPr>
          <p:cNvCxnSpPr>
            <a:cxnSpLocks/>
          </p:cNvCxnSpPr>
          <p:nvPr/>
        </p:nvCxnSpPr>
        <p:spPr>
          <a:xfrm>
            <a:off x="3862350" y="4177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6" name="TextBox 435">
            <a:extLst>
              <a:ext uri="{FF2B5EF4-FFF2-40B4-BE49-F238E27FC236}">
                <a16:creationId xmlns:a16="http://schemas.microsoft.com/office/drawing/2014/main" id="{C0F2D8DD-D3E3-0825-FC43-3A32B36CBAE6}"/>
              </a:ext>
            </a:extLst>
          </p:cNvPr>
          <p:cNvSpPr txBox="1"/>
          <p:nvPr/>
        </p:nvSpPr>
        <p:spPr>
          <a:xfrm>
            <a:off x="3862350" y="4213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R5 .S5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37" name="Rectangle 436">
            <a:extLst>
              <a:ext uri="{FF2B5EF4-FFF2-40B4-BE49-F238E27FC236}">
                <a16:creationId xmlns:a16="http://schemas.microsoft.com/office/drawing/2014/main" id="{3A858FD4-F6E8-BA92-ED64-8007716BCF7C}"/>
              </a:ext>
            </a:extLst>
          </p:cNvPr>
          <p:cNvSpPr/>
          <p:nvPr/>
        </p:nvSpPr>
        <p:spPr>
          <a:xfrm>
            <a:off x="3862350" y="4411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8" name="Straight Connector 437">
            <a:extLst>
              <a:ext uri="{FF2B5EF4-FFF2-40B4-BE49-F238E27FC236}">
                <a16:creationId xmlns:a16="http://schemas.microsoft.com/office/drawing/2014/main" id="{925569E6-174C-6D37-B723-99F89C5F9F75}"/>
              </a:ext>
            </a:extLst>
          </p:cNvPr>
          <p:cNvCxnSpPr>
            <a:cxnSpLocks/>
          </p:cNvCxnSpPr>
          <p:nvPr/>
        </p:nvCxnSpPr>
        <p:spPr>
          <a:xfrm>
            <a:off x="3862350" y="5005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39" name="TextBox 438">
            <a:extLst>
              <a:ext uri="{FF2B5EF4-FFF2-40B4-BE49-F238E27FC236}">
                <a16:creationId xmlns:a16="http://schemas.microsoft.com/office/drawing/2014/main" id="{43A55F78-372E-1EBA-570D-7182F83C86E9}"/>
              </a:ext>
            </a:extLst>
          </p:cNvPr>
          <p:cNvSpPr txBox="1"/>
          <p:nvPr/>
        </p:nvSpPr>
        <p:spPr>
          <a:xfrm>
            <a:off x="3862350" y="5041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R6 .S5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40" name="Rectangle 439">
            <a:extLst>
              <a:ext uri="{FF2B5EF4-FFF2-40B4-BE49-F238E27FC236}">
                <a16:creationId xmlns:a16="http://schemas.microsoft.com/office/drawing/2014/main" id="{9D8FE3C2-2C22-C93B-CA14-ABC5B6A0BD0D}"/>
              </a:ext>
            </a:extLst>
          </p:cNvPr>
          <p:cNvSpPr/>
          <p:nvPr/>
        </p:nvSpPr>
        <p:spPr>
          <a:xfrm>
            <a:off x="3862350" y="5239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1" name="Straight Connector 440">
            <a:extLst>
              <a:ext uri="{FF2B5EF4-FFF2-40B4-BE49-F238E27FC236}">
                <a16:creationId xmlns:a16="http://schemas.microsoft.com/office/drawing/2014/main" id="{CC136B91-6293-4455-175D-FCBFA0E3672B}"/>
              </a:ext>
            </a:extLst>
          </p:cNvPr>
          <p:cNvCxnSpPr>
            <a:cxnSpLocks/>
          </p:cNvCxnSpPr>
          <p:nvPr/>
        </p:nvCxnSpPr>
        <p:spPr>
          <a:xfrm>
            <a:off x="3862350" y="5833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2" name="TextBox 441">
            <a:extLst>
              <a:ext uri="{FF2B5EF4-FFF2-40B4-BE49-F238E27FC236}">
                <a16:creationId xmlns:a16="http://schemas.microsoft.com/office/drawing/2014/main" id="{9E91FB3A-FBF3-CE93-D332-C16F98D7BE90}"/>
              </a:ext>
            </a:extLst>
          </p:cNvPr>
          <p:cNvSpPr txBox="1"/>
          <p:nvPr/>
        </p:nvSpPr>
        <p:spPr>
          <a:xfrm>
            <a:off x="3862350" y="5869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R7 .S5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43" name="Rectangle 442">
            <a:extLst>
              <a:ext uri="{FF2B5EF4-FFF2-40B4-BE49-F238E27FC236}">
                <a16:creationId xmlns:a16="http://schemas.microsoft.com/office/drawing/2014/main" id="{961136E8-02AE-3526-14C8-E86D5F163F3D}"/>
              </a:ext>
            </a:extLst>
          </p:cNvPr>
          <p:cNvSpPr/>
          <p:nvPr/>
        </p:nvSpPr>
        <p:spPr>
          <a:xfrm>
            <a:off x="3862350" y="6067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4" name="Straight Connector 443">
            <a:extLst>
              <a:ext uri="{FF2B5EF4-FFF2-40B4-BE49-F238E27FC236}">
                <a16:creationId xmlns:a16="http://schemas.microsoft.com/office/drawing/2014/main" id="{DE439793-35EB-D339-BBA2-A4516862519D}"/>
              </a:ext>
            </a:extLst>
          </p:cNvPr>
          <p:cNvCxnSpPr>
            <a:cxnSpLocks/>
          </p:cNvCxnSpPr>
          <p:nvPr/>
        </p:nvCxnSpPr>
        <p:spPr>
          <a:xfrm>
            <a:off x="3862350" y="6661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45" name="TextBox 444">
            <a:extLst>
              <a:ext uri="{FF2B5EF4-FFF2-40B4-BE49-F238E27FC236}">
                <a16:creationId xmlns:a16="http://schemas.microsoft.com/office/drawing/2014/main" id="{AA9A1224-B751-F6A9-F605-3EDBE5FAD7E6}"/>
              </a:ext>
            </a:extLst>
          </p:cNvPr>
          <p:cNvSpPr txBox="1"/>
          <p:nvPr/>
        </p:nvSpPr>
        <p:spPr>
          <a:xfrm>
            <a:off x="3862350" y="6697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R8 .S5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446" name="Rectangle 445">
            <a:extLst>
              <a:ext uri="{FF2B5EF4-FFF2-40B4-BE49-F238E27FC236}">
                <a16:creationId xmlns:a16="http://schemas.microsoft.com/office/drawing/2014/main" id="{0D1A235E-1D39-29E6-74FA-93674D0109F1}"/>
              </a:ext>
            </a:extLst>
          </p:cNvPr>
          <p:cNvSpPr/>
          <p:nvPr/>
        </p:nvSpPr>
        <p:spPr>
          <a:xfrm>
            <a:off x="3862350" y="6895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47" name="Straight Connector 446">
            <a:extLst>
              <a:ext uri="{FF2B5EF4-FFF2-40B4-BE49-F238E27FC236}">
                <a16:creationId xmlns:a16="http://schemas.microsoft.com/office/drawing/2014/main" id="{96D34CC9-70F7-33F4-7FDE-27A8A3C421D4}"/>
              </a:ext>
            </a:extLst>
          </p:cNvPr>
          <p:cNvCxnSpPr>
            <a:cxnSpLocks/>
          </p:cNvCxnSpPr>
          <p:nvPr/>
        </p:nvCxnSpPr>
        <p:spPr>
          <a:xfrm>
            <a:off x="3862350" y="7489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04" name="TextBox 703">
            <a:extLst>
              <a:ext uri="{FF2B5EF4-FFF2-40B4-BE49-F238E27FC236}">
                <a16:creationId xmlns:a16="http://schemas.microsoft.com/office/drawing/2014/main" id="{8983B472-727E-1058-87A2-3F5F7DB073EC}"/>
              </a:ext>
            </a:extLst>
          </p:cNvPr>
          <p:cNvSpPr txBox="1"/>
          <p:nvPr/>
        </p:nvSpPr>
        <p:spPr>
          <a:xfrm>
            <a:off x="5046750" y="901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noProof="0" dirty="0"/>
              <a:t>MA1.S5</a:t>
            </a:r>
          </a:p>
        </p:txBody>
      </p:sp>
      <p:sp>
        <p:nvSpPr>
          <p:cNvPr id="705" name="Rectangle 704">
            <a:extLst>
              <a:ext uri="{FF2B5EF4-FFF2-40B4-BE49-F238E27FC236}">
                <a16:creationId xmlns:a16="http://schemas.microsoft.com/office/drawing/2014/main" id="{19008F83-EF8C-F70A-8423-0BA031808573}"/>
              </a:ext>
            </a:extLst>
          </p:cNvPr>
          <p:cNvSpPr/>
          <p:nvPr/>
        </p:nvSpPr>
        <p:spPr>
          <a:xfrm>
            <a:off x="5046750" y="109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28" name="TextBox 727">
            <a:extLst>
              <a:ext uri="{FF2B5EF4-FFF2-40B4-BE49-F238E27FC236}">
                <a16:creationId xmlns:a16="http://schemas.microsoft.com/office/drawing/2014/main" id="{76224589-00BD-64F8-724D-D369C28DD161}"/>
              </a:ext>
            </a:extLst>
          </p:cNvPr>
          <p:cNvSpPr txBox="1"/>
          <p:nvPr/>
        </p:nvSpPr>
        <p:spPr>
          <a:xfrm>
            <a:off x="5939550" y="901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MB1.S5</a:t>
            </a:r>
          </a:p>
        </p:txBody>
      </p:sp>
      <p:sp>
        <p:nvSpPr>
          <p:cNvPr id="729" name="Rectangle 728">
            <a:extLst>
              <a:ext uri="{FF2B5EF4-FFF2-40B4-BE49-F238E27FC236}">
                <a16:creationId xmlns:a16="http://schemas.microsoft.com/office/drawing/2014/main" id="{DF69A9A0-03B2-61F7-70B4-5B21B9D3ABFD}"/>
              </a:ext>
            </a:extLst>
          </p:cNvPr>
          <p:cNvSpPr/>
          <p:nvPr/>
        </p:nvSpPr>
        <p:spPr>
          <a:xfrm>
            <a:off x="5939550" y="109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2" name="TextBox 751">
            <a:extLst>
              <a:ext uri="{FF2B5EF4-FFF2-40B4-BE49-F238E27FC236}">
                <a16:creationId xmlns:a16="http://schemas.microsoft.com/office/drawing/2014/main" id="{AD42C5C1-6902-4F5D-E7BD-21CB422CD950}"/>
              </a:ext>
            </a:extLst>
          </p:cNvPr>
          <p:cNvSpPr txBox="1"/>
          <p:nvPr/>
        </p:nvSpPr>
        <p:spPr>
          <a:xfrm>
            <a:off x="5046750" y="1729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MA2.S5</a:t>
            </a:r>
          </a:p>
        </p:txBody>
      </p:sp>
      <p:sp>
        <p:nvSpPr>
          <p:cNvPr id="753" name="Rectangle 752">
            <a:extLst>
              <a:ext uri="{FF2B5EF4-FFF2-40B4-BE49-F238E27FC236}">
                <a16:creationId xmlns:a16="http://schemas.microsoft.com/office/drawing/2014/main" id="{F023449B-7F9B-D0D2-20F6-CF6853D3346A}"/>
              </a:ext>
            </a:extLst>
          </p:cNvPr>
          <p:cNvSpPr/>
          <p:nvPr/>
        </p:nvSpPr>
        <p:spPr>
          <a:xfrm>
            <a:off x="5046750" y="192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4" name="TextBox 753">
            <a:extLst>
              <a:ext uri="{FF2B5EF4-FFF2-40B4-BE49-F238E27FC236}">
                <a16:creationId xmlns:a16="http://schemas.microsoft.com/office/drawing/2014/main" id="{DB570419-D4C9-9B04-65D3-C10AB7A366E9}"/>
              </a:ext>
            </a:extLst>
          </p:cNvPr>
          <p:cNvSpPr txBox="1"/>
          <p:nvPr/>
        </p:nvSpPr>
        <p:spPr>
          <a:xfrm>
            <a:off x="5939550" y="1729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MB2.S5</a:t>
            </a:r>
          </a:p>
        </p:txBody>
      </p:sp>
      <p:sp>
        <p:nvSpPr>
          <p:cNvPr id="755" name="Rectangle 754">
            <a:extLst>
              <a:ext uri="{FF2B5EF4-FFF2-40B4-BE49-F238E27FC236}">
                <a16:creationId xmlns:a16="http://schemas.microsoft.com/office/drawing/2014/main" id="{DC9C8C60-6FBF-306D-ADCE-31E7A5ECB7F5}"/>
              </a:ext>
            </a:extLst>
          </p:cNvPr>
          <p:cNvSpPr/>
          <p:nvPr/>
        </p:nvSpPr>
        <p:spPr>
          <a:xfrm>
            <a:off x="5939550" y="192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6" name="TextBox 755">
            <a:extLst>
              <a:ext uri="{FF2B5EF4-FFF2-40B4-BE49-F238E27FC236}">
                <a16:creationId xmlns:a16="http://schemas.microsoft.com/office/drawing/2014/main" id="{E30EFCB3-ABBA-4D37-B5CE-10316E10E2C9}"/>
              </a:ext>
            </a:extLst>
          </p:cNvPr>
          <p:cNvSpPr txBox="1"/>
          <p:nvPr/>
        </p:nvSpPr>
        <p:spPr>
          <a:xfrm>
            <a:off x="5046750" y="2557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MA3.S5</a:t>
            </a:r>
          </a:p>
        </p:txBody>
      </p:sp>
      <p:sp>
        <p:nvSpPr>
          <p:cNvPr id="757" name="Rectangle 756">
            <a:extLst>
              <a:ext uri="{FF2B5EF4-FFF2-40B4-BE49-F238E27FC236}">
                <a16:creationId xmlns:a16="http://schemas.microsoft.com/office/drawing/2014/main" id="{8C3BA1DA-790B-ED6C-BE20-4BC287ACE17E}"/>
              </a:ext>
            </a:extLst>
          </p:cNvPr>
          <p:cNvSpPr/>
          <p:nvPr/>
        </p:nvSpPr>
        <p:spPr>
          <a:xfrm>
            <a:off x="5046750" y="275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58" name="TextBox 757">
            <a:extLst>
              <a:ext uri="{FF2B5EF4-FFF2-40B4-BE49-F238E27FC236}">
                <a16:creationId xmlns:a16="http://schemas.microsoft.com/office/drawing/2014/main" id="{920866A8-AD16-4EA7-1F1A-0B2D7AE4EECB}"/>
              </a:ext>
            </a:extLst>
          </p:cNvPr>
          <p:cNvSpPr txBox="1"/>
          <p:nvPr/>
        </p:nvSpPr>
        <p:spPr>
          <a:xfrm>
            <a:off x="5939550" y="2557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MB3.S5</a:t>
            </a:r>
          </a:p>
        </p:txBody>
      </p:sp>
      <p:sp>
        <p:nvSpPr>
          <p:cNvPr id="759" name="Rectangle 758">
            <a:extLst>
              <a:ext uri="{FF2B5EF4-FFF2-40B4-BE49-F238E27FC236}">
                <a16:creationId xmlns:a16="http://schemas.microsoft.com/office/drawing/2014/main" id="{9FB39B48-A92D-8AB7-DF28-C0409D8D1D74}"/>
              </a:ext>
            </a:extLst>
          </p:cNvPr>
          <p:cNvSpPr/>
          <p:nvPr/>
        </p:nvSpPr>
        <p:spPr>
          <a:xfrm>
            <a:off x="5939550" y="275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0" name="TextBox 759">
            <a:extLst>
              <a:ext uri="{FF2B5EF4-FFF2-40B4-BE49-F238E27FC236}">
                <a16:creationId xmlns:a16="http://schemas.microsoft.com/office/drawing/2014/main" id="{5DF19EC2-8CDA-2C09-DD6A-0A23CBE4F44F}"/>
              </a:ext>
            </a:extLst>
          </p:cNvPr>
          <p:cNvSpPr txBox="1"/>
          <p:nvPr/>
        </p:nvSpPr>
        <p:spPr>
          <a:xfrm>
            <a:off x="5046750" y="3385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MA4.S5</a:t>
            </a:r>
          </a:p>
        </p:txBody>
      </p:sp>
      <p:sp>
        <p:nvSpPr>
          <p:cNvPr id="761" name="Rectangle 760">
            <a:extLst>
              <a:ext uri="{FF2B5EF4-FFF2-40B4-BE49-F238E27FC236}">
                <a16:creationId xmlns:a16="http://schemas.microsoft.com/office/drawing/2014/main" id="{1670BF6A-07E3-6817-4D72-3CFB83C28AA3}"/>
              </a:ext>
            </a:extLst>
          </p:cNvPr>
          <p:cNvSpPr/>
          <p:nvPr/>
        </p:nvSpPr>
        <p:spPr>
          <a:xfrm>
            <a:off x="5046750" y="3583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2" name="TextBox 761">
            <a:extLst>
              <a:ext uri="{FF2B5EF4-FFF2-40B4-BE49-F238E27FC236}">
                <a16:creationId xmlns:a16="http://schemas.microsoft.com/office/drawing/2014/main" id="{149FB4A4-8461-6DED-2E02-8469F96B4E71}"/>
              </a:ext>
            </a:extLst>
          </p:cNvPr>
          <p:cNvSpPr txBox="1"/>
          <p:nvPr/>
        </p:nvSpPr>
        <p:spPr>
          <a:xfrm>
            <a:off x="5939550" y="3385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MB4.S5</a:t>
            </a:r>
          </a:p>
        </p:txBody>
      </p:sp>
      <p:sp>
        <p:nvSpPr>
          <p:cNvPr id="763" name="Rectangle 762">
            <a:extLst>
              <a:ext uri="{FF2B5EF4-FFF2-40B4-BE49-F238E27FC236}">
                <a16:creationId xmlns:a16="http://schemas.microsoft.com/office/drawing/2014/main" id="{CB68A140-366D-FE43-8F9B-BE5F11150980}"/>
              </a:ext>
            </a:extLst>
          </p:cNvPr>
          <p:cNvSpPr/>
          <p:nvPr/>
        </p:nvSpPr>
        <p:spPr>
          <a:xfrm>
            <a:off x="5939550" y="3583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4" name="TextBox 763">
            <a:extLst>
              <a:ext uri="{FF2B5EF4-FFF2-40B4-BE49-F238E27FC236}">
                <a16:creationId xmlns:a16="http://schemas.microsoft.com/office/drawing/2014/main" id="{411E2BB3-A5A9-A72F-C3F9-CD6BEBDC0207}"/>
              </a:ext>
            </a:extLst>
          </p:cNvPr>
          <p:cNvSpPr txBox="1"/>
          <p:nvPr/>
        </p:nvSpPr>
        <p:spPr>
          <a:xfrm>
            <a:off x="5046750" y="4213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MA5.S5</a:t>
            </a:r>
          </a:p>
        </p:txBody>
      </p:sp>
      <p:sp>
        <p:nvSpPr>
          <p:cNvPr id="765" name="Rectangle 764">
            <a:extLst>
              <a:ext uri="{FF2B5EF4-FFF2-40B4-BE49-F238E27FC236}">
                <a16:creationId xmlns:a16="http://schemas.microsoft.com/office/drawing/2014/main" id="{EA594BEB-5841-4A23-F9AD-4498D695E4F8}"/>
              </a:ext>
            </a:extLst>
          </p:cNvPr>
          <p:cNvSpPr/>
          <p:nvPr/>
        </p:nvSpPr>
        <p:spPr>
          <a:xfrm>
            <a:off x="5046750" y="4411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6" name="TextBox 765">
            <a:extLst>
              <a:ext uri="{FF2B5EF4-FFF2-40B4-BE49-F238E27FC236}">
                <a16:creationId xmlns:a16="http://schemas.microsoft.com/office/drawing/2014/main" id="{EB492849-F3E1-71BB-4049-94642CE4617C}"/>
              </a:ext>
            </a:extLst>
          </p:cNvPr>
          <p:cNvSpPr txBox="1"/>
          <p:nvPr/>
        </p:nvSpPr>
        <p:spPr>
          <a:xfrm>
            <a:off x="5939550" y="4213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MB5.S5</a:t>
            </a:r>
          </a:p>
        </p:txBody>
      </p:sp>
      <p:sp>
        <p:nvSpPr>
          <p:cNvPr id="767" name="Rectangle 766">
            <a:extLst>
              <a:ext uri="{FF2B5EF4-FFF2-40B4-BE49-F238E27FC236}">
                <a16:creationId xmlns:a16="http://schemas.microsoft.com/office/drawing/2014/main" id="{CB225065-2256-815C-B8B2-376B7A3B745E}"/>
              </a:ext>
            </a:extLst>
          </p:cNvPr>
          <p:cNvSpPr/>
          <p:nvPr/>
        </p:nvSpPr>
        <p:spPr>
          <a:xfrm>
            <a:off x="5939550" y="4411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68" name="TextBox 767">
            <a:extLst>
              <a:ext uri="{FF2B5EF4-FFF2-40B4-BE49-F238E27FC236}">
                <a16:creationId xmlns:a16="http://schemas.microsoft.com/office/drawing/2014/main" id="{3D247387-8C73-0AF2-EA72-679B74835764}"/>
              </a:ext>
            </a:extLst>
          </p:cNvPr>
          <p:cNvSpPr txBox="1"/>
          <p:nvPr/>
        </p:nvSpPr>
        <p:spPr>
          <a:xfrm>
            <a:off x="5046750" y="5041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MA6.S5</a:t>
            </a:r>
          </a:p>
        </p:txBody>
      </p:sp>
      <p:sp>
        <p:nvSpPr>
          <p:cNvPr id="769" name="Rectangle 768">
            <a:extLst>
              <a:ext uri="{FF2B5EF4-FFF2-40B4-BE49-F238E27FC236}">
                <a16:creationId xmlns:a16="http://schemas.microsoft.com/office/drawing/2014/main" id="{F49E4B41-FD10-AE20-46E8-44B31EF56F42}"/>
              </a:ext>
            </a:extLst>
          </p:cNvPr>
          <p:cNvSpPr/>
          <p:nvPr/>
        </p:nvSpPr>
        <p:spPr>
          <a:xfrm>
            <a:off x="5046750" y="523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0" name="TextBox 769">
            <a:extLst>
              <a:ext uri="{FF2B5EF4-FFF2-40B4-BE49-F238E27FC236}">
                <a16:creationId xmlns:a16="http://schemas.microsoft.com/office/drawing/2014/main" id="{03B923A0-9077-34D6-864D-0D97512B812A}"/>
              </a:ext>
            </a:extLst>
          </p:cNvPr>
          <p:cNvSpPr txBox="1"/>
          <p:nvPr/>
        </p:nvSpPr>
        <p:spPr>
          <a:xfrm>
            <a:off x="5939550" y="5041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MB6.S5</a:t>
            </a:r>
          </a:p>
        </p:txBody>
      </p:sp>
      <p:sp>
        <p:nvSpPr>
          <p:cNvPr id="771" name="Rectangle 770">
            <a:extLst>
              <a:ext uri="{FF2B5EF4-FFF2-40B4-BE49-F238E27FC236}">
                <a16:creationId xmlns:a16="http://schemas.microsoft.com/office/drawing/2014/main" id="{32B23182-C7DC-B6D4-03ED-EF1356384863}"/>
              </a:ext>
            </a:extLst>
          </p:cNvPr>
          <p:cNvSpPr/>
          <p:nvPr/>
        </p:nvSpPr>
        <p:spPr>
          <a:xfrm>
            <a:off x="5939550" y="5239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2" name="TextBox 771">
            <a:extLst>
              <a:ext uri="{FF2B5EF4-FFF2-40B4-BE49-F238E27FC236}">
                <a16:creationId xmlns:a16="http://schemas.microsoft.com/office/drawing/2014/main" id="{3ECA056F-DBFE-EE16-DCC9-2975C268D31A}"/>
              </a:ext>
            </a:extLst>
          </p:cNvPr>
          <p:cNvSpPr txBox="1"/>
          <p:nvPr/>
        </p:nvSpPr>
        <p:spPr>
          <a:xfrm>
            <a:off x="5046750" y="5869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MA7.S5</a:t>
            </a:r>
          </a:p>
        </p:txBody>
      </p:sp>
      <p:sp>
        <p:nvSpPr>
          <p:cNvPr id="773" name="Rectangle 772">
            <a:extLst>
              <a:ext uri="{FF2B5EF4-FFF2-40B4-BE49-F238E27FC236}">
                <a16:creationId xmlns:a16="http://schemas.microsoft.com/office/drawing/2014/main" id="{EF3CA4FE-66A0-E8B0-B788-10351B8E8521}"/>
              </a:ext>
            </a:extLst>
          </p:cNvPr>
          <p:cNvSpPr/>
          <p:nvPr/>
        </p:nvSpPr>
        <p:spPr>
          <a:xfrm>
            <a:off x="5046750" y="606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4" name="TextBox 773">
            <a:extLst>
              <a:ext uri="{FF2B5EF4-FFF2-40B4-BE49-F238E27FC236}">
                <a16:creationId xmlns:a16="http://schemas.microsoft.com/office/drawing/2014/main" id="{7B779AE8-9099-CDAD-46E7-0A2785ED477C}"/>
              </a:ext>
            </a:extLst>
          </p:cNvPr>
          <p:cNvSpPr txBox="1"/>
          <p:nvPr/>
        </p:nvSpPr>
        <p:spPr>
          <a:xfrm>
            <a:off x="5939550" y="5869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MB7.S5</a:t>
            </a:r>
          </a:p>
        </p:txBody>
      </p:sp>
      <p:sp>
        <p:nvSpPr>
          <p:cNvPr id="775" name="Rectangle 774">
            <a:extLst>
              <a:ext uri="{FF2B5EF4-FFF2-40B4-BE49-F238E27FC236}">
                <a16:creationId xmlns:a16="http://schemas.microsoft.com/office/drawing/2014/main" id="{61B93848-570F-9029-66EB-17109BFB37D7}"/>
              </a:ext>
            </a:extLst>
          </p:cNvPr>
          <p:cNvSpPr/>
          <p:nvPr/>
        </p:nvSpPr>
        <p:spPr>
          <a:xfrm>
            <a:off x="5939550" y="6067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6" name="TextBox 775">
            <a:extLst>
              <a:ext uri="{FF2B5EF4-FFF2-40B4-BE49-F238E27FC236}">
                <a16:creationId xmlns:a16="http://schemas.microsoft.com/office/drawing/2014/main" id="{A2E1FB8F-0AF1-5FE4-B8E4-FFF262483643}"/>
              </a:ext>
            </a:extLst>
          </p:cNvPr>
          <p:cNvSpPr txBox="1"/>
          <p:nvPr/>
        </p:nvSpPr>
        <p:spPr>
          <a:xfrm>
            <a:off x="5046750" y="6697650"/>
            <a:ext cx="71845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MA8.S5</a:t>
            </a:r>
          </a:p>
        </p:txBody>
      </p:sp>
      <p:sp>
        <p:nvSpPr>
          <p:cNvPr id="777" name="Rectangle 776">
            <a:extLst>
              <a:ext uri="{FF2B5EF4-FFF2-40B4-BE49-F238E27FC236}">
                <a16:creationId xmlns:a16="http://schemas.microsoft.com/office/drawing/2014/main" id="{BC0FC23C-058B-60F3-64A2-30EA47E2A8AE}"/>
              </a:ext>
            </a:extLst>
          </p:cNvPr>
          <p:cNvSpPr/>
          <p:nvPr/>
        </p:nvSpPr>
        <p:spPr>
          <a:xfrm>
            <a:off x="5046750" y="689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lgDashDot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78" name="TextBox 777">
            <a:extLst>
              <a:ext uri="{FF2B5EF4-FFF2-40B4-BE49-F238E27FC236}">
                <a16:creationId xmlns:a16="http://schemas.microsoft.com/office/drawing/2014/main" id="{BBE11CE5-41DD-3238-1647-C6D0E9C48E31}"/>
              </a:ext>
            </a:extLst>
          </p:cNvPr>
          <p:cNvSpPr txBox="1"/>
          <p:nvPr/>
        </p:nvSpPr>
        <p:spPr>
          <a:xfrm>
            <a:off x="5939550" y="6697650"/>
            <a:ext cx="7206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MB8.S5</a:t>
            </a:r>
          </a:p>
        </p:txBody>
      </p:sp>
      <p:sp>
        <p:nvSpPr>
          <p:cNvPr id="779" name="Rectangle 778">
            <a:extLst>
              <a:ext uri="{FF2B5EF4-FFF2-40B4-BE49-F238E27FC236}">
                <a16:creationId xmlns:a16="http://schemas.microsoft.com/office/drawing/2014/main" id="{64D67326-690B-E2A0-875F-6D2F8B8076AB}"/>
              </a:ext>
            </a:extLst>
          </p:cNvPr>
          <p:cNvSpPr/>
          <p:nvPr/>
        </p:nvSpPr>
        <p:spPr>
          <a:xfrm>
            <a:off x="5939550" y="6895650"/>
            <a:ext cx="720000" cy="359243"/>
          </a:xfrm>
          <a:prstGeom prst="rect">
            <a:avLst/>
          </a:prstGeom>
          <a:noFill/>
          <a:ln>
            <a:solidFill>
              <a:schemeClr val="tx1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80" name="TextBox 779">
            <a:extLst>
              <a:ext uri="{FF2B5EF4-FFF2-40B4-BE49-F238E27FC236}">
                <a16:creationId xmlns:a16="http://schemas.microsoft.com/office/drawing/2014/main" id="{50E75B1C-03AA-8B45-08E9-5221B7412F83}"/>
              </a:ext>
            </a:extLst>
          </p:cNvPr>
          <p:cNvSpPr txBox="1"/>
          <p:nvPr/>
        </p:nvSpPr>
        <p:spPr>
          <a:xfrm>
            <a:off x="3091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EA7132"/>
                </a:solidFill>
              </a:rPr>
              <a:t>C1 .S5</a:t>
            </a:r>
            <a:endParaRPr lang="en-US" sz="1000" noProof="0" dirty="0">
              <a:solidFill>
                <a:srgbClr val="EA7132"/>
              </a:solidFill>
            </a:endParaRPr>
          </a:p>
        </p:txBody>
      </p:sp>
      <p:sp>
        <p:nvSpPr>
          <p:cNvPr id="781" name="Rectangle 780">
            <a:extLst>
              <a:ext uri="{FF2B5EF4-FFF2-40B4-BE49-F238E27FC236}">
                <a16:creationId xmlns:a16="http://schemas.microsoft.com/office/drawing/2014/main" id="{0115895A-B272-DE1E-C837-F0D218BB0B07}"/>
              </a:ext>
            </a:extLst>
          </p:cNvPr>
          <p:cNvSpPr/>
          <p:nvPr/>
        </p:nvSpPr>
        <p:spPr>
          <a:xfrm>
            <a:off x="309150" y="7723650"/>
            <a:ext cx="864539" cy="359243"/>
          </a:xfrm>
          <a:prstGeom prst="rect">
            <a:avLst/>
          </a:prstGeom>
          <a:noFill/>
          <a:ln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82" name="Straight Connector 781">
            <a:extLst>
              <a:ext uri="{FF2B5EF4-FFF2-40B4-BE49-F238E27FC236}">
                <a16:creationId xmlns:a16="http://schemas.microsoft.com/office/drawing/2014/main" id="{FA4B5BEF-6A9F-5D24-0B66-37D8724DC39A}"/>
              </a:ext>
            </a:extLst>
          </p:cNvPr>
          <p:cNvCxnSpPr>
            <a:cxnSpLocks/>
          </p:cNvCxnSpPr>
          <p:nvPr/>
        </p:nvCxnSpPr>
        <p:spPr>
          <a:xfrm>
            <a:off x="309150" y="8317650"/>
            <a:ext cx="881301" cy="0"/>
          </a:xfrm>
          <a:prstGeom prst="line">
            <a:avLst/>
          </a:prstGeom>
          <a:ln w="9525"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83" name="TextBox 782">
            <a:extLst>
              <a:ext uri="{FF2B5EF4-FFF2-40B4-BE49-F238E27FC236}">
                <a16:creationId xmlns:a16="http://schemas.microsoft.com/office/drawing/2014/main" id="{D1A6CF91-120F-DE96-5642-C4DAF0FA261D}"/>
              </a:ext>
            </a:extLst>
          </p:cNvPr>
          <p:cNvSpPr txBox="1"/>
          <p:nvPr/>
        </p:nvSpPr>
        <p:spPr>
          <a:xfrm>
            <a:off x="14935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0F9ED5"/>
                </a:solidFill>
              </a:rPr>
              <a:t>C2 .S5</a:t>
            </a:r>
            <a:endParaRPr lang="en-US" sz="1000" noProof="0" dirty="0">
              <a:solidFill>
                <a:srgbClr val="0F9ED5"/>
              </a:solidFill>
            </a:endParaRPr>
          </a:p>
        </p:txBody>
      </p:sp>
      <p:sp>
        <p:nvSpPr>
          <p:cNvPr id="784" name="Rectangle 783">
            <a:extLst>
              <a:ext uri="{FF2B5EF4-FFF2-40B4-BE49-F238E27FC236}">
                <a16:creationId xmlns:a16="http://schemas.microsoft.com/office/drawing/2014/main" id="{1676CB50-4782-A7A3-84B1-4EF4B7CFD0D0}"/>
              </a:ext>
            </a:extLst>
          </p:cNvPr>
          <p:cNvSpPr/>
          <p:nvPr/>
        </p:nvSpPr>
        <p:spPr>
          <a:xfrm>
            <a:off x="1493550" y="7723650"/>
            <a:ext cx="864539" cy="359243"/>
          </a:xfrm>
          <a:prstGeom prst="rect">
            <a:avLst/>
          </a:prstGeom>
          <a:noFill/>
          <a:ln>
            <a:solidFill>
              <a:srgbClr val="0F9ED5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85" name="Straight Connector 784">
            <a:extLst>
              <a:ext uri="{FF2B5EF4-FFF2-40B4-BE49-F238E27FC236}">
                <a16:creationId xmlns:a16="http://schemas.microsoft.com/office/drawing/2014/main" id="{C2D46EAF-05D6-0D02-99A2-AA6D3B4888E0}"/>
              </a:ext>
            </a:extLst>
          </p:cNvPr>
          <p:cNvCxnSpPr>
            <a:cxnSpLocks/>
          </p:cNvCxnSpPr>
          <p:nvPr/>
        </p:nvCxnSpPr>
        <p:spPr>
          <a:xfrm>
            <a:off x="1493550" y="8317650"/>
            <a:ext cx="881301" cy="0"/>
          </a:xfrm>
          <a:prstGeom prst="line">
            <a:avLst/>
          </a:prstGeom>
          <a:ln w="9525">
            <a:solidFill>
              <a:srgbClr val="0F9ED5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86" name="TextBox 785">
            <a:extLst>
              <a:ext uri="{FF2B5EF4-FFF2-40B4-BE49-F238E27FC236}">
                <a16:creationId xmlns:a16="http://schemas.microsoft.com/office/drawing/2014/main" id="{A9E2D685-43D4-B7CF-9BF6-162D42CFF613}"/>
              </a:ext>
            </a:extLst>
          </p:cNvPr>
          <p:cNvSpPr txBox="1"/>
          <p:nvPr/>
        </p:nvSpPr>
        <p:spPr>
          <a:xfrm>
            <a:off x="26779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4EA72E"/>
                </a:solidFill>
              </a:rPr>
              <a:t>C3 .S5</a:t>
            </a:r>
            <a:endParaRPr lang="en-US" sz="1000" noProof="0" dirty="0">
              <a:solidFill>
                <a:srgbClr val="4EA72E"/>
              </a:solidFill>
            </a:endParaRPr>
          </a:p>
        </p:txBody>
      </p:sp>
      <p:sp>
        <p:nvSpPr>
          <p:cNvPr id="787" name="Rectangle 786">
            <a:extLst>
              <a:ext uri="{FF2B5EF4-FFF2-40B4-BE49-F238E27FC236}">
                <a16:creationId xmlns:a16="http://schemas.microsoft.com/office/drawing/2014/main" id="{51B869EF-C1C9-EB10-8380-1CFD03FA2EE8}"/>
              </a:ext>
            </a:extLst>
          </p:cNvPr>
          <p:cNvSpPr/>
          <p:nvPr/>
        </p:nvSpPr>
        <p:spPr>
          <a:xfrm>
            <a:off x="2677950" y="7723650"/>
            <a:ext cx="864539" cy="359243"/>
          </a:xfrm>
          <a:prstGeom prst="rect">
            <a:avLst/>
          </a:prstGeom>
          <a:noFill/>
          <a:ln>
            <a:solidFill>
              <a:srgbClr val="4EA72E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88" name="Straight Connector 787">
            <a:extLst>
              <a:ext uri="{FF2B5EF4-FFF2-40B4-BE49-F238E27FC236}">
                <a16:creationId xmlns:a16="http://schemas.microsoft.com/office/drawing/2014/main" id="{95529F46-2E0A-9067-F8A4-A464B34F0C4D}"/>
              </a:ext>
            </a:extLst>
          </p:cNvPr>
          <p:cNvCxnSpPr>
            <a:cxnSpLocks/>
          </p:cNvCxnSpPr>
          <p:nvPr/>
        </p:nvCxnSpPr>
        <p:spPr>
          <a:xfrm>
            <a:off x="2677950" y="8317650"/>
            <a:ext cx="881301" cy="0"/>
          </a:xfrm>
          <a:prstGeom prst="line">
            <a:avLst/>
          </a:prstGeom>
          <a:ln w="9525">
            <a:solidFill>
              <a:srgbClr val="4EA72E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89" name="TextBox 788">
            <a:extLst>
              <a:ext uri="{FF2B5EF4-FFF2-40B4-BE49-F238E27FC236}">
                <a16:creationId xmlns:a16="http://schemas.microsoft.com/office/drawing/2014/main" id="{CAAA4F18-FA69-9733-E22F-F084A0E7127C}"/>
              </a:ext>
            </a:extLst>
          </p:cNvPr>
          <p:cNvSpPr txBox="1"/>
          <p:nvPr/>
        </p:nvSpPr>
        <p:spPr>
          <a:xfrm>
            <a:off x="3862350" y="7525650"/>
            <a:ext cx="86453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solidFill>
                  <a:srgbClr val="A02A93"/>
                </a:solidFill>
              </a:rPr>
              <a:t>GIC .S5</a:t>
            </a:r>
            <a:endParaRPr lang="en-US" sz="1000" noProof="0" dirty="0">
              <a:solidFill>
                <a:srgbClr val="A02A93"/>
              </a:solidFill>
            </a:endParaRPr>
          </a:p>
        </p:txBody>
      </p:sp>
      <p:sp>
        <p:nvSpPr>
          <p:cNvPr id="790" name="Rectangle 789">
            <a:extLst>
              <a:ext uri="{FF2B5EF4-FFF2-40B4-BE49-F238E27FC236}">
                <a16:creationId xmlns:a16="http://schemas.microsoft.com/office/drawing/2014/main" id="{A8ECB5EE-8BBA-2AD2-CC49-E5FC22B6C88B}"/>
              </a:ext>
            </a:extLst>
          </p:cNvPr>
          <p:cNvSpPr/>
          <p:nvPr/>
        </p:nvSpPr>
        <p:spPr>
          <a:xfrm>
            <a:off x="3862350" y="7723650"/>
            <a:ext cx="864539" cy="359243"/>
          </a:xfrm>
          <a:prstGeom prst="rect">
            <a:avLst/>
          </a:prstGeom>
          <a:noFill/>
          <a:ln>
            <a:solidFill>
              <a:srgbClr val="A02A93"/>
            </a:solidFill>
            <a:prstDash val="lg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791" name="Straight Connector 790">
            <a:extLst>
              <a:ext uri="{FF2B5EF4-FFF2-40B4-BE49-F238E27FC236}">
                <a16:creationId xmlns:a16="http://schemas.microsoft.com/office/drawing/2014/main" id="{BB42BF75-F346-DF41-0182-E8F573991D81}"/>
              </a:ext>
            </a:extLst>
          </p:cNvPr>
          <p:cNvCxnSpPr>
            <a:cxnSpLocks/>
          </p:cNvCxnSpPr>
          <p:nvPr/>
        </p:nvCxnSpPr>
        <p:spPr>
          <a:xfrm>
            <a:off x="3862350" y="8317650"/>
            <a:ext cx="881301" cy="0"/>
          </a:xfrm>
          <a:prstGeom prst="line">
            <a:avLst/>
          </a:prstGeom>
          <a:ln w="9525">
            <a:solidFill>
              <a:srgbClr val="A02A93"/>
            </a:solidFill>
            <a:prstDash val="dash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794" name="TextBox 793">
            <a:extLst>
              <a:ext uri="{FF2B5EF4-FFF2-40B4-BE49-F238E27FC236}">
                <a16:creationId xmlns:a16="http://schemas.microsoft.com/office/drawing/2014/main" id="{E098860C-2A7A-9732-9D40-8A68B6289582}"/>
              </a:ext>
            </a:extLst>
          </p:cNvPr>
          <p:cNvSpPr txBox="1"/>
          <p:nvPr/>
        </p:nvSpPr>
        <p:spPr>
          <a:xfrm>
            <a:off x="187340" y="553620"/>
            <a:ext cx="59215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Backup Name: _________________________________________ Creation Date:____________________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801" name="TextBox 800">
            <a:extLst>
              <a:ext uri="{FF2B5EF4-FFF2-40B4-BE49-F238E27FC236}">
                <a16:creationId xmlns:a16="http://schemas.microsoft.com/office/drawing/2014/main" id="{D7A653AF-73CA-E64E-93FC-C1E5770D0ACD}"/>
              </a:ext>
            </a:extLst>
          </p:cNvPr>
          <p:cNvSpPr txBox="1"/>
          <p:nvPr/>
        </p:nvSpPr>
        <p:spPr>
          <a:xfrm>
            <a:off x="309150" y="80640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2" name="TextBox 801">
            <a:extLst>
              <a:ext uri="{FF2B5EF4-FFF2-40B4-BE49-F238E27FC236}">
                <a16:creationId xmlns:a16="http://schemas.microsoft.com/office/drawing/2014/main" id="{9574059C-E376-7582-0EE0-B538EBC6E7CD}"/>
              </a:ext>
            </a:extLst>
          </p:cNvPr>
          <p:cNvSpPr txBox="1"/>
          <p:nvPr/>
        </p:nvSpPr>
        <p:spPr>
          <a:xfrm>
            <a:off x="1493549" y="80640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3" name="TextBox 802">
            <a:extLst>
              <a:ext uri="{FF2B5EF4-FFF2-40B4-BE49-F238E27FC236}">
                <a16:creationId xmlns:a16="http://schemas.microsoft.com/office/drawing/2014/main" id="{BDC71D8C-A790-72F5-C080-62CAE919B02E}"/>
              </a:ext>
            </a:extLst>
          </p:cNvPr>
          <p:cNvSpPr txBox="1"/>
          <p:nvPr/>
        </p:nvSpPr>
        <p:spPr>
          <a:xfrm>
            <a:off x="2677681" y="806400"/>
            <a:ext cx="86453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300</a:t>
            </a:r>
            <a:endParaRPr lang="en-US" sz="800" b="1" noProof="0" dirty="0">
              <a:solidFill>
                <a:srgbClr val="FF0000"/>
              </a:solidFill>
            </a:endParaRPr>
          </a:p>
        </p:txBody>
      </p:sp>
      <p:sp>
        <p:nvSpPr>
          <p:cNvPr id="804" name="TextBox 803">
            <a:extLst>
              <a:ext uri="{FF2B5EF4-FFF2-40B4-BE49-F238E27FC236}">
                <a16:creationId xmlns:a16="http://schemas.microsoft.com/office/drawing/2014/main" id="{1CBBA368-7930-01B1-E1A4-97C695564CC4}"/>
              </a:ext>
            </a:extLst>
          </p:cNvPr>
          <p:cNvSpPr txBox="1"/>
          <p:nvPr/>
        </p:nvSpPr>
        <p:spPr>
          <a:xfrm>
            <a:off x="201150" y="1161323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1</a:t>
            </a:r>
            <a:endParaRPr lang="en-US" sz="800" b="1" noProof="0" dirty="0"/>
          </a:p>
        </p:txBody>
      </p:sp>
      <p:sp>
        <p:nvSpPr>
          <p:cNvPr id="805" name="TextBox 804">
            <a:extLst>
              <a:ext uri="{FF2B5EF4-FFF2-40B4-BE49-F238E27FC236}">
                <a16:creationId xmlns:a16="http://schemas.microsoft.com/office/drawing/2014/main" id="{535C1777-348A-E520-1BE6-37D88AFA9533}"/>
              </a:ext>
            </a:extLst>
          </p:cNvPr>
          <p:cNvSpPr txBox="1"/>
          <p:nvPr/>
        </p:nvSpPr>
        <p:spPr>
          <a:xfrm>
            <a:off x="201150" y="2003024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2</a:t>
            </a:r>
            <a:endParaRPr lang="en-US" sz="800" b="1" noProof="0" dirty="0"/>
          </a:p>
        </p:txBody>
      </p:sp>
      <p:sp>
        <p:nvSpPr>
          <p:cNvPr id="808" name="TextBox 807">
            <a:extLst>
              <a:ext uri="{FF2B5EF4-FFF2-40B4-BE49-F238E27FC236}">
                <a16:creationId xmlns:a16="http://schemas.microsoft.com/office/drawing/2014/main" id="{4A38DA2C-6599-24F6-E1AB-5F669A2C7A54}"/>
              </a:ext>
            </a:extLst>
          </p:cNvPr>
          <p:cNvSpPr txBox="1"/>
          <p:nvPr/>
        </p:nvSpPr>
        <p:spPr>
          <a:xfrm>
            <a:off x="201150" y="2832074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3</a:t>
            </a:r>
          </a:p>
        </p:txBody>
      </p:sp>
      <p:sp>
        <p:nvSpPr>
          <p:cNvPr id="809" name="TextBox 808">
            <a:extLst>
              <a:ext uri="{FF2B5EF4-FFF2-40B4-BE49-F238E27FC236}">
                <a16:creationId xmlns:a16="http://schemas.microsoft.com/office/drawing/2014/main" id="{BC008CFC-CE46-D79F-D3A7-915D1FD34944}"/>
              </a:ext>
            </a:extLst>
          </p:cNvPr>
          <p:cNvSpPr txBox="1"/>
          <p:nvPr/>
        </p:nvSpPr>
        <p:spPr>
          <a:xfrm>
            <a:off x="201150" y="366133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4</a:t>
            </a:r>
            <a:endParaRPr lang="en-US" sz="800" b="1" noProof="0" dirty="0"/>
          </a:p>
        </p:txBody>
      </p:sp>
      <p:sp>
        <p:nvSpPr>
          <p:cNvPr id="810" name="TextBox 809">
            <a:extLst>
              <a:ext uri="{FF2B5EF4-FFF2-40B4-BE49-F238E27FC236}">
                <a16:creationId xmlns:a16="http://schemas.microsoft.com/office/drawing/2014/main" id="{19AA66AA-B8F9-4C32-D2B5-8617A45E1C2F}"/>
              </a:ext>
            </a:extLst>
          </p:cNvPr>
          <p:cNvSpPr txBox="1"/>
          <p:nvPr/>
        </p:nvSpPr>
        <p:spPr>
          <a:xfrm>
            <a:off x="201150" y="448933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5</a:t>
            </a:r>
            <a:endParaRPr lang="en-US" sz="800" b="1" noProof="0" dirty="0"/>
          </a:p>
        </p:txBody>
      </p:sp>
      <p:sp>
        <p:nvSpPr>
          <p:cNvPr id="811" name="TextBox 810">
            <a:extLst>
              <a:ext uri="{FF2B5EF4-FFF2-40B4-BE49-F238E27FC236}">
                <a16:creationId xmlns:a16="http://schemas.microsoft.com/office/drawing/2014/main" id="{7CEAAE26-1471-C3A0-EF24-EC74C415EA9E}"/>
              </a:ext>
            </a:extLst>
          </p:cNvPr>
          <p:cNvSpPr txBox="1"/>
          <p:nvPr/>
        </p:nvSpPr>
        <p:spPr>
          <a:xfrm>
            <a:off x="201150" y="531154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6</a:t>
            </a:r>
            <a:endParaRPr lang="en-US" sz="800" b="1" noProof="0" dirty="0"/>
          </a:p>
        </p:txBody>
      </p:sp>
      <p:sp>
        <p:nvSpPr>
          <p:cNvPr id="812" name="TextBox 811">
            <a:extLst>
              <a:ext uri="{FF2B5EF4-FFF2-40B4-BE49-F238E27FC236}">
                <a16:creationId xmlns:a16="http://schemas.microsoft.com/office/drawing/2014/main" id="{739FEF5B-B18A-A0A7-DCA2-53D50685DA15}"/>
              </a:ext>
            </a:extLst>
          </p:cNvPr>
          <p:cNvSpPr txBox="1"/>
          <p:nvPr/>
        </p:nvSpPr>
        <p:spPr>
          <a:xfrm>
            <a:off x="201150" y="614533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7</a:t>
            </a:r>
            <a:endParaRPr lang="en-US" sz="800" b="1" noProof="0" dirty="0"/>
          </a:p>
        </p:txBody>
      </p:sp>
      <p:sp>
        <p:nvSpPr>
          <p:cNvPr id="813" name="TextBox 812">
            <a:extLst>
              <a:ext uri="{FF2B5EF4-FFF2-40B4-BE49-F238E27FC236}">
                <a16:creationId xmlns:a16="http://schemas.microsoft.com/office/drawing/2014/main" id="{FFC99109-A233-F2F6-863C-124B75360F04}"/>
              </a:ext>
            </a:extLst>
          </p:cNvPr>
          <p:cNvSpPr txBox="1"/>
          <p:nvPr/>
        </p:nvSpPr>
        <p:spPr>
          <a:xfrm>
            <a:off x="201150" y="6962759"/>
            <a:ext cx="923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/>
              <a:t>8</a:t>
            </a:r>
            <a:endParaRPr lang="en-US" sz="800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2DB1CE-F4F4-092D-0028-0337F4994FC4}"/>
              </a:ext>
            </a:extLst>
          </p:cNvPr>
          <p:cNvSpPr txBox="1"/>
          <p:nvPr/>
        </p:nvSpPr>
        <p:spPr>
          <a:xfrm>
            <a:off x="201600" y="8461535"/>
            <a:ext cx="45252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Passphrase Hint:____________________________________________________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6AE8A9-2FCC-B1A7-112C-1F388AA641C4}"/>
              </a:ext>
            </a:extLst>
          </p:cNvPr>
          <p:cNvSpPr txBox="1"/>
          <p:nvPr/>
        </p:nvSpPr>
        <p:spPr>
          <a:xfrm>
            <a:off x="201599" y="8809771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Recovery Verification Address:_______________________________________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D0D970-86AD-69FE-A38B-316C12CBD913}"/>
              </a:ext>
            </a:extLst>
          </p:cNvPr>
          <p:cNvSpPr txBox="1"/>
          <p:nvPr/>
        </p:nvSpPr>
        <p:spPr>
          <a:xfrm>
            <a:off x="201599" y="9149368"/>
            <a:ext cx="4525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BIP39 Language:______________ Session:_____________________________</a:t>
            </a:r>
            <a:endParaRPr lang="en-US" sz="1100" b="1" noProof="0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327A38-1BD4-3266-3C7C-98D14DA0E946}"/>
              </a:ext>
            </a:extLst>
          </p:cNvPr>
          <p:cNvSpPr txBox="1"/>
          <p:nvPr/>
        </p:nvSpPr>
        <p:spPr>
          <a:xfrm>
            <a:off x="41291" y="9524293"/>
            <a:ext cx="67695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/>
              <a:t>© 2026 GRIFORTIS. </a:t>
            </a:r>
            <a:r>
              <a:rPr lang="en-US" sz="600" dirty="0"/>
              <a:t>Licensed under </a:t>
            </a:r>
            <a:r>
              <a:rPr lang="en-US" sz="600" b="1" dirty="0"/>
              <a:t>CC BY-NC-SA 4.0</a:t>
            </a:r>
            <a:r>
              <a:rPr lang="en-US" sz="600" dirty="0"/>
              <a:t> (Free for personal &amp; educational use). Underlying </a:t>
            </a:r>
            <a:r>
              <a:rPr lang="en-US" sz="600" dirty="0" err="1"/>
              <a:t>DuraShare</a:t>
            </a:r>
            <a:r>
              <a:rPr lang="en-US" sz="600" dirty="0"/>
              <a:t> protocol is Open Source. Provided "as is" without warranty. The user accepts full responsibility for the secure execution of the protocol. v0.7.1</a:t>
            </a:r>
            <a:endParaRPr lang="en-US" sz="600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EA6D16-2026-5C2F-974E-B16F5A486DA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677" t="13073" r="73757" b="60369"/>
          <a:stretch>
            <a:fillRect/>
          </a:stretch>
        </p:blipFill>
        <p:spPr>
          <a:xfrm>
            <a:off x="4872748" y="7470595"/>
            <a:ext cx="1839391" cy="186526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78BBBF-F769-CD31-54C0-FD4C323AD1BB}"/>
              </a:ext>
            </a:extLst>
          </p:cNvPr>
          <p:cNvSpPr txBox="1"/>
          <p:nvPr/>
        </p:nvSpPr>
        <p:spPr>
          <a:xfrm>
            <a:off x="251727" y="339889"/>
            <a:ext cx="5695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This page holds part of a secret. </a:t>
            </a:r>
            <a:r>
              <a:rPr lang="en-US" sz="800" b="1" dirty="0">
                <a:solidFill>
                  <a:srgbClr val="FF0000"/>
                </a:solidFill>
              </a:rPr>
              <a:t>DO NOT REVEAL, PHOTOGRAPH OR DIGITIZE!</a:t>
            </a:r>
            <a:r>
              <a:rPr lang="en-US" sz="800" dirty="0"/>
              <a:t> Any exposure can lead to loss of funds.</a:t>
            </a:r>
            <a:endParaRPr lang="en-US" sz="600" noProof="0" dirty="0"/>
          </a:p>
        </p:txBody>
      </p:sp>
    </p:spTree>
    <p:extLst>
      <p:ext uri="{BB962C8B-B14F-4D97-AF65-F5344CB8AC3E}">
        <p14:creationId xmlns:p14="http://schemas.microsoft.com/office/powerpoint/2010/main" val="4948971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14244</TotalTime>
  <Words>1360</Words>
  <Application>Microsoft Macintosh PowerPoint</Application>
  <PresentationFormat>A4 Paper (210x297 mm)</PresentationFormat>
  <Paragraphs>355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Renato Schiavinato Lopez</dc:creator>
  <cp:lastModifiedBy>Renato Schiavinato Lopez</cp:lastModifiedBy>
  <cp:revision>58</cp:revision>
  <cp:lastPrinted>2026-09-10T14:52:44Z</cp:lastPrinted>
  <dcterms:created xsi:type="dcterms:W3CDTF">2025-12-07T22:50:14Z</dcterms:created>
  <dcterms:modified xsi:type="dcterms:W3CDTF">2026-10-06T19:44:32Z</dcterms:modified>
</cp:coreProperties>
</file>