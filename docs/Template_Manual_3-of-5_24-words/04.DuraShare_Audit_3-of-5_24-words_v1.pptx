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2"/>
  </p:notes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A72E"/>
    <a:srgbClr val="0F9ED5"/>
    <a:srgbClr val="E97132"/>
    <a:srgbClr val="A02A93"/>
    <a:srgbClr val="D9D9D9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25"/>
    <p:restoredTop sz="95296"/>
  </p:normalViewPr>
  <p:slideViewPr>
    <p:cSldViewPr snapToGrid="0">
      <p:cViewPr varScale="1">
        <p:scale>
          <a:sx n="142" d="100"/>
          <a:sy n="142" d="100"/>
        </p:scale>
        <p:origin x="6528" y="184"/>
      </p:cViewPr>
      <p:guideLst>
        <p:guide orient="horz" pos="3120"/>
        <p:guide pos="2160"/>
      </p:guideLst>
    </p:cSldViewPr>
  </p:slideViewPr>
  <p:notesTextViewPr>
    <p:cViewPr>
      <p:scale>
        <a:sx n="33" d="100"/>
        <a:sy n="3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A1A1E-9FB4-C942-83F2-2E882B02486B}" type="datetimeFigureOut">
              <a:rPr lang="en-BR" smtClean="0"/>
              <a:t>06/10/26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819C9-7153-B14B-B279-2EA491EAB30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659402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24008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968740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15920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26546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5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20273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44029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7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71648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8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63615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9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4568136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10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26227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240081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9687406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159208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26546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15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202736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440293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17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716487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18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636156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19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4568136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20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2622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24E4-3450-1046-AE64-B43B46F2996A}" type="datetime1">
              <a:rPr lang="en-US" smtClean="0"/>
              <a:t>10/6/26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7432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4AA9B-F3A6-4F48-BD85-6A6B912EC266}" type="datetime1">
              <a:rPr lang="en-US" smtClean="0"/>
              <a:t>10/6/26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5965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4EE2-7F41-7042-B8C8-244FFACED51B}" type="datetime1">
              <a:rPr lang="en-US" smtClean="0"/>
              <a:t>10/6/26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207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AD08F-87E3-6540-8174-C4C0400AEFD8}" type="datetime1">
              <a:rPr lang="en-US" smtClean="0"/>
              <a:t>10/6/26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6798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540E6-6DFF-B44E-87E6-2292B84E18B6}" type="datetime1">
              <a:rPr lang="en-US" smtClean="0"/>
              <a:t>10/6/26</a:t>
            </a:fld>
            <a:endParaRPr lang="en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639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9C164-A73D-0746-BC60-0B7DB9F0D311}" type="datetime1">
              <a:rPr lang="en-US" smtClean="0"/>
              <a:t>10/6/26</a:t>
            </a:fld>
            <a:endParaRPr lang="en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8289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341A-C547-5442-B12A-0B5A50B11DC1}" type="datetime1">
              <a:rPr lang="en-US" smtClean="0"/>
              <a:t>10/6/26</a:t>
            </a:fld>
            <a:endParaRPr lang="en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1577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2694-40D9-E741-A72D-E99892AFD2F2}" type="datetime1">
              <a:rPr lang="en-US" smtClean="0"/>
              <a:t>10/6/26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76749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CB594-C7C0-3742-B41F-E1BF6F153843}" type="datetime1">
              <a:rPr lang="en-US" smtClean="0"/>
              <a:t>10/6/26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97494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24CC-A669-5F43-9B46-C7099D091F19}" type="datetime1">
              <a:rPr lang="en-US" smtClean="0"/>
              <a:t>10/6/26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8468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C900-83D4-C64B-86FB-0326E0E513F9}" type="datetime1">
              <a:rPr lang="en-US" smtClean="0"/>
              <a:t>10/6/26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53305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46F12-8C20-404E-A113-F20F2E247EA2}" type="datetime1">
              <a:rPr lang="en-US" smtClean="0"/>
              <a:t>10/6/26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0890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622906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06906" y="2226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62173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47596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439195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621736" y="1074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29773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36973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62173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123966" y="1722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907966" y="2226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12396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97819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123966" y="107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79996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87196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12396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W2.S1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626196" y="1722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410196" y="2226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62619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626196" y="1074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30219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37419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62619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W3.S1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621736" y="3810200"/>
            <a:ext cx="864000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05736" y="4314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62173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475966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621736" y="3162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29773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36973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62173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W4</a:t>
            </a:r>
            <a:r>
              <a:rPr lang="en-US"/>
              <a:t>.S1</a:t>
            </a:r>
            <a:endParaRPr lang="en-US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123966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1907966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12396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2980618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123966" y="3162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79996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187196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12396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W5.S1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626196" y="3810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410196" y="4314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62619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626196" y="316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30219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37419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62619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W6</a:t>
            </a:r>
            <a:r>
              <a:rPr lang="en-US"/>
              <a:t>.S1</a:t>
            </a:r>
            <a:endParaRPr lang="en-US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621736" y="5898200"/>
            <a:ext cx="864000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05736" y="6402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62173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47596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621736" y="5250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29773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36973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62173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W7</a:t>
            </a:r>
            <a:r>
              <a:rPr lang="en-US"/>
              <a:t>.S1</a:t>
            </a:r>
            <a:endParaRPr lang="en-US" dirty="0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123966" y="5898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1907966" y="6402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12396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297819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123966" y="5250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79996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187196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12396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W8.S1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626196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410196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62619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626196" y="5250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29694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37419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62619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W9</a:t>
            </a:r>
            <a:r>
              <a:rPr lang="en-US"/>
              <a:t>.S1</a:t>
            </a:r>
            <a:endParaRPr lang="en-US" dirty="0"/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623410" y="7984916"/>
            <a:ext cx="864000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07410" y="8488916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62341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47764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623410" y="7336916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29941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37141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62341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W10.S1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125640" y="7984916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1909640" y="8488916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12564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297987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125640" y="7336916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80164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187364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12564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W11</a:t>
            </a:r>
            <a:r>
              <a:rPr lang="en-US"/>
              <a:t>.S1</a:t>
            </a:r>
            <a:endParaRPr lang="en-US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627870" y="7984916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411870" y="8488916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62787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627870" y="7336916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29862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37587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62787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W12.S1</a:t>
            </a:r>
            <a:endParaRPr lang="en-US" dirty="0"/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621736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123966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79996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799966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9663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202021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297463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295314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626196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30219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304618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70857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Audit 3-of-5 24 words – MA Share 1 Page 1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748330" y="20282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KA1.S1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748330" y="22262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4292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999926" y="202744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999926" y="222544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599F-9787-8D52-0E0F-F3746C08ADAB}"/>
              </a:ext>
            </a:extLst>
          </p:cNvPr>
          <p:cNvSpPr txBox="1"/>
          <p:nvPr/>
        </p:nvSpPr>
        <p:spPr>
          <a:xfrm>
            <a:off x="5447807" y="430908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991FB-0190-7645-6A2B-0C336771D9BA}"/>
              </a:ext>
            </a:extLst>
          </p:cNvPr>
          <p:cNvSpPr txBox="1"/>
          <p:nvPr/>
        </p:nvSpPr>
        <p:spPr>
          <a:xfrm>
            <a:off x="4756942" y="41110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KA2.S1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B3D31F-B94A-BBA4-D308-CE672321073E}"/>
              </a:ext>
            </a:extLst>
          </p:cNvPr>
          <p:cNvSpPr/>
          <p:nvPr/>
        </p:nvSpPr>
        <p:spPr>
          <a:xfrm>
            <a:off x="4756942" y="43090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23CD1-0E5B-B27B-3440-B25663451556}"/>
              </a:ext>
            </a:extLst>
          </p:cNvPr>
          <p:cNvSpPr txBox="1"/>
          <p:nvPr/>
        </p:nvSpPr>
        <p:spPr>
          <a:xfrm>
            <a:off x="4437902" y="430908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3F3BE-52FA-F4CE-DC9B-64B91472B4B7}"/>
              </a:ext>
            </a:extLst>
          </p:cNvPr>
          <p:cNvSpPr txBox="1"/>
          <p:nvPr/>
        </p:nvSpPr>
        <p:spPr>
          <a:xfrm>
            <a:off x="6008538" y="411032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MA2.S1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CCD3B-C12B-0B93-5494-2679029EE22D}"/>
              </a:ext>
            </a:extLst>
          </p:cNvPr>
          <p:cNvSpPr/>
          <p:nvPr/>
        </p:nvSpPr>
        <p:spPr>
          <a:xfrm>
            <a:off x="6008538" y="43083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908C1-4C87-0727-79CC-417FAF3B1A3D}"/>
              </a:ext>
            </a:extLst>
          </p:cNvPr>
          <p:cNvSpPr txBox="1"/>
          <p:nvPr/>
        </p:nvSpPr>
        <p:spPr>
          <a:xfrm>
            <a:off x="5438325" y="6397459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70D68-319B-DB56-988C-9E663B0924F7}"/>
              </a:ext>
            </a:extLst>
          </p:cNvPr>
          <p:cNvSpPr txBox="1"/>
          <p:nvPr/>
        </p:nvSpPr>
        <p:spPr>
          <a:xfrm>
            <a:off x="4747460" y="619945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KA3.S1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7F14D-8E63-53C0-93DA-1D3018C44440}"/>
              </a:ext>
            </a:extLst>
          </p:cNvPr>
          <p:cNvSpPr/>
          <p:nvPr/>
        </p:nvSpPr>
        <p:spPr>
          <a:xfrm>
            <a:off x="4747460" y="639745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DA055-F33A-F5BE-4131-7B68CF7FD25B}"/>
              </a:ext>
            </a:extLst>
          </p:cNvPr>
          <p:cNvSpPr txBox="1"/>
          <p:nvPr/>
        </p:nvSpPr>
        <p:spPr>
          <a:xfrm>
            <a:off x="4428420" y="6397459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4C70D-AB91-9875-41D1-EBADCA02693E}"/>
              </a:ext>
            </a:extLst>
          </p:cNvPr>
          <p:cNvSpPr txBox="1"/>
          <p:nvPr/>
        </p:nvSpPr>
        <p:spPr>
          <a:xfrm>
            <a:off x="5999056" y="619870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MA3.S1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19684-33B9-DDC1-9A00-5B5A76A10250}"/>
              </a:ext>
            </a:extLst>
          </p:cNvPr>
          <p:cNvSpPr/>
          <p:nvPr/>
        </p:nvSpPr>
        <p:spPr>
          <a:xfrm>
            <a:off x="5999056" y="639670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8EAF08-EF54-1A94-2E00-F7C4E8EC138B}"/>
              </a:ext>
            </a:extLst>
          </p:cNvPr>
          <p:cNvSpPr txBox="1"/>
          <p:nvPr/>
        </p:nvSpPr>
        <p:spPr>
          <a:xfrm>
            <a:off x="5452000" y="848967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F8412-1E9E-1EF8-E0B9-AD83E3717430}"/>
              </a:ext>
            </a:extLst>
          </p:cNvPr>
          <p:cNvSpPr txBox="1"/>
          <p:nvPr/>
        </p:nvSpPr>
        <p:spPr>
          <a:xfrm>
            <a:off x="4761135" y="829167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KA4.S1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0803-AD74-E025-86D4-23E31A17C2D4}"/>
              </a:ext>
            </a:extLst>
          </p:cNvPr>
          <p:cNvSpPr/>
          <p:nvPr/>
        </p:nvSpPr>
        <p:spPr>
          <a:xfrm>
            <a:off x="4761135" y="848967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40E5EF-C686-43C3-941E-0334A09DB570}"/>
              </a:ext>
            </a:extLst>
          </p:cNvPr>
          <p:cNvSpPr txBox="1"/>
          <p:nvPr/>
        </p:nvSpPr>
        <p:spPr>
          <a:xfrm>
            <a:off x="4442095" y="848967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89C84-1D96-E6F5-8CDD-3FC716F6DB01}"/>
              </a:ext>
            </a:extLst>
          </p:cNvPr>
          <p:cNvSpPr txBox="1"/>
          <p:nvPr/>
        </p:nvSpPr>
        <p:spPr>
          <a:xfrm>
            <a:off x="6012731" y="829091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MA4.S1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7F370-C563-BDC2-6A4D-0C2F1BF94943}"/>
              </a:ext>
            </a:extLst>
          </p:cNvPr>
          <p:cNvSpPr/>
          <p:nvPr/>
        </p:nvSpPr>
        <p:spPr>
          <a:xfrm>
            <a:off x="6012731" y="848891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26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622906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06906" y="2226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62173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47596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439195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621736" y="1074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29773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36973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62173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W13.S1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123966" y="1722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907966" y="2226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12396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97819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123966" y="107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79996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87196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12396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W14.S1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626196" y="1722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410196" y="2226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62619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626196" y="1074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30219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37419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62619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W15.S1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621736" y="3810200"/>
            <a:ext cx="864000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05736" y="4314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62173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475966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621736" y="3162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29773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36973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62173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W16.S1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123966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1907966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12396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2980618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123966" y="3162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79996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187196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12396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W17.S1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626196" y="3810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410196" y="4314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62619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626196" y="316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30219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37419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62619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W18.S1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621736" y="5898200"/>
            <a:ext cx="864000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05736" y="6402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62173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47596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621736" y="5250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29773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36973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62173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W19.S1</a:t>
            </a: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123966" y="5898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1907966" y="6402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12396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297819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123966" y="5250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79996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187196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12396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W20.S1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626196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410196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62619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626196" y="5250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29694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37419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62619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W21.S1</a:t>
            </a: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623410" y="7984916"/>
            <a:ext cx="864000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07410" y="8488916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62341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47764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623410" y="7336916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29941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37141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62341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W22.S1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125640" y="7984916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1909640" y="8488916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12564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297987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125640" y="7336916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80164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187364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12564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W23.S1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627870" y="7984916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411870" y="8488916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62787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627870" y="7336916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29862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37587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62787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W24.S1</a:t>
            </a: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621736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123966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79996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799966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9663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202021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297463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295314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626196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30219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304618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70857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Audit 3-of-5 24 words – MA Share 1 Page 2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748330" y="20282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KA5.S1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748330" y="22262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4292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999926" y="202744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MA5.S1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999926" y="222544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599F-9787-8D52-0E0F-F3746C08ADAB}"/>
              </a:ext>
            </a:extLst>
          </p:cNvPr>
          <p:cNvSpPr txBox="1"/>
          <p:nvPr/>
        </p:nvSpPr>
        <p:spPr>
          <a:xfrm>
            <a:off x="5447807" y="430908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991FB-0190-7645-6A2B-0C336771D9BA}"/>
              </a:ext>
            </a:extLst>
          </p:cNvPr>
          <p:cNvSpPr txBox="1"/>
          <p:nvPr/>
        </p:nvSpPr>
        <p:spPr>
          <a:xfrm>
            <a:off x="4756942" y="41110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KA6.S1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B3D31F-B94A-BBA4-D308-CE672321073E}"/>
              </a:ext>
            </a:extLst>
          </p:cNvPr>
          <p:cNvSpPr/>
          <p:nvPr/>
        </p:nvSpPr>
        <p:spPr>
          <a:xfrm>
            <a:off x="4756942" y="43090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23CD1-0E5B-B27B-3440-B25663451556}"/>
              </a:ext>
            </a:extLst>
          </p:cNvPr>
          <p:cNvSpPr txBox="1"/>
          <p:nvPr/>
        </p:nvSpPr>
        <p:spPr>
          <a:xfrm>
            <a:off x="4437902" y="430908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3F3BE-52FA-F4CE-DC9B-64B91472B4B7}"/>
              </a:ext>
            </a:extLst>
          </p:cNvPr>
          <p:cNvSpPr txBox="1"/>
          <p:nvPr/>
        </p:nvSpPr>
        <p:spPr>
          <a:xfrm>
            <a:off x="6008538" y="411032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MA6.S1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CCD3B-C12B-0B93-5494-2679029EE22D}"/>
              </a:ext>
            </a:extLst>
          </p:cNvPr>
          <p:cNvSpPr/>
          <p:nvPr/>
        </p:nvSpPr>
        <p:spPr>
          <a:xfrm>
            <a:off x="6008538" y="43083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908C1-4C87-0727-79CC-417FAF3B1A3D}"/>
              </a:ext>
            </a:extLst>
          </p:cNvPr>
          <p:cNvSpPr txBox="1"/>
          <p:nvPr/>
        </p:nvSpPr>
        <p:spPr>
          <a:xfrm>
            <a:off x="5438325" y="6397459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70D68-319B-DB56-988C-9E663B0924F7}"/>
              </a:ext>
            </a:extLst>
          </p:cNvPr>
          <p:cNvSpPr txBox="1"/>
          <p:nvPr/>
        </p:nvSpPr>
        <p:spPr>
          <a:xfrm>
            <a:off x="4747460" y="619945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KA7.S1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7F14D-8E63-53C0-93DA-1D3018C44440}"/>
              </a:ext>
            </a:extLst>
          </p:cNvPr>
          <p:cNvSpPr/>
          <p:nvPr/>
        </p:nvSpPr>
        <p:spPr>
          <a:xfrm>
            <a:off x="4747460" y="639745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DA055-F33A-F5BE-4131-7B68CF7FD25B}"/>
              </a:ext>
            </a:extLst>
          </p:cNvPr>
          <p:cNvSpPr txBox="1"/>
          <p:nvPr/>
        </p:nvSpPr>
        <p:spPr>
          <a:xfrm>
            <a:off x="4428420" y="6397459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4C70D-AB91-9875-41D1-EBADCA02693E}"/>
              </a:ext>
            </a:extLst>
          </p:cNvPr>
          <p:cNvSpPr txBox="1"/>
          <p:nvPr/>
        </p:nvSpPr>
        <p:spPr>
          <a:xfrm>
            <a:off x="5999056" y="619870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MA7.S1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19684-33B9-DDC1-9A00-5B5A76A10250}"/>
              </a:ext>
            </a:extLst>
          </p:cNvPr>
          <p:cNvSpPr/>
          <p:nvPr/>
        </p:nvSpPr>
        <p:spPr>
          <a:xfrm>
            <a:off x="5999056" y="639670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8EAF08-EF54-1A94-2E00-F7C4E8EC138B}"/>
              </a:ext>
            </a:extLst>
          </p:cNvPr>
          <p:cNvSpPr txBox="1"/>
          <p:nvPr/>
        </p:nvSpPr>
        <p:spPr>
          <a:xfrm>
            <a:off x="5452000" y="848967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F8412-1E9E-1EF8-E0B9-AD83E3717430}"/>
              </a:ext>
            </a:extLst>
          </p:cNvPr>
          <p:cNvSpPr txBox="1"/>
          <p:nvPr/>
        </p:nvSpPr>
        <p:spPr>
          <a:xfrm>
            <a:off x="4761135" y="829167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KA8.S1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0803-AD74-E025-86D4-23E31A17C2D4}"/>
              </a:ext>
            </a:extLst>
          </p:cNvPr>
          <p:cNvSpPr/>
          <p:nvPr/>
        </p:nvSpPr>
        <p:spPr>
          <a:xfrm>
            <a:off x="4761135" y="848967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40E5EF-C686-43C3-941E-0334A09DB570}"/>
              </a:ext>
            </a:extLst>
          </p:cNvPr>
          <p:cNvSpPr txBox="1"/>
          <p:nvPr/>
        </p:nvSpPr>
        <p:spPr>
          <a:xfrm>
            <a:off x="4442095" y="848967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89C84-1D96-E6F5-8CDD-3FC716F6DB01}"/>
              </a:ext>
            </a:extLst>
          </p:cNvPr>
          <p:cNvSpPr txBox="1"/>
          <p:nvPr/>
        </p:nvSpPr>
        <p:spPr>
          <a:xfrm>
            <a:off x="6012731" y="829091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MA8.S1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7F370-C563-BDC2-6A4D-0C2F1BF94943}"/>
              </a:ext>
            </a:extLst>
          </p:cNvPr>
          <p:cNvSpPr/>
          <p:nvPr/>
        </p:nvSpPr>
        <p:spPr>
          <a:xfrm>
            <a:off x="6012731" y="848891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71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622906" y="1722200"/>
            <a:ext cx="864000" cy="359243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06906" y="2226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62173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47596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439195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621736" y="1074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29773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36973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62173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123966" y="1722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907966" y="2226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12396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97819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123966" y="107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79996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87196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12396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W2.S2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626196" y="1722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410196" y="2226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62619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626196" y="1074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30219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37419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62619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W3.S2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621736" y="3810200"/>
            <a:ext cx="864000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05736" y="4314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62173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475966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621736" y="3162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29773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36973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62173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W4.S2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123966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1907966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12396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2980618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123966" y="3162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79996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187196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12396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W5.S2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626196" y="3810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410196" y="4314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62619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626196" y="316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30219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37419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62619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W6.S2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621736" y="5898200"/>
            <a:ext cx="864000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05736" y="6402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62173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47596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621736" y="5250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29773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36973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62173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W7.S2</a:t>
            </a: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123966" y="5898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1907966" y="6402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12396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297819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123966" y="5250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79996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187196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12396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W8.S2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626196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410196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62619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626196" y="5250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29694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37419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62619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W9.S2</a:t>
            </a: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623410" y="7984916"/>
            <a:ext cx="864000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07410" y="8488916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62341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47764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623410" y="7336916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29941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37141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62341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W10.S2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125640" y="7984916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1909640" y="8488916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12564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297987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125640" y="7336916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80164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187364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12564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W11.S2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627870" y="7984916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411870" y="8488916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62787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627870" y="7336916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29862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37587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62787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W12.S2</a:t>
            </a: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621736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123966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79996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799966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9663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202021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297463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295314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626196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30219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304618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70857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Audit 3-of-5 24 words – MA Share 2 Page 1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748330" y="20282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KA1.S2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748330" y="22262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4292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999926" y="202744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999926" y="222544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599F-9787-8D52-0E0F-F3746C08ADAB}"/>
              </a:ext>
            </a:extLst>
          </p:cNvPr>
          <p:cNvSpPr txBox="1"/>
          <p:nvPr/>
        </p:nvSpPr>
        <p:spPr>
          <a:xfrm>
            <a:off x="5447807" y="430908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991FB-0190-7645-6A2B-0C336771D9BA}"/>
              </a:ext>
            </a:extLst>
          </p:cNvPr>
          <p:cNvSpPr txBox="1"/>
          <p:nvPr/>
        </p:nvSpPr>
        <p:spPr>
          <a:xfrm>
            <a:off x="4756942" y="41110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KA2.S2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B3D31F-B94A-BBA4-D308-CE672321073E}"/>
              </a:ext>
            </a:extLst>
          </p:cNvPr>
          <p:cNvSpPr/>
          <p:nvPr/>
        </p:nvSpPr>
        <p:spPr>
          <a:xfrm>
            <a:off x="4756942" y="43090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23CD1-0E5B-B27B-3440-B25663451556}"/>
              </a:ext>
            </a:extLst>
          </p:cNvPr>
          <p:cNvSpPr txBox="1"/>
          <p:nvPr/>
        </p:nvSpPr>
        <p:spPr>
          <a:xfrm>
            <a:off x="4437902" y="430908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3F3BE-52FA-F4CE-DC9B-64B91472B4B7}"/>
              </a:ext>
            </a:extLst>
          </p:cNvPr>
          <p:cNvSpPr txBox="1"/>
          <p:nvPr/>
        </p:nvSpPr>
        <p:spPr>
          <a:xfrm>
            <a:off x="6008538" y="411032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MA2.S2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CCD3B-C12B-0B93-5494-2679029EE22D}"/>
              </a:ext>
            </a:extLst>
          </p:cNvPr>
          <p:cNvSpPr/>
          <p:nvPr/>
        </p:nvSpPr>
        <p:spPr>
          <a:xfrm>
            <a:off x="6008538" y="43083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908C1-4C87-0727-79CC-417FAF3B1A3D}"/>
              </a:ext>
            </a:extLst>
          </p:cNvPr>
          <p:cNvSpPr txBox="1"/>
          <p:nvPr/>
        </p:nvSpPr>
        <p:spPr>
          <a:xfrm>
            <a:off x="5438325" y="6397459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70D68-319B-DB56-988C-9E663B0924F7}"/>
              </a:ext>
            </a:extLst>
          </p:cNvPr>
          <p:cNvSpPr txBox="1"/>
          <p:nvPr/>
        </p:nvSpPr>
        <p:spPr>
          <a:xfrm>
            <a:off x="4747460" y="619945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KA3.S2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7F14D-8E63-53C0-93DA-1D3018C44440}"/>
              </a:ext>
            </a:extLst>
          </p:cNvPr>
          <p:cNvSpPr/>
          <p:nvPr/>
        </p:nvSpPr>
        <p:spPr>
          <a:xfrm>
            <a:off x="4747460" y="639745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DA055-F33A-F5BE-4131-7B68CF7FD25B}"/>
              </a:ext>
            </a:extLst>
          </p:cNvPr>
          <p:cNvSpPr txBox="1"/>
          <p:nvPr/>
        </p:nvSpPr>
        <p:spPr>
          <a:xfrm>
            <a:off x="4428420" y="6397459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4C70D-AB91-9875-41D1-EBADCA02693E}"/>
              </a:ext>
            </a:extLst>
          </p:cNvPr>
          <p:cNvSpPr txBox="1"/>
          <p:nvPr/>
        </p:nvSpPr>
        <p:spPr>
          <a:xfrm>
            <a:off x="5999056" y="619870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MA3.S2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19684-33B9-DDC1-9A00-5B5A76A10250}"/>
              </a:ext>
            </a:extLst>
          </p:cNvPr>
          <p:cNvSpPr/>
          <p:nvPr/>
        </p:nvSpPr>
        <p:spPr>
          <a:xfrm>
            <a:off x="5999056" y="639670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8EAF08-EF54-1A94-2E00-F7C4E8EC138B}"/>
              </a:ext>
            </a:extLst>
          </p:cNvPr>
          <p:cNvSpPr txBox="1"/>
          <p:nvPr/>
        </p:nvSpPr>
        <p:spPr>
          <a:xfrm>
            <a:off x="5452000" y="848967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F8412-1E9E-1EF8-E0B9-AD83E3717430}"/>
              </a:ext>
            </a:extLst>
          </p:cNvPr>
          <p:cNvSpPr txBox="1"/>
          <p:nvPr/>
        </p:nvSpPr>
        <p:spPr>
          <a:xfrm>
            <a:off x="4761135" y="829167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KA4.S2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0803-AD74-E025-86D4-23E31A17C2D4}"/>
              </a:ext>
            </a:extLst>
          </p:cNvPr>
          <p:cNvSpPr/>
          <p:nvPr/>
        </p:nvSpPr>
        <p:spPr>
          <a:xfrm>
            <a:off x="4761135" y="848967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40E5EF-C686-43C3-941E-0334A09DB570}"/>
              </a:ext>
            </a:extLst>
          </p:cNvPr>
          <p:cNvSpPr txBox="1"/>
          <p:nvPr/>
        </p:nvSpPr>
        <p:spPr>
          <a:xfrm>
            <a:off x="4442095" y="848967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89C84-1D96-E6F5-8CDD-3FC716F6DB01}"/>
              </a:ext>
            </a:extLst>
          </p:cNvPr>
          <p:cNvSpPr txBox="1"/>
          <p:nvPr/>
        </p:nvSpPr>
        <p:spPr>
          <a:xfrm>
            <a:off x="6012731" y="829091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MA4.S2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7F370-C563-BDC2-6A4D-0C2F1BF94943}"/>
              </a:ext>
            </a:extLst>
          </p:cNvPr>
          <p:cNvSpPr/>
          <p:nvPr/>
        </p:nvSpPr>
        <p:spPr>
          <a:xfrm>
            <a:off x="6012731" y="848891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279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622906" y="1722200"/>
            <a:ext cx="864000" cy="359243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06906" y="2226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62173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47596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439195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621736" y="1074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29773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36973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62173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W13.S2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123966" y="1722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907966" y="2226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12396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97819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123966" y="107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79996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87196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12396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W14.S2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626196" y="1722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410196" y="2226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62619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626196" y="1074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30219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37419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62619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W15.S2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621736" y="3810200"/>
            <a:ext cx="864000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05736" y="4314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62173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475966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621736" y="3162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29773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36973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62173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W16.S2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123966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1907966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12396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2980618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123966" y="3162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79996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187196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12396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W17.S2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626196" y="3810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410196" y="4314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62619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626196" y="316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30219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37419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62619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W18.S2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621736" y="5898200"/>
            <a:ext cx="864000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05736" y="6402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62173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47596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621736" y="5250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29773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36973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62173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W19.S2</a:t>
            </a: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123966" y="5898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1907966" y="6402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12396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297819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123966" y="5250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79996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187196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12396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W20.S2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626196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410196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62619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626196" y="5250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29694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37419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62619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W21.S2</a:t>
            </a: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623410" y="7984916"/>
            <a:ext cx="864000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07410" y="8488916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62341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47764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623410" y="7336916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29941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37141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62341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W22.S2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125640" y="7984916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1909640" y="8488916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12564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297987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125640" y="7336916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80164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187364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12564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W23.S2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627870" y="7984916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411870" y="8488916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62787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627870" y="7336916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29862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37587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62787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W24.S2</a:t>
            </a: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621736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123966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79996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799966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9663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202021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297463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295314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626196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30219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304618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70857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Audit 3-of-5 24 words – MA Share 2 Page 2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748330" y="20282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KA5.S2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748330" y="22262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4292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999926" y="202744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MA5.S2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999926" y="222544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599F-9787-8D52-0E0F-F3746C08ADAB}"/>
              </a:ext>
            </a:extLst>
          </p:cNvPr>
          <p:cNvSpPr txBox="1"/>
          <p:nvPr/>
        </p:nvSpPr>
        <p:spPr>
          <a:xfrm>
            <a:off x="5447807" y="430908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991FB-0190-7645-6A2B-0C336771D9BA}"/>
              </a:ext>
            </a:extLst>
          </p:cNvPr>
          <p:cNvSpPr txBox="1"/>
          <p:nvPr/>
        </p:nvSpPr>
        <p:spPr>
          <a:xfrm>
            <a:off x="4756942" y="41110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KA6.S2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B3D31F-B94A-BBA4-D308-CE672321073E}"/>
              </a:ext>
            </a:extLst>
          </p:cNvPr>
          <p:cNvSpPr/>
          <p:nvPr/>
        </p:nvSpPr>
        <p:spPr>
          <a:xfrm>
            <a:off x="4756942" y="43090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23CD1-0E5B-B27B-3440-B25663451556}"/>
              </a:ext>
            </a:extLst>
          </p:cNvPr>
          <p:cNvSpPr txBox="1"/>
          <p:nvPr/>
        </p:nvSpPr>
        <p:spPr>
          <a:xfrm>
            <a:off x="4437902" y="430908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3F3BE-52FA-F4CE-DC9B-64B91472B4B7}"/>
              </a:ext>
            </a:extLst>
          </p:cNvPr>
          <p:cNvSpPr txBox="1"/>
          <p:nvPr/>
        </p:nvSpPr>
        <p:spPr>
          <a:xfrm>
            <a:off x="6008538" y="411032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MA6.S2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CCD3B-C12B-0B93-5494-2679029EE22D}"/>
              </a:ext>
            </a:extLst>
          </p:cNvPr>
          <p:cNvSpPr/>
          <p:nvPr/>
        </p:nvSpPr>
        <p:spPr>
          <a:xfrm>
            <a:off x="6008538" y="43083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908C1-4C87-0727-79CC-417FAF3B1A3D}"/>
              </a:ext>
            </a:extLst>
          </p:cNvPr>
          <p:cNvSpPr txBox="1"/>
          <p:nvPr/>
        </p:nvSpPr>
        <p:spPr>
          <a:xfrm>
            <a:off x="5438325" y="6397459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70D68-319B-DB56-988C-9E663B0924F7}"/>
              </a:ext>
            </a:extLst>
          </p:cNvPr>
          <p:cNvSpPr txBox="1"/>
          <p:nvPr/>
        </p:nvSpPr>
        <p:spPr>
          <a:xfrm>
            <a:off x="4747460" y="619945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KA7.S2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7F14D-8E63-53C0-93DA-1D3018C44440}"/>
              </a:ext>
            </a:extLst>
          </p:cNvPr>
          <p:cNvSpPr/>
          <p:nvPr/>
        </p:nvSpPr>
        <p:spPr>
          <a:xfrm>
            <a:off x="4747460" y="639745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DA055-F33A-F5BE-4131-7B68CF7FD25B}"/>
              </a:ext>
            </a:extLst>
          </p:cNvPr>
          <p:cNvSpPr txBox="1"/>
          <p:nvPr/>
        </p:nvSpPr>
        <p:spPr>
          <a:xfrm>
            <a:off x="4428420" y="6397459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4C70D-AB91-9875-41D1-EBADCA02693E}"/>
              </a:ext>
            </a:extLst>
          </p:cNvPr>
          <p:cNvSpPr txBox="1"/>
          <p:nvPr/>
        </p:nvSpPr>
        <p:spPr>
          <a:xfrm>
            <a:off x="5999056" y="619870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MA7.S2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19684-33B9-DDC1-9A00-5B5A76A10250}"/>
              </a:ext>
            </a:extLst>
          </p:cNvPr>
          <p:cNvSpPr/>
          <p:nvPr/>
        </p:nvSpPr>
        <p:spPr>
          <a:xfrm>
            <a:off x="5999056" y="639670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8EAF08-EF54-1A94-2E00-F7C4E8EC138B}"/>
              </a:ext>
            </a:extLst>
          </p:cNvPr>
          <p:cNvSpPr txBox="1"/>
          <p:nvPr/>
        </p:nvSpPr>
        <p:spPr>
          <a:xfrm>
            <a:off x="5452000" y="848967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F8412-1E9E-1EF8-E0B9-AD83E3717430}"/>
              </a:ext>
            </a:extLst>
          </p:cNvPr>
          <p:cNvSpPr txBox="1"/>
          <p:nvPr/>
        </p:nvSpPr>
        <p:spPr>
          <a:xfrm>
            <a:off x="4761135" y="829167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KA8.S2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0803-AD74-E025-86D4-23E31A17C2D4}"/>
              </a:ext>
            </a:extLst>
          </p:cNvPr>
          <p:cNvSpPr/>
          <p:nvPr/>
        </p:nvSpPr>
        <p:spPr>
          <a:xfrm>
            <a:off x="4761135" y="848967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40E5EF-C686-43C3-941E-0334A09DB570}"/>
              </a:ext>
            </a:extLst>
          </p:cNvPr>
          <p:cNvSpPr txBox="1"/>
          <p:nvPr/>
        </p:nvSpPr>
        <p:spPr>
          <a:xfrm>
            <a:off x="4442095" y="848967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89C84-1D96-E6F5-8CDD-3FC716F6DB01}"/>
              </a:ext>
            </a:extLst>
          </p:cNvPr>
          <p:cNvSpPr txBox="1"/>
          <p:nvPr/>
        </p:nvSpPr>
        <p:spPr>
          <a:xfrm>
            <a:off x="6012731" y="829091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MA8.S2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7F370-C563-BDC2-6A4D-0C2F1BF94943}"/>
              </a:ext>
            </a:extLst>
          </p:cNvPr>
          <p:cNvSpPr/>
          <p:nvPr/>
        </p:nvSpPr>
        <p:spPr>
          <a:xfrm>
            <a:off x="6012731" y="848891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6894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622906" y="1722200"/>
            <a:ext cx="864000" cy="359243"/>
          </a:xfrm>
          <a:prstGeom prst="rect">
            <a:avLst/>
          </a:prstGeom>
          <a:noFill/>
          <a:ln w="19050"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06906" y="2226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62173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47596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439195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621736" y="1074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29773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36973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62173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123966" y="1722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907966" y="2226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12396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97819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123966" y="107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79996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87196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12396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W2.S3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626196" y="1722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410196" y="2226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62619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626196" y="1074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30219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37419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62619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W3.S3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621736" y="3810200"/>
            <a:ext cx="864000" cy="359243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05736" y="4314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62173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475966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621736" y="3162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29773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36973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62173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W4.S3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123966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1907966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12396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2980618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123966" y="3162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79996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187196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12396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W5.S3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626196" y="3810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410196" y="4314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62619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626196" y="316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30219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37419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62619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W6.S3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621736" y="5898200"/>
            <a:ext cx="864000" cy="359243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05736" y="6402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62173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47596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621736" y="5250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29773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36973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62173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W7.S3</a:t>
            </a: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123966" y="5898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1907966" y="6402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12396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297819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123966" y="5250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79996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187196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12396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W8.S3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626196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410196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62619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626196" y="5250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29694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37419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62619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W9.S3</a:t>
            </a: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623410" y="7984916"/>
            <a:ext cx="864000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07410" y="8488916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62341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47764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623410" y="7336916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29941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37141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62341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W10.S3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125640" y="7984916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1909640" y="8488916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12564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297987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125640" y="7336916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80164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187364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12564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W11.S3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627870" y="7984916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411870" y="8488916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62787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627870" y="7336916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29862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37587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62787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W12.S3</a:t>
            </a: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621736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123966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79996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799966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9663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202021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297463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295314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626196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30219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304618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70857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Audit 3-of-5 24 words – MA Share 3 Page 1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748330" y="20282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KA1.S3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748330" y="22262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4292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999926" y="202744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999926" y="222544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599F-9787-8D52-0E0F-F3746C08ADAB}"/>
              </a:ext>
            </a:extLst>
          </p:cNvPr>
          <p:cNvSpPr txBox="1"/>
          <p:nvPr/>
        </p:nvSpPr>
        <p:spPr>
          <a:xfrm>
            <a:off x="5447807" y="430908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991FB-0190-7645-6A2B-0C336771D9BA}"/>
              </a:ext>
            </a:extLst>
          </p:cNvPr>
          <p:cNvSpPr txBox="1"/>
          <p:nvPr/>
        </p:nvSpPr>
        <p:spPr>
          <a:xfrm>
            <a:off x="4756942" y="41110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KA2.S3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B3D31F-B94A-BBA4-D308-CE672321073E}"/>
              </a:ext>
            </a:extLst>
          </p:cNvPr>
          <p:cNvSpPr/>
          <p:nvPr/>
        </p:nvSpPr>
        <p:spPr>
          <a:xfrm>
            <a:off x="4756942" y="43090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23CD1-0E5B-B27B-3440-B25663451556}"/>
              </a:ext>
            </a:extLst>
          </p:cNvPr>
          <p:cNvSpPr txBox="1"/>
          <p:nvPr/>
        </p:nvSpPr>
        <p:spPr>
          <a:xfrm>
            <a:off x="4437902" y="430908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3F3BE-52FA-F4CE-DC9B-64B91472B4B7}"/>
              </a:ext>
            </a:extLst>
          </p:cNvPr>
          <p:cNvSpPr txBox="1"/>
          <p:nvPr/>
        </p:nvSpPr>
        <p:spPr>
          <a:xfrm>
            <a:off x="6008538" y="411032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MA2.S3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CCD3B-C12B-0B93-5494-2679029EE22D}"/>
              </a:ext>
            </a:extLst>
          </p:cNvPr>
          <p:cNvSpPr/>
          <p:nvPr/>
        </p:nvSpPr>
        <p:spPr>
          <a:xfrm>
            <a:off x="6008538" y="43083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908C1-4C87-0727-79CC-417FAF3B1A3D}"/>
              </a:ext>
            </a:extLst>
          </p:cNvPr>
          <p:cNvSpPr txBox="1"/>
          <p:nvPr/>
        </p:nvSpPr>
        <p:spPr>
          <a:xfrm>
            <a:off x="5438325" y="6397459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70D68-319B-DB56-988C-9E663B0924F7}"/>
              </a:ext>
            </a:extLst>
          </p:cNvPr>
          <p:cNvSpPr txBox="1"/>
          <p:nvPr/>
        </p:nvSpPr>
        <p:spPr>
          <a:xfrm>
            <a:off x="4747460" y="619945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KA3.S3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7F14D-8E63-53C0-93DA-1D3018C44440}"/>
              </a:ext>
            </a:extLst>
          </p:cNvPr>
          <p:cNvSpPr/>
          <p:nvPr/>
        </p:nvSpPr>
        <p:spPr>
          <a:xfrm>
            <a:off x="4747460" y="639745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DA055-F33A-F5BE-4131-7B68CF7FD25B}"/>
              </a:ext>
            </a:extLst>
          </p:cNvPr>
          <p:cNvSpPr txBox="1"/>
          <p:nvPr/>
        </p:nvSpPr>
        <p:spPr>
          <a:xfrm>
            <a:off x="4428420" y="6397459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4C70D-AB91-9875-41D1-EBADCA02693E}"/>
              </a:ext>
            </a:extLst>
          </p:cNvPr>
          <p:cNvSpPr txBox="1"/>
          <p:nvPr/>
        </p:nvSpPr>
        <p:spPr>
          <a:xfrm>
            <a:off x="5999056" y="619870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MA3.S3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19684-33B9-DDC1-9A00-5B5A76A10250}"/>
              </a:ext>
            </a:extLst>
          </p:cNvPr>
          <p:cNvSpPr/>
          <p:nvPr/>
        </p:nvSpPr>
        <p:spPr>
          <a:xfrm>
            <a:off x="5999056" y="639670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8EAF08-EF54-1A94-2E00-F7C4E8EC138B}"/>
              </a:ext>
            </a:extLst>
          </p:cNvPr>
          <p:cNvSpPr txBox="1"/>
          <p:nvPr/>
        </p:nvSpPr>
        <p:spPr>
          <a:xfrm>
            <a:off x="5452000" y="848967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F8412-1E9E-1EF8-E0B9-AD83E3717430}"/>
              </a:ext>
            </a:extLst>
          </p:cNvPr>
          <p:cNvSpPr txBox="1"/>
          <p:nvPr/>
        </p:nvSpPr>
        <p:spPr>
          <a:xfrm>
            <a:off x="4761135" y="829167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KA4.S3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0803-AD74-E025-86D4-23E31A17C2D4}"/>
              </a:ext>
            </a:extLst>
          </p:cNvPr>
          <p:cNvSpPr/>
          <p:nvPr/>
        </p:nvSpPr>
        <p:spPr>
          <a:xfrm>
            <a:off x="4761135" y="848967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40E5EF-C686-43C3-941E-0334A09DB570}"/>
              </a:ext>
            </a:extLst>
          </p:cNvPr>
          <p:cNvSpPr txBox="1"/>
          <p:nvPr/>
        </p:nvSpPr>
        <p:spPr>
          <a:xfrm>
            <a:off x="4442095" y="848967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89C84-1D96-E6F5-8CDD-3FC716F6DB01}"/>
              </a:ext>
            </a:extLst>
          </p:cNvPr>
          <p:cNvSpPr txBox="1"/>
          <p:nvPr/>
        </p:nvSpPr>
        <p:spPr>
          <a:xfrm>
            <a:off x="6012731" y="829091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MA4.S3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7F370-C563-BDC2-6A4D-0C2F1BF94943}"/>
              </a:ext>
            </a:extLst>
          </p:cNvPr>
          <p:cNvSpPr/>
          <p:nvPr/>
        </p:nvSpPr>
        <p:spPr>
          <a:xfrm>
            <a:off x="6012731" y="848891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628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622906" y="1722200"/>
            <a:ext cx="864000" cy="359243"/>
          </a:xfrm>
          <a:prstGeom prst="rect">
            <a:avLst/>
          </a:prstGeom>
          <a:noFill/>
          <a:ln w="19050"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06906" y="2226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62173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47596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439195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621736" y="1074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29773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36973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62173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W13.S3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123966" y="1722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907966" y="2226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12396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97819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123966" y="107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79996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87196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12396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W14.S3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626196" y="1722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410196" y="2226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62619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626196" y="1074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30219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37419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62619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W15.S3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621736" y="3810200"/>
            <a:ext cx="864000" cy="359243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05736" y="4314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62173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475966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621736" y="3162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29773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36973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62173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W16.S3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123966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1907966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12396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2980618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123966" y="3162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79996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187196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12396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W17.S3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626196" y="3810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410196" y="4314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62619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626196" y="316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30219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37419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62619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W18.S3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621736" y="5898200"/>
            <a:ext cx="864000" cy="359243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05736" y="6402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62173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47596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621736" y="5250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29773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36973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62173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W19.S3</a:t>
            </a: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123966" y="5898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1907966" y="6402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12396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297819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123966" y="5250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79996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187196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12396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W20.S3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626196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410196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62619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626196" y="5250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29694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37419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62619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W21.S3</a:t>
            </a: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623410" y="7984916"/>
            <a:ext cx="864000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07410" y="8488916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62341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47764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623410" y="7336916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29941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37141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62341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W22.S3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125640" y="7984916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1909640" y="8488916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12564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297987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125640" y="7336916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80164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187364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12564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W23.S3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627870" y="7984916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411870" y="8488916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62787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627870" y="7336916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29862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37587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62787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W24.S3</a:t>
            </a: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621736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123966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79996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799966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9663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202021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297463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295314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626196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30219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304618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70857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Audit 3-of-5 24 words – MA Share 3 Page 2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748330" y="20282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KA5.S3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748330" y="22262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4292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999926" y="202744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MA5.S3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999926" y="222544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599F-9787-8D52-0E0F-F3746C08ADAB}"/>
              </a:ext>
            </a:extLst>
          </p:cNvPr>
          <p:cNvSpPr txBox="1"/>
          <p:nvPr/>
        </p:nvSpPr>
        <p:spPr>
          <a:xfrm>
            <a:off x="5447807" y="430908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991FB-0190-7645-6A2B-0C336771D9BA}"/>
              </a:ext>
            </a:extLst>
          </p:cNvPr>
          <p:cNvSpPr txBox="1"/>
          <p:nvPr/>
        </p:nvSpPr>
        <p:spPr>
          <a:xfrm>
            <a:off x="4756942" y="41110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KA6.S3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B3D31F-B94A-BBA4-D308-CE672321073E}"/>
              </a:ext>
            </a:extLst>
          </p:cNvPr>
          <p:cNvSpPr/>
          <p:nvPr/>
        </p:nvSpPr>
        <p:spPr>
          <a:xfrm>
            <a:off x="4756942" y="43090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23CD1-0E5B-B27B-3440-B25663451556}"/>
              </a:ext>
            </a:extLst>
          </p:cNvPr>
          <p:cNvSpPr txBox="1"/>
          <p:nvPr/>
        </p:nvSpPr>
        <p:spPr>
          <a:xfrm>
            <a:off x="4437902" y="430908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3F3BE-52FA-F4CE-DC9B-64B91472B4B7}"/>
              </a:ext>
            </a:extLst>
          </p:cNvPr>
          <p:cNvSpPr txBox="1"/>
          <p:nvPr/>
        </p:nvSpPr>
        <p:spPr>
          <a:xfrm>
            <a:off x="6008538" y="411032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MA6.S3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CCD3B-C12B-0B93-5494-2679029EE22D}"/>
              </a:ext>
            </a:extLst>
          </p:cNvPr>
          <p:cNvSpPr/>
          <p:nvPr/>
        </p:nvSpPr>
        <p:spPr>
          <a:xfrm>
            <a:off x="6008538" y="43083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908C1-4C87-0727-79CC-417FAF3B1A3D}"/>
              </a:ext>
            </a:extLst>
          </p:cNvPr>
          <p:cNvSpPr txBox="1"/>
          <p:nvPr/>
        </p:nvSpPr>
        <p:spPr>
          <a:xfrm>
            <a:off x="5438325" y="6397459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70D68-319B-DB56-988C-9E663B0924F7}"/>
              </a:ext>
            </a:extLst>
          </p:cNvPr>
          <p:cNvSpPr txBox="1"/>
          <p:nvPr/>
        </p:nvSpPr>
        <p:spPr>
          <a:xfrm>
            <a:off x="4747460" y="619945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KA7.S3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7F14D-8E63-53C0-93DA-1D3018C44440}"/>
              </a:ext>
            </a:extLst>
          </p:cNvPr>
          <p:cNvSpPr/>
          <p:nvPr/>
        </p:nvSpPr>
        <p:spPr>
          <a:xfrm>
            <a:off x="4747460" y="639745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DA055-F33A-F5BE-4131-7B68CF7FD25B}"/>
              </a:ext>
            </a:extLst>
          </p:cNvPr>
          <p:cNvSpPr txBox="1"/>
          <p:nvPr/>
        </p:nvSpPr>
        <p:spPr>
          <a:xfrm>
            <a:off x="4428420" y="6397459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4C70D-AB91-9875-41D1-EBADCA02693E}"/>
              </a:ext>
            </a:extLst>
          </p:cNvPr>
          <p:cNvSpPr txBox="1"/>
          <p:nvPr/>
        </p:nvSpPr>
        <p:spPr>
          <a:xfrm>
            <a:off x="5999056" y="619870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MA7.S3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19684-33B9-DDC1-9A00-5B5A76A10250}"/>
              </a:ext>
            </a:extLst>
          </p:cNvPr>
          <p:cNvSpPr/>
          <p:nvPr/>
        </p:nvSpPr>
        <p:spPr>
          <a:xfrm>
            <a:off x="5999056" y="639670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8EAF08-EF54-1A94-2E00-F7C4E8EC138B}"/>
              </a:ext>
            </a:extLst>
          </p:cNvPr>
          <p:cNvSpPr txBox="1"/>
          <p:nvPr/>
        </p:nvSpPr>
        <p:spPr>
          <a:xfrm>
            <a:off x="5452000" y="848967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F8412-1E9E-1EF8-E0B9-AD83E3717430}"/>
              </a:ext>
            </a:extLst>
          </p:cNvPr>
          <p:cNvSpPr txBox="1"/>
          <p:nvPr/>
        </p:nvSpPr>
        <p:spPr>
          <a:xfrm>
            <a:off x="4761135" y="829167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KA8.S3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0803-AD74-E025-86D4-23E31A17C2D4}"/>
              </a:ext>
            </a:extLst>
          </p:cNvPr>
          <p:cNvSpPr/>
          <p:nvPr/>
        </p:nvSpPr>
        <p:spPr>
          <a:xfrm>
            <a:off x="4761135" y="848967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40E5EF-C686-43C3-941E-0334A09DB570}"/>
              </a:ext>
            </a:extLst>
          </p:cNvPr>
          <p:cNvSpPr txBox="1"/>
          <p:nvPr/>
        </p:nvSpPr>
        <p:spPr>
          <a:xfrm>
            <a:off x="4442095" y="848967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89C84-1D96-E6F5-8CDD-3FC716F6DB01}"/>
              </a:ext>
            </a:extLst>
          </p:cNvPr>
          <p:cNvSpPr txBox="1"/>
          <p:nvPr/>
        </p:nvSpPr>
        <p:spPr>
          <a:xfrm>
            <a:off x="6012731" y="829091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MA8.S3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7F370-C563-BDC2-6A4D-0C2F1BF94943}"/>
              </a:ext>
            </a:extLst>
          </p:cNvPr>
          <p:cNvSpPr/>
          <p:nvPr/>
        </p:nvSpPr>
        <p:spPr>
          <a:xfrm>
            <a:off x="6012731" y="848891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000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622906" y="1722200"/>
            <a:ext cx="864000" cy="359243"/>
          </a:xfrm>
          <a:prstGeom prst="rect">
            <a:avLst/>
          </a:prstGeom>
          <a:noFill/>
          <a:ln w="1905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06906" y="2226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62173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47596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439195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621736" y="1074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29773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36973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62173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123966" y="1722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907966" y="2226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12396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97819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123966" y="107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79996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87196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12396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W2.S4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626196" y="1722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410196" y="2226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62619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626196" y="1074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30219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37419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62619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W3.S4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621736" y="3810200"/>
            <a:ext cx="864000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05736" y="4314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62173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475966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621736" y="3162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29773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36973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62173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W4.S4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123966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1907966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12396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2980618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123966" y="3162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79996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187196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12396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W5.S4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626196" y="3810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410196" y="4314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62619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626196" y="316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30219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37419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62619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W6.S4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621736" y="5898200"/>
            <a:ext cx="864000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05736" y="6402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62173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47596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621736" y="5250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29773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36973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62173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W7.S4</a:t>
            </a: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123966" y="5898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1907966" y="6402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12396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297819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123966" y="5250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79996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187196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12396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W8.S4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626196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410196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62619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626196" y="5250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29694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37419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62619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W9.S4</a:t>
            </a: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623410" y="7984916"/>
            <a:ext cx="864000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07410" y="8488916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62341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47764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623410" y="7336916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29941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37141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62341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W10.S4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125640" y="7984916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1909640" y="8488916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12564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297987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125640" y="7336916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80164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187364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12564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W11.S4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627870" y="7984916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411870" y="8488916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62787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627870" y="7336916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29862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37587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62787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W12.S4</a:t>
            </a: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621736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123966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79996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799966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9663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202021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297463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295314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626196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30219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304618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70857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Audit 3-of-5 24 words – MA Share 4 Page 1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748330" y="20282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KA1.S4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748330" y="22262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4292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999926" y="202744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999926" y="222544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599F-9787-8D52-0E0F-F3746C08ADAB}"/>
              </a:ext>
            </a:extLst>
          </p:cNvPr>
          <p:cNvSpPr txBox="1"/>
          <p:nvPr/>
        </p:nvSpPr>
        <p:spPr>
          <a:xfrm>
            <a:off x="5447807" y="430908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991FB-0190-7645-6A2B-0C336771D9BA}"/>
              </a:ext>
            </a:extLst>
          </p:cNvPr>
          <p:cNvSpPr txBox="1"/>
          <p:nvPr/>
        </p:nvSpPr>
        <p:spPr>
          <a:xfrm>
            <a:off x="4756942" y="41110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KA2.S4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B3D31F-B94A-BBA4-D308-CE672321073E}"/>
              </a:ext>
            </a:extLst>
          </p:cNvPr>
          <p:cNvSpPr/>
          <p:nvPr/>
        </p:nvSpPr>
        <p:spPr>
          <a:xfrm>
            <a:off x="4756942" y="43090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23CD1-0E5B-B27B-3440-B25663451556}"/>
              </a:ext>
            </a:extLst>
          </p:cNvPr>
          <p:cNvSpPr txBox="1"/>
          <p:nvPr/>
        </p:nvSpPr>
        <p:spPr>
          <a:xfrm>
            <a:off x="4437902" y="430908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3F3BE-52FA-F4CE-DC9B-64B91472B4B7}"/>
              </a:ext>
            </a:extLst>
          </p:cNvPr>
          <p:cNvSpPr txBox="1"/>
          <p:nvPr/>
        </p:nvSpPr>
        <p:spPr>
          <a:xfrm>
            <a:off x="6008538" y="411032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MA2.S4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CCD3B-C12B-0B93-5494-2679029EE22D}"/>
              </a:ext>
            </a:extLst>
          </p:cNvPr>
          <p:cNvSpPr/>
          <p:nvPr/>
        </p:nvSpPr>
        <p:spPr>
          <a:xfrm>
            <a:off x="6008538" y="43083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908C1-4C87-0727-79CC-417FAF3B1A3D}"/>
              </a:ext>
            </a:extLst>
          </p:cNvPr>
          <p:cNvSpPr txBox="1"/>
          <p:nvPr/>
        </p:nvSpPr>
        <p:spPr>
          <a:xfrm>
            <a:off x="5438325" y="6397459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70D68-319B-DB56-988C-9E663B0924F7}"/>
              </a:ext>
            </a:extLst>
          </p:cNvPr>
          <p:cNvSpPr txBox="1"/>
          <p:nvPr/>
        </p:nvSpPr>
        <p:spPr>
          <a:xfrm>
            <a:off x="4747460" y="619945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KA3.S4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7F14D-8E63-53C0-93DA-1D3018C44440}"/>
              </a:ext>
            </a:extLst>
          </p:cNvPr>
          <p:cNvSpPr/>
          <p:nvPr/>
        </p:nvSpPr>
        <p:spPr>
          <a:xfrm>
            <a:off x="4747460" y="639745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DA055-F33A-F5BE-4131-7B68CF7FD25B}"/>
              </a:ext>
            </a:extLst>
          </p:cNvPr>
          <p:cNvSpPr txBox="1"/>
          <p:nvPr/>
        </p:nvSpPr>
        <p:spPr>
          <a:xfrm>
            <a:off x="4428420" y="6397459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4C70D-AB91-9875-41D1-EBADCA02693E}"/>
              </a:ext>
            </a:extLst>
          </p:cNvPr>
          <p:cNvSpPr txBox="1"/>
          <p:nvPr/>
        </p:nvSpPr>
        <p:spPr>
          <a:xfrm>
            <a:off x="5999056" y="619870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MA3.S4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19684-33B9-DDC1-9A00-5B5A76A10250}"/>
              </a:ext>
            </a:extLst>
          </p:cNvPr>
          <p:cNvSpPr/>
          <p:nvPr/>
        </p:nvSpPr>
        <p:spPr>
          <a:xfrm>
            <a:off x="5999056" y="639670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8EAF08-EF54-1A94-2E00-F7C4E8EC138B}"/>
              </a:ext>
            </a:extLst>
          </p:cNvPr>
          <p:cNvSpPr txBox="1"/>
          <p:nvPr/>
        </p:nvSpPr>
        <p:spPr>
          <a:xfrm>
            <a:off x="5452000" y="848967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F8412-1E9E-1EF8-E0B9-AD83E3717430}"/>
              </a:ext>
            </a:extLst>
          </p:cNvPr>
          <p:cNvSpPr txBox="1"/>
          <p:nvPr/>
        </p:nvSpPr>
        <p:spPr>
          <a:xfrm>
            <a:off x="4761135" y="829167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KA4.S4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0803-AD74-E025-86D4-23E31A17C2D4}"/>
              </a:ext>
            </a:extLst>
          </p:cNvPr>
          <p:cNvSpPr/>
          <p:nvPr/>
        </p:nvSpPr>
        <p:spPr>
          <a:xfrm>
            <a:off x="4761135" y="848967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40E5EF-C686-43C3-941E-0334A09DB570}"/>
              </a:ext>
            </a:extLst>
          </p:cNvPr>
          <p:cNvSpPr txBox="1"/>
          <p:nvPr/>
        </p:nvSpPr>
        <p:spPr>
          <a:xfrm>
            <a:off x="4442095" y="848967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89C84-1D96-E6F5-8CDD-3FC716F6DB01}"/>
              </a:ext>
            </a:extLst>
          </p:cNvPr>
          <p:cNvSpPr txBox="1"/>
          <p:nvPr/>
        </p:nvSpPr>
        <p:spPr>
          <a:xfrm>
            <a:off x="6012731" y="829091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MA4.S4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7F370-C563-BDC2-6A4D-0C2F1BF94943}"/>
              </a:ext>
            </a:extLst>
          </p:cNvPr>
          <p:cNvSpPr/>
          <p:nvPr/>
        </p:nvSpPr>
        <p:spPr>
          <a:xfrm>
            <a:off x="6012731" y="848891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666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622906" y="1722200"/>
            <a:ext cx="864000" cy="359243"/>
          </a:xfrm>
          <a:prstGeom prst="rect">
            <a:avLst/>
          </a:prstGeom>
          <a:noFill/>
          <a:ln w="1905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06906" y="2226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62173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47596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439195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621736" y="1074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29773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36973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62173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W13.S4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123966" y="1722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907966" y="2226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12396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97819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123966" y="107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79996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87196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12396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W14.S4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626196" y="1722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410196" y="2226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62619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626196" y="1074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30219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37419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62619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W15.S4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621736" y="3810200"/>
            <a:ext cx="864000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05736" y="4314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62173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475966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621736" y="3162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29773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36973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62173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W16.S4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123966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1907966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12396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2980618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123966" y="3162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79996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187196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12396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W17.S4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626196" y="3810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410196" y="4314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62619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626196" y="316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30219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37419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62619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W18.S4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621736" y="5898200"/>
            <a:ext cx="864000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05736" y="6402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62173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47596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621736" y="5250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29773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36973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62173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W19.S4</a:t>
            </a: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123966" y="5898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1907966" y="6402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12396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297819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123966" y="5250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79996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187196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12396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W20.S4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626196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410196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62619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626196" y="5250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29694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37419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62619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W21.S4</a:t>
            </a: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623410" y="7984916"/>
            <a:ext cx="864000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07410" y="8488916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62341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47764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623410" y="7336916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29941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37141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62341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W22.S4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125640" y="7984916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1909640" y="8488916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12564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297987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125640" y="7336916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80164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187364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12564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W23.S4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627870" y="7984916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411870" y="8488916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62787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627870" y="7336916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29862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37587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62787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W24.S4</a:t>
            </a: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621736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123966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79996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799966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9663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202021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297463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295314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626196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30219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304618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70857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Audit 3-of-5 24 words – MA Share 4 Page 2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748330" y="20282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KA5.S4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748330" y="22262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4292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999926" y="202744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MA5.S4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999926" y="222544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599F-9787-8D52-0E0F-F3746C08ADAB}"/>
              </a:ext>
            </a:extLst>
          </p:cNvPr>
          <p:cNvSpPr txBox="1"/>
          <p:nvPr/>
        </p:nvSpPr>
        <p:spPr>
          <a:xfrm>
            <a:off x="5447807" y="430908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991FB-0190-7645-6A2B-0C336771D9BA}"/>
              </a:ext>
            </a:extLst>
          </p:cNvPr>
          <p:cNvSpPr txBox="1"/>
          <p:nvPr/>
        </p:nvSpPr>
        <p:spPr>
          <a:xfrm>
            <a:off x="4756942" y="41110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KA6.S4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B3D31F-B94A-BBA4-D308-CE672321073E}"/>
              </a:ext>
            </a:extLst>
          </p:cNvPr>
          <p:cNvSpPr/>
          <p:nvPr/>
        </p:nvSpPr>
        <p:spPr>
          <a:xfrm>
            <a:off x="4756942" y="43090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23CD1-0E5B-B27B-3440-B25663451556}"/>
              </a:ext>
            </a:extLst>
          </p:cNvPr>
          <p:cNvSpPr txBox="1"/>
          <p:nvPr/>
        </p:nvSpPr>
        <p:spPr>
          <a:xfrm>
            <a:off x="4437902" y="430908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3F3BE-52FA-F4CE-DC9B-64B91472B4B7}"/>
              </a:ext>
            </a:extLst>
          </p:cNvPr>
          <p:cNvSpPr txBox="1"/>
          <p:nvPr/>
        </p:nvSpPr>
        <p:spPr>
          <a:xfrm>
            <a:off x="6008538" y="411032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MA6.S4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CCD3B-C12B-0B93-5494-2679029EE22D}"/>
              </a:ext>
            </a:extLst>
          </p:cNvPr>
          <p:cNvSpPr/>
          <p:nvPr/>
        </p:nvSpPr>
        <p:spPr>
          <a:xfrm>
            <a:off x="6008538" y="43083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908C1-4C87-0727-79CC-417FAF3B1A3D}"/>
              </a:ext>
            </a:extLst>
          </p:cNvPr>
          <p:cNvSpPr txBox="1"/>
          <p:nvPr/>
        </p:nvSpPr>
        <p:spPr>
          <a:xfrm>
            <a:off x="5438325" y="6397459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70D68-319B-DB56-988C-9E663B0924F7}"/>
              </a:ext>
            </a:extLst>
          </p:cNvPr>
          <p:cNvSpPr txBox="1"/>
          <p:nvPr/>
        </p:nvSpPr>
        <p:spPr>
          <a:xfrm>
            <a:off x="4747460" y="619945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KA7.S4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7F14D-8E63-53C0-93DA-1D3018C44440}"/>
              </a:ext>
            </a:extLst>
          </p:cNvPr>
          <p:cNvSpPr/>
          <p:nvPr/>
        </p:nvSpPr>
        <p:spPr>
          <a:xfrm>
            <a:off x="4747460" y="639745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DA055-F33A-F5BE-4131-7B68CF7FD25B}"/>
              </a:ext>
            </a:extLst>
          </p:cNvPr>
          <p:cNvSpPr txBox="1"/>
          <p:nvPr/>
        </p:nvSpPr>
        <p:spPr>
          <a:xfrm>
            <a:off x="4428420" y="6397459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4C70D-AB91-9875-41D1-EBADCA02693E}"/>
              </a:ext>
            </a:extLst>
          </p:cNvPr>
          <p:cNvSpPr txBox="1"/>
          <p:nvPr/>
        </p:nvSpPr>
        <p:spPr>
          <a:xfrm>
            <a:off x="5999056" y="619870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MA7.S4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19684-33B9-DDC1-9A00-5B5A76A10250}"/>
              </a:ext>
            </a:extLst>
          </p:cNvPr>
          <p:cNvSpPr/>
          <p:nvPr/>
        </p:nvSpPr>
        <p:spPr>
          <a:xfrm>
            <a:off x="5999056" y="639670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8EAF08-EF54-1A94-2E00-F7C4E8EC138B}"/>
              </a:ext>
            </a:extLst>
          </p:cNvPr>
          <p:cNvSpPr txBox="1"/>
          <p:nvPr/>
        </p:nvSpPr>
        <p:spPr>
          <a:xfrm>
            <a:off x="5452000" y="848967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F8412-1E9E-1EF8-E0B9-AD83E3717430}"/>
              </a:ext>
            </a:extLst>
          </p:cNvPr>
          <p:cNvSpPr txBox="1"/>
          <p:nvPr/>
        </p:nvSpPr>
        <p:spPr>
          <a:xfrm>
            <a:off x="4761135" y="829167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KA8.S4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0803-AD74-E025-86D4-23E31A17C2D4}"/>
              </a:ext>
            </a:extLst>
          </p:cNvPr>
          <p:cNvSpPr/>
          <p:nvPr/>
        </p:nvSpPr>
        <p:spPr>
          <a:xfrm>
            <a:off x="4761135" y="848967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40E5EF-C686-43C3-941E-0334A09DB570}"/>
              </a:ext>
            </a:extLst>
          </p:cNvPr>
          <p:cNvSpPr txBox="1"/>
          <p:nvPr/>
        </p:nvSpPr>
        <p:spPr>
          <a:xfrm>
            <a:off x="4442095" y="848967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89C84-1D96-E6F5-8CDD-3FC716F6DB01}"/>
              </a:ext>
            </a:extLst>
          </p:cNvPr>
          <p:cNvSpPr txBox="1"/>
          <p:nvPr/>
        </p:nvSpPr>
        <p:spPr>
          <a:xfrm>
            <a:off x="6012731" y="829091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MA8.S4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7F370-C563-BDC2-6A4D-0C2F1BF94943}"/>
              </a:ext>
            </a:extLst>
          </p:cNvPr>
          <p:cNvSpPr/>
          <p:nvPr/>
        </p:nvSpPr>
        <p:spPr>
          <a:xfrm>
            <a:off x="6012731" y="848891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299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622906" y="1722200"/>
            <a:ext cx="864000" cy="359243"/>
          </a:xfrm>
          <a:prstGeom prst="rect">
            <a:avLst/>
          </a:prstGeom>
          <a:noFill/>
          <a:ln w="19050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06906" y="2226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62173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47596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439195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621736" y="1074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29773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36973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62173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W1.S5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123966" y="1722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907966" y="2226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12396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97819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123966" y="107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79996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87196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12396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W2.S5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626196" y="1722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410196" y="2226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62619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626196" y="1074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30219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37419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62619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W3.S5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621736" y="3810200"/>
            <a:ext cx="864000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05736" y="4314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62173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475966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621736" y="3162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29773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36973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62173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W4.S5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123966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1907966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12396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2980618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123966" y="3162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79996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187196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12396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W5.S5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626196" y="3810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410196" y="4314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62619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626196" y="316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30219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37419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62619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W6.S5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621736" y="5898200"/>
            <a:ext cx="864000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05736" y="6402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62173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47596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621736" y="5250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29773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36973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62173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W7.S5</a:t>
            </a: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123966" y="5898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1907966" y="6402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12396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297819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123966" y="5250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79996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187196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12396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W8.S5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626196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410196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62619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626196" y="5250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29694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37419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62619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W9.S5</a:t>
            </a: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623410" y="7984916"/>
            <a:ext cx="864000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07410" y="8488916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62341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47764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623410" y="7336916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29941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37141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62341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W10.S5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125640" y="7984916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1909640" y="8488916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12564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297987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125640" y="7336916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80164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187364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12564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W11.S5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627870" y="7984916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411870" y="8488916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62787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627870" y="7336916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29862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37587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62787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W12.S5</a:t>
            </a: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621736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123966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79996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799966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9663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202021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297463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295314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626196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30219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304618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70857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Audit 3-of-5 24 words – MA Share 5 Page 1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748330" y="20282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KA1.S5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748330" y="22262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4292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999926" y="202744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999926" y="222544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599F-9787-8D52-0E0F-F3746C08ADAB}"/>
              </a:ext>
            </a:extLst>
          </p:cNvPr>
          <p:cNvSpPr txBox="1"/>
          <p:nvPr/>
        </p:nvSpPr>
        <p:spPr>
          <a:xfrm>
            <a:off x="5447807" y="430908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991FB-0190-7645-6A2B-0C336771D9BA}"/>
              </a:ext>
            </a:extLst>
          </p:cNvPr>
          <p:cNvSpPr txBox="1"/>
          <p:nvPr/>
        </p:nvSpPr>
        <p:spPr>
          <a:xfrm>
            <a:off x="4756942" y="41110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KA2.S5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B3D31F-B94A-BBA4-D308-CE672321073E}"/>
              </a:ext>
            </a:extLst>
          </p:cNvPr>
          <p:cNvSpPr/>
          <p:nvPr/>
        </p:nvSpPr>
        <p:spPr>
          <a:xfrm>
            <a:off x="4756942" y="43090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23CD1-0E5B-B27B-3440-B25663451556}"/>
              </a:ext>
            </a:extLst>
          </p:cNvPr>
          <p:cNvSpPr txBox="1"/>
          <p:nvPr/>
        </p:nvSpPr>
        <p:spPr>
          <a:xfrm>
            <a:off x="4437902" y="430908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3F3BE-52FA-F4CE-DC9B-64B91472B4B7}"/>
              </a:ext>
            </a:extLst>
          </p:cNvPr>
          <p:cNvSpPr txBox="1"/>
          <p:nvPr/>
        </p:nvSpPr>
        <p:spPr>
          <a:xfrm>
            <a:off x="6008538" y="411032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MA2.S5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CCD3B-C12B-0B93-5494-2679029EE22D}"/>
              </a:ext>
            </a:extLst>
          </p:cNvPr>
          <p:cNvSpPr/>
          <p:nvPr/>
        </p:nvSpPr>
        <p:spPr>
          <a:xfrm>
            <a:off x="6008538" y="43083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908C1-4C87-0727-79CC-417FAF3B1A3D}"/>
              </a:ext>
            </a:extLst>
          </p:cNvPr>
          <p:cNvSpPr txBox="1"/>
          <p:nvPr/>
        </p:nvSpPr>
        <p:spPr>
          <a:xfrm>
            <a:off x="5438325" y="6397459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70D68-319B-DB56-988C-9E663B0924F7}"/>
              </a:ext>
            </a:extLst>
          </p:cNvPr>
          <p:cNvSpPr txBox="1"/>
          <p:nvPr/>
        </p:nvSpPr>
        <p:spPr>
          <a:xfrm>
            <a:off x="4747460" y="619945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KA3.S5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7F14D-8E63-53C0-93DA-1D3018C44440}"/>
              </a:ext>
            </a:extLst>
          </p:cNvPr>
          <p:cNvSpPr/>
          <p:nvPr/>
        </p:nvSpPr>
        <p:spPr>
          <a:xfrm>
            <a:off x="4747460" y="639745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DA055-F33A-F5BE-4131-7B68CF7FD25B}"/>
              </a:ext>
            </a:extLst>
          </p:cNvPr>
          <p:cNvSpPr txBox="1"/>
          <p:nvPr/>
        </p:nvSpPr>
        <p:spPr>
          <a:xfrm>
            <a:off x="4428420" y="6397459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4C70D-AB91-9875-41D1-EBADCA02693E}"/>
              </a:ext>
            </a:extLst>
          </p:cNvPr>
          <p:cNvSpPr txBox="1"/>
          <p:nvPr/>
        </p:nvSpPr>
        <p:spPr>
          <a:xfrm>
            <a:off x="5999056" y="619870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MA3.S5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19684-33B9-DDC1-9A00-5B5A76A10250}"/>
              </a:ext>
            </a:extLst>
          </p:cNvPr>
          <p:cNvSpPr/>
          <p:nvPr/>
        </p:nvSpPr>
        <p:spPr>
          <a:xfrm>
            <a:off x="5999056" y="639670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8EAF08-EF54-1A94-2E00-F7C4E8EC138B}"/>
              </a:ext>
            </a:extLst>
          </p:cNvPr>
          <p:cNvSpPr txBox="1"/>
          <p:nvPr/>
        </p:nvSpPr>
        <p:spPr>
          <a:xfrm>
            <a:off x="5452000" y="848967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F8412-1E9E-1EF8-E0B9-AD83E3717430}"/>
              </a:ext>
            </a:extLst>
          </p:cNvPr>
          <p:cNvSpPr txBox="1"/>
          <p:nvPr/>
        </p:nvSpPr>
        <p:spPr>
          <a:xfrm>
            <a:off x="4761135" y="829167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KA4.S5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0803-AD74-E025-86D4-23E31A17C2D4}"/>
              </a:ext>
            </a:extLst>
          </p:cNvPr>
          <p:cNvSpPr/>
          <p:nvPr/>
        </p:nvSpPr>
        <p:spPr>
          <a:xfrm>
            <a:off x="4761135" y="848967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40E5EF-C686-43C3-941E-0334A09DB570}"/>
              </a:ext>
            </a:extLst>
          </p:cNvPr>
          <p:cNvSpPr txBox="1"/>
          <p:nvPr/>
        </p:nvSpPr>
        <p:spPr>
          <a:xfrm>
            <a:off x="4442095" y="848967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89C84-1D96-E6F5-8CDD-3FC716F6DB01}"/>
              </a:ext>
            </a:extLst>
          </p:cNvPr>
          <p:cNvSpPr txBox="1"/>
          <p:nvPr/>
        </p:nvSpPr>
        <p:spPr>
          <a:xfrm>
            <a:off x="6012731" y="829091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MA4.S5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7F370-C563-BDC2-6A4D-0C2F1BF94943}"/>
              </a:ext>
            </a:extLst>
          </p:cNvPr>
          <p:cNvSpPr/>
          <p:nvPr/>
        </p:nvSpPr>
        <p:spPr>
          <a:xfrm>
            <a:off x="6012731" y="848891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460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622906" y="1722200"/>
            <a:ext cx="864000" cy="359243"/>
          </a:xfrm>
          <a:prstGeom prst="rect">
            <a:avLst/>
          </a:prstGeom>
          <a:noFill/>
          <a:ln w="19050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06906" y="2226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62173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47596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439195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621736" y="1074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29773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36973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62173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W13.S5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123966" y="1722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907966" y="2226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12396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97819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123966" y="107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79996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87196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12396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W14.S5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626196" y="1722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410196" y="2226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62619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626196" y="1074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30219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37419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62619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W15.S5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621736" y="3810200"/>
            <a:ext cx="864000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05736" y="4314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62173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475966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621736" y="3162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29773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36973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62173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W16.S5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123966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1907966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12396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2980618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123966" y="3162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79996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187196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12396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W17.S5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626196" y="3810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410196" y="4314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62619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626196" y="316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30219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37419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62619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W18.S5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621736" y="5898200"/>
            <a:ext cx="864000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05736" y="6402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62173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47596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621736" y="5250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29773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36973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62173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W19.S5</a:t>
            </a: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123966" y="5898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1907966" y="6402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12396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297819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123966" y="5250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79996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187196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12396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W20.S5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626196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410196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62619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626196" y="5250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29694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37419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62619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W21.S5</a:t>
            </a: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623410" y="7984916"/>
            <a:ext cx="864000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07410" y="8488916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62341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KA.C1</a:t>
            </a: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47764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623410" y="7336916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29941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37141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62341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W22.S5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125640" y="7984916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1909640" y="8488916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12564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KA.C2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297987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125640" y="7336916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80164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187364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12564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W23.S5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627870" y="7984916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411870" y="8488916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62787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KA.C3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627870" y="7336916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29862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37587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62787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W24.S5</a:t>
            </a: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621736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123966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79996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799966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9663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202021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297463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295314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626196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30219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304618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70857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Audit 3-of-5 24 words – MA Share 5 Page 2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748330" y="20282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KA5.S5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748330" y="22262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4292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999926" y="202744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MA5.S5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999926" y="222544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599F-9787-8D52-0E0F-F3746C08ADAB}"/>
              </a:ext>
            </a:extLst>
          </p:cNvPr>
          <p:cNvSpPr txBox="1"/>
          <p:nvPr/>
        </p:nvSpPr>
        <p:spPr>
          <a:xfrm>
            <a:off x="5447807" y="430908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991FB-0190-7645-6A2B-0C336771D9BA}"/>
              </a:ext>
            </a:extLst>
          </p:cNvPr>
          <p:cNvSpPr txBox="1"/>
          <p:nvPr/>
        </p:nvSpPr>
        <p:spPr>
          <a:xfrm>
            <a:off x="4756942" y="41110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KA6.S5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B3D31F-B94A-BBA4-D308-CE672321073E}"/>
              </a:ext>
            </a:extLst>
          </p:cNvPr>
          <p:cNvSpPr/>
          <p:nvPr/>
        </p:nvSpPr>
        <p:spPr>
          <a:xfrm>
            <a:off x="4756942" y="43090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23CD1-0E5B-B27B-3440-B25663451556}"/>
              </a:ext>
            </a:extLst>
          </p:cNvPr>
          <p:cNvSpPr txBox="1"/>
          <p:nvPr/>
        </p:nvSpPr>
        <p:spPr>
          <a:xfrm>
            <a:off x="4437902" y="430908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3F3BE-52FA-F4CE-DC9B-64B91472B4B7}"/>
              </a:ext>
            </a:extLst>
          </p:cNvPr>
          <p:cNvSpPr txBox="1"/>
          <p:nvPr/>
        </p:nvSpPr>
        <p:spPr>
          <a:xfrm>
            <a:off x="6008538" y="411032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MA6.S5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CCD3B-C12B-0B93-5494-2679029EE22D}"/>
              </a:ext>
            </a:extLst>
          </p:cNvPr>
          <p:cNvSpPr/>
          <p:nvPr/>
        </p:nvSpPr>
        <p:spPr>
          <a:xfrm>
            <a:off x="6008538" y="43083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908C1-4C87-0727-79CC-417FAF3B1A3D}"/>
              </a:ext>
            </a:extLst>
          </p:cNvPr>
          <p:cNvSpPr txBox="1"/>
          <p:nvPr/>
        </p:nvSpPr>
        <p:spPr>
          <a:xfrm>
            <a:off x="5438325" y="6397459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70D68-319B-DB56-988C-9E663B0924F7}"/>
              </a:ext>
            </a:extLst>
          </p:cNvPr>
          <p:cNvSpPr txBox="1"/>
          <p:nvPr/>
        </p:nvSpPr>
        <p:spPr>
          <a:xfrm>
            <a:off x="4747460" y="619945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KA7.S5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7F14D-8E63-53C0-93DA-1D3018C44440}"/>
              </a:ext>
            </a:extLst>
          </p:cNvPr>
          <p:cNvSpPr/>
          <p:nvPr/>
        </p:nvSpPr>
        <p:spPr>
          <a:xfrm>
            <a:off x="4747460" y="639745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DA055-F33A-F5BE-4131-7B68CF7FD25B}"/>
              </a:ext>
            </a:extLst>
          </p:cNvPr>
          <p:cNvSpPr txBox="1"/>
          <p:nvPr/>
        </p:nvSpPr>
        <p:spPr>
          <a:xfrm>
            <a:off x="4428420" y="6397459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4C70D-AB91-9875-41D1-EBADCA02693E}"/>
              </a:ext>
            </a:extLst>
          </p:cNvPr>
          <p:cNvSpPr txBox="1"/>
          <p:nvPr/>
        </p:nvSpPr>
        <p:spPr>
          <a:xfrm>
            <a:off x="5999056" y="619870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MA7.S5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19684-33B9-DDC1-9A00-5B5A76A10250}"/>
              </a:ext>
            </a:extLst>
          </p:cNvPr>
          <p:cNvSpPr/>
          <p:nvPr/>
        </p:nvSpPr>
        <p:spPr>
          <a:xfrm>
            <a:off x="5999056" y="639670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8EAF08-EF54-1A94-2E00-F7C4E8EC138B}"/>
              </a:ext>
            </a:extLst>
          </p:cNvPr>
          <p:cNvSpPr txBox="1"/>
          <p:nvPr/>
        </p:nvSpPr>
        <p:spPr>
          <a:xfrm>
            <a:off x="5452000" y="848967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F8412-1E9E-1EF8-E0B9-AD83E3717430}"/>
              </a:ext>
            </a:extLst>
          </p:cNvPr>
          <p:cNvSpPr txBox="1"/>
          <p:nvPr/>
        </p:nvSpPr>
        <p:spPr>
          <a:xfrm>
            <a:off x="4761135" y="829167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KA8.S5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0803-AD74-E025-86D4-23E31A17C2D4}"/>
              </a:ext>
            </a:extLst>
          </p:cNvPr>
          <p:cNvSpPr/>
          <p:nvPr/>
        </p:nvSpPr>
        <p:spPr>
          <a:xfrm>
            <a:off x="4761135" y="848967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40E5EF-C686-43C3-941E-0334A09DB570}"/>
              </a:ext>
            </a:extLst>
          </p:cNvPr>
          <p:cNvSpPr txBox="1"/>
          <p:nvPr/>
        </p:nvSpPr>
        <p:spPr>
          <a:xfrm>
            <a:off x="4442095" y="848967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89C84-1D96-E6F5-8CDD-3FC716F6DB01}"/>
              </a:ext>
            </a:extLst>
          </p:cNvPr>
          <p:cNvSpPr txBox="1"/>
          <p:nvPr/>
        </p:nvSpPr>
        <p:spPr>
          <a:xfrm>
            <a:off x="6012731" y="829091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MA8.S5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7F370-C563-BDC2-6A4D-0C2F1BF94943}"/>
              </a:ext>
            </a:extLst>
          </p:cNvPr>
          <p:cNvSpPr/>
          <p:nvPr/>
        </p:nvSpPr>
        <p:spPr>
          <a:xfrm>
            <a:off x="6012731" y="848891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699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622906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06906" y="2226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62173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47596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439195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621736" y="1074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29773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36973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62173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123966" y="1722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907966" y="2226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12396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97819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123966" y="107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79996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87196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12396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W2.S1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626196" y="1722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410196" y="2226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62619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626196" y="1074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30219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37419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62619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W3.S1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621736" y="3810200"/>
            <a:ext cx="864000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05736" y="4314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62173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475966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621736" y="3162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29773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36973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62173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W4</a:t>
            </a:r>
            <a:r>
              <a:rPr lang="en-US"/>
              <a:t>.S1</a:t>
            </a:r>
            <a:endParaRPr lang="en-US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123966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1907966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12396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2980618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123966" y="3162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79996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187196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12396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W5.S1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626196" y="3810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410196" y="4314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62619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626196" y="316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30219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37419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62619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W6</a:t>
            </a:r>
            <a:r>
              <a:rPr lang="en-US"/>
              <a:t>.S1</a:t>
            </a:r>
            <a:endParaRPr lang="en-US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621736" y="5898200"/>
            <a:ext cx="864000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05736" y="6402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62173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47596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621736" y="5250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29773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36973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62173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W7</a:t>
            </a:r>
            <a:r>
              <a:rPr lang="en-US"/>
              <a:t>.S1</a:t>
            </a:r>
            <a:endParaRPr lang="en-US" dirty="0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123966" y="5898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1907966" y="6402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12396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297819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123966" y="5250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79996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187196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12396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W8.S1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626196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410196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62619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626196" y="5250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29694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37419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62619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W9</a:t>
            </a:r>
            <a:r>
              <a:rPr lang="en-US"/>
              <a:t>.S1</a:t>
            </a:r>
            <a:endParaRPr lang="en-US" dirty="0"/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623410" y="7984916"/>
            <a:ext cx="864000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07410" y="8488916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62341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47764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623410" y="7336916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29941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37141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62341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W10.S1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125640" y="7984916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1909640" y="8488916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12564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297987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125640" y="7336916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80164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187364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12564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W11</a:t>
            </a:r>
            <a:r>
              <a:rPr lang="en-US"/>
              <a:t>.S1</a:t>
            </a:r>
            <a:endParaRPr lang="en-US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627870" y="7984916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411870" y="8488916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62787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627870" y="7336916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29862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37587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62787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W12.S1</a:t>
            </a:r>
            <a:endParaRPr lang="en-US" dirty="0"/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621736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123966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799966" y="3341822"/>
            <a:ext cx="324000" cy="0"/>
          </a:xfrm>
          <a:prstGeom prst="straightConnector1">
            <a:avLst/>
          </a:prstGeom>
          <a:ln w="9525"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799966" y="5429822"/>
            <a:ext cx="324000" cy="0"/>
          </a:xfrm>
          <a:prstGeom prst="straightConnector1">
            <a:avLst/>
          </a:prstGeom>
          <a:ln w="9525"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9663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202021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297463" y="3336646"/>
            <a:ext cx="324273" cy="5176"/>
          </a:xfrm>
          <a:prstGeom prst="straightConnector1">
            <a:avLst/>
          </a:prstGeom>
          <a:ln w="9525"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295314" y="5429822"/>
            <a:ext cx="326422" cy="0"/>
          </a:xfrm>
          <a:prstGeom prst="straightConnector1">
            <a:avLst/>
          </a:prstGeom>
          <a:ln w="9525"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626196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302196" y="3341822"/>
            <a:ext cx="324000" cy="0"/>
          </a:xfrm>
          <a:prstGeom prst="straightConnector1">
            <a:avLst/>
          </a:prstGeom>
          <a:ln w="9525"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304618" y="5429822"/>
            <a:ext cx="321578" cy="0"/>
          </a:xfrm>
          <a:prstGeom prst="straightConnector1">
            <a:avLst/>
          </a:prstGeom>
          <a:ln w="9525"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70857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Audit 3-of-5 24 words – MB Share 1 Page 1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748330" y="20282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/>
              <a:t>KB1.S1</a:t>
            </a:r>
            <a:endParaRPr lang="en-US" sz="100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748330" y="22262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4292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999926" y="202744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MB1.S1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999926" y="222544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599F-9787-8D52-0E0F-F3746C08ADAB}"/>
              </a:ext>
            </a:extLst>
          </p:cNvPr>
          <p:cNvSpPr txBox="1"/>
          <p:nvPr/>
        </p:nvSpPr>
        <p:spPr>
          <a:xfrm>
            <a:off x="5447807" y="430908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991FB-0190-7645-6A2B-0C336771D9BA}"/>
              </a:ext>
            </a:extLst>
          </p:cNvPr>
          <p:cNvSpPr txBox="1"/>
          <p:nvPr/>
        </p:nvSpPr>
        <p:spPr>
          <a:xfrm>
            <a:off x="4756942" y="41110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KB2.S1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B3D31F-B94A-BBA4-D308-CE672321073E}"/>
              </a:ext>
            </a:extLst>
          </p:cNvPr>
          <p:cNvSpPr/>
          <p:nvPr/>
        </p:nvSpPr>
        <p:spPr>
          <a:xfrm>
            <a:off x="4756942" y="43090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23CD1-0E5B-B27B-3440-B25663451556}"/>
              </a:ext>
            </a:extLst>
          </p:cNvPr>
          <p:cNvSpPr txBox="1"/>
          <p:nvPr/>
        </p:nvSpPr>
        <p:spPr>
          <a:xfrm>
            <a:off x="4437902" y="430908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3F3BE-52FA-F4CE-DC9B-64B91472B4B7}"/>
              </a:ext>
            </a:extLst>
          </p:cNvPr>
          <p:cNvSpPr txBox="1"/>
          <p:nvPr/>
        </p:nvSpPr>
        <p:spPr>
          <a:xfrm>
            <a:off x="6008538" y="411032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MB2.S1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CCD3B-C12B-0B93-5494-2679029EE22D}"/>
              </a:ext>
            </a:extLst>
          </p:cNvPr>
          <p:cNvSpPr/>
          <p:nvPr/>
        </p:nvSpPr>
        <p:spPr>
          <a:xfrm>
            <a:off x="6008538" y="43083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908C1-4C87-0727-79CC-417FAF3B1A3D}"/>
              </a:ext>
            </a:extLst>
          </p:cNvPr>
          <p:cNvSpPr txBox="1"/>
          <p:nvPr/>
        </p:nvSpPr>
        <p:spPr>
          <a:xfrm>
            <a:off x="5438325" y="6397459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70D68-319B-DB56-988C-9E663B0924F7}"/>
              </a:ext>
            </a:extLst>
          </p:cNvPr>
          <p:cNvSpPr txBox="1"/>
          <p:nvPr/>
        </p:nvSpPr>
        <p:spPr>
          <a:xfrm>
            <a:off x="4747460" y="619945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KB3.S1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7F14D-8E63-53C0-93DA-1D3018C44440}"/>
              </a:ext>
            </a:extLst>
          </p:cNvPr>
          <p:cNvSpPr/>
          <p:nvPr/>
        </p:nvSpPr>
        <p:spPr>
          <a:xfrm>
            <a:off x="4747460" y="639745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DA055-F33A-F5BE-4131-7B68CF7FD25B}"/>
              </a:ext>
            </a:extLst>
          </p:cNvPr>
          <p:cNvSpPr txBox="1"/>
          <p:nvPr/>
        </p:nvSpPr>
        <p:spPr>
          <a:xfrm>
            <a:off x="4428420" y="6397459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4C70D-AB91-9875-41D1-EBADCA02693E}"/>
              </a:ext>
            </a:extLst>
          </p:cNvPr>
          <p:cNvSpPr txBox="1"/>
          <p:nvPr/>
        </p:nvSpPr>
        <p:spPr>
          <a:xfrm>
            <a:off x="5999056" y="619870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MB3.S1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19684-33B9-DDC1-9A00-5B5A76A10250}"/>
              </a:ext>
            </a:extLst>
          </p:cNvPr>
          <p:cNvSpPr/>
          <p:nvPr/>
        </p:nvSpPr>
        <p:spPr>
          <a:xfrm>
            <a:off x="5999056" y="639670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8EAF08-EF54-1A94-2E00-F7C4E8EC138B}"/>
              </a:ext>
            </a:extLst>
          </p:cNvPr>
          <p:cNvSpPr txBox="1"/>
          <p:nvPr/>
        </p:nvSpPr>
        <p:spPr>
          <a:xfrm>
            <a:off x="5452000" y="848967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F8412-1E9E-1EF8-E0B9-AD83E3717430}"/>
              </a:ext>
            </a:extLst>
          </p:cNvPr>
          <p:cNvSpPr txBox="1"/>
          <p:nvPr/>
        </p:nvSpPr>
        <p:spPr>
          <a:xfrm>
            <a:off x="4761135" y="829167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KB4.S1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0803-AD74-E025-86D4-23E31A17C2D4}"/>
              </a:ext>
            </a:extLst>
          </p:cNvPr>
          <p:cNvSpPr/>
          <p:nvPr/>
        </p:nvSpPr>
        <p:spPr>
          <a:xfrm>
            <a:off x="4761135" y="848967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40E5EF-C686-43C3-941E-0334A09DB570}"/>
              </a:ext>
            </a:extLst>
          </p:cNvPr>
          <p:cNvSpPr txBox="1"/>
          <p:nvPr/>
        </p:nvSpPr>
        <p:spPr>
          <a:xfrm>
            <a:off x="4442095" y="848967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89C84-1D96-E6F5-8CDD-3FC716F6DB01}"/>
              </a:ext>
            </a:extLst>
          </p:cNvPr>
          <p:cNvSpPr txBox="1"/>
          <p:nvPr/>
        </p:nvSpPr>
        <p:spPr>
          <a:xfrm>
            <a:off x="6012731" y="829091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MB4.S1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7F370-C563-BDC2-6A4D-0C2F1BF94943}"/>
              </a:ext>
            </a:extLst>
          </p:cNvPr>
          <p:cNvSpPr/>
          <p:nvPr/>
        </p:nvSpPr>
        <p:spPr>
          <a:xfrm>
            <a:off x="6012731" y="848891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863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622906" y="1722200"/>
            <a:ext cx="864000" cy="359243"/>
          </a:xfrm>
          <a:prstGeom prst="rect">
            <a:avLst/>
          </a:prstGeom>
          <a:noFill/>
          <a:ln w="19050"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06906" y="2226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62173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47596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439195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621736" y="1074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29773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36973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62173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W13.S1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123966" y="1722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907966" y="2226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12396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97819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123966" y="107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79996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87196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12396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W14.S1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626196" y="1722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410196" y="2226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62619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626196" y="1074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30219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37419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62619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W15.S1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621736" y="3810200"/>
            <a:ext cx="864000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05736" y="4314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62173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475966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621736" y="3162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29773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36973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62173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W16.S1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123966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1907966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12396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2980618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123966" y="3162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79996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187196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12396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W17.S1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626196" y="3810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410196" y="4314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62619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626196" y="316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30219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37419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62619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W18.S1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621736" y="5898200"/>
            <a:ext cx="864000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05736" y="6402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62173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47596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621736" y="5250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29773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36973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62173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W19.S1</a:t>
            </a: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123966" y="5898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1907966" y="6402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12396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297819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123966" y="5250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79996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187196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12396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W20.S1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626196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410196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62619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626196" y="5250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29694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37419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62619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W21.S1</a:t>
            </a: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623410" y="7984916"/>
            <a:ext cx="864000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07410" y="8488916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62341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47764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623410" y="7336916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29941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37141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62341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W22.S1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125640" y="7984916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1909640" y="8488916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12564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297987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125640" y="7336916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80164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187364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12564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W23.S1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627870" y="7984916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411870" y="8488916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62787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627870" y="7336916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29862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37587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62787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W24.S1</a:t>
            </a: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621736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123966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79996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799966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9663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202021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297463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295314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626196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30219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304618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70857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Audit 3-of-5 24 words – MB Share 1 Page 2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748330" y="20282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KB5.S1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748330" y="22262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4292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999926" y="202744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MB5.S1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999926" y="222544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599F-9787-8D52-0E0F-F3746C08ADAB}"/>
              </a:ext>
            </a:extLst>
          </p:cNvPr>
          <p:cNvSpPr txBox="1"/>
          <p:nvPr/>
        </p:nvSpPr>
        <p:spPr>
          <a:xfrm>
            <a:off x="5447807" y="430908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991FB-0190-7645-6A2B-0C336771D9BA}"/>
              </a:ext>
            </a:extLst>
          </p:cNvPr>
          <p:cNvSpPr txBox="1"/>
          <p:nvPr/>
        </p:nvSpPr>
        <p:spPr>
          <a:xfrm>
            <a:off x="4756942" y="41110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KB6.S1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B3D31F-B94A-BBA4-D308-CE672321073E}"/>
              </a:ext>
            </a:extLst>
          </p:cNvPr>
          <p:cNvSpPr/>
          <p:nvPr/>
        </p:nvSpPr>
        <p:spPr>
          <a:xfrm>
            <a:off x="4756942" y="43090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23CD1-0E5B-B27B-3440-B25663451556}"/>
              </a:ext>
            </a:extLst>
          </p:cNvPr>
          <p:cNvSpPr txBox="1"/>
          <p:nvPr/>
        </p:nvSpPr>
        <p:spPr>
          <a:xfrm>
            <a:off x="4437902" y="430908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3F3BE-52FA-F4CE-DC9B-64B91472B4B7}"/>
              </a:ext>
            </a:extLst>
          </p:cNvPr>
          <p:cNvSpPr txBox="1"/>
          <p:nvPr/>
        </p:nvSpPr>
        <p:spPr>
          <a:xfrm>
            <a:off x="6008538" y="411032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MB6.S1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CCD3B-C12B-0B93-5494-2679029EE22D}"/>
              </a:ext>
            </a:extLst>
          </p:cNvPr>
          <p:cNvSpPr/>
          <p:nvPr/>
        </p:nvSpPr>
        <p:spPr>
          <a:xfrm>
            <a:off x="6008538" y="43083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908C1-4C87-0727-79CC-417FAF3B1A3D}"/>
              </a:ext>
            </a:extLst>
          </p:cNvPr>
          <p:cNvSpPr txBox="1"/>
          <p:nvPr/>
        </p:nvSpPr>
        <p:spPr>
          <a:xfrm>
            <a:off x="5438325" y="6397459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70D68-319B-DB56-988C-9E663B0924F7}"/>
              </a:ext>
            </a:extLst>
          </p:cNvPr>
          <p:cNvSpPr txBox="1"/>
          <p:nvPr/>
        </p:nvSpPr>
        <p:spPr>
          <a:xfrm>
            <a:off x="4747460" y="619945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KB7.S1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7F14D-8E63-53C0-93DA-1D3018C44440}"/>
              </a:ext>
            </a:extLst>
          </p:cNvPr>
          <p:cNvSpPr/>
          <p:nvPr/>
        </p:nvSpPr>
        <p:spPr>
          <a:xfrm>
            <a:off x="4747460" y="639745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DA055-F33A-F5BE-4131-7B68CF7FD25B}"/>
              </a:ext>
            </a:extLst>
          </p:cNvPr>
          <p:cNvSpPr txBox="1"/>
          <p:nvPr/>
        </p:nvSpPr>
        <p:spPr>
          <a:xfrm>
            <a:off x="4428420" y="6397459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4C70D-AB91-9875-41D1-EBADCA02693E}"/>
              </a:ext>
            </a:extLst>
          </p:cNvPr>
          <p:cNvSpPr txBox="1"/>
          <p:nvPr/>
        </p:nvSpPr>
        <p:spPr>
          <a:xfrm>
            <a:off x="5999056" y="619870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MB7.S1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19684-33B9-DDC1-9A00-5B5A76A10250}"/>
              </a:ext>
            </a:extLst>
          </p:cNvPr>
          <p:cNvSpPr/>
          <p:nvPr/>
        </p:nvSpPr>
        <p:spPr>
          <a:xfrm>
            <a:off x="5999056" y="639670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8EAF08-EF54-1A94-2E00-F7C4E8EC138B}"/>
              </a:ext>
            </a:extLst>
          </p:cNvPr>
          <p:cNvSpPr txBox="1"/>
          <p:nvPr/>
        </p:nvSpPr>
        <p:spPr>
          <a:xfrm>
            <a:off x="5452000" y="848967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F8412-1E9E-1EF8-E0B9-AD83E3717430}"/>
              </a:ext>
            </a:extLst>
          </p:cNvPr>
          <p:cNvSpPr txBox="1"/>
          <p:nvPr/>
        </p:nvSpPr>
        <p:spPr>
          <a:xfrm>
            <a:off x="4761135" y="829167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KB8.S1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0803-AD74-E025-86D4-23E31A17C2D4}"/>
              </a:ext>
            </a:extLst>
          </p:cNvPr>
          <p:cNvSpPr/>
          <p:nvPr/>
        </p:nvSpPr>
        <p:spPr>
          <a:xfrm>
            <a:off x="4761135" y="848967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40E5EF-C686-43C3-941E-0334A09DB570}"/>
              </a:ext>
            </a:extLst>
          </p:cNvPr>
          <p:cNvSpPr txBox="1"/>
          <p:nvPr/>
        </p:nvSpPr>
        <p:spPr>
          <a:xfrm>
            <a:off x="4442095" y="848967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89C84-1D96-E6F5-8CDD-3FC716F6DB01}"/>
              </a:ext>
            </a:extLst>
          </p:cNvPr>
          <p:cNvSpPr txBox="1"/>
          <p:nvPr/>
        </p:nvSpPr>
        <p:spPr>
          <a:xfrm>
            <a:off x="6012731" y="829091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MB8.S1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7F370-C563-BDC2-6A4D-0C2F1BF94943}"/>
              </a:ext>
            </a:extLst>
          </p:cNvPr>
          <p:cNvSpPr/>
          <p:nvPr/>
        </p:nvSpPr>
        <p:spPr>
          <a:xfrm>
            <a:off x="6012731" y="848891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023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622906" y="1722200"/>
            <a:ext cx="864000" cy="359243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06906" y="2226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62173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47596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439195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621736" y="1074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29773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36973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62173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123966" y="1722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907966" y="2226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12396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97819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123966" y="107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79996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87196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12396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W2.S2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626196" y="1722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410196" y="2226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62619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626196" y="1074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30219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37419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62619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W3.S2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621736" y="3810200"/>
            <a:ext cx="864000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05736" y="4314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62173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475966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621736" y="3162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29773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36973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62173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W4.S2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123966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1907966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12396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2980618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123966" y="3162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79996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187196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12396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W5.S2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626196" y="3810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410196" y="4314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62619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626196" y="316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30219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37419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62619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W6.S2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621736" y="5898200"/>
            <a:ext cx="864000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05736" y="6402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62173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47596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621736" y="5250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29773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36973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62173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W7.S2</a:t>
            </a: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123966" y="5898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1907966" y="6402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12396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297819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123966" y="5250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79996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187196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12396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W8.S2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626196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410196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62619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626196" y="5250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29694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37419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62619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W9.S2</a:t>
            </a: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623410" y="7984916"/>
            <a:ext cx="864000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07410" y="8488916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62341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47764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623410" y="7336916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29941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37141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62341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W10.S2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125640" y="7984916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1909640" y="8488916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12564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297987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125640" y="7336916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80164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187364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12564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W11.S2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627870" y="7984916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411870" y="8488916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62787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627870" y="7336916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29862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37587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62787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W12.S2</a:t>
            </a: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621736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123966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79996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799966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9663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202021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297463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295314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626196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30219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304618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70857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Audit 3-of-5 24 words – MB Share 2 Page 1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748330" y="20282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/>
              <a:t>KB1.S2</a:t>
            </a:r>
            <a:endParaRPr lang="en-US" sz="100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748330" y="22262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4292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999926" y="202744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MB1.S2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999926" y="222544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599F-9787-8D52-0E0F-F3746C08ADAB}"/>
              </a:ext>
            </a:extLst>
          </p:cNvPr>
          <p:cNvSpPr txBox="1"/>
          <p:nvPr/>
        </p:nvSpPr>
        <p:spPr>
          <a:xfrm>
            <a:off x="5447807" y="430908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991FB-0190-7645-6A2B-0C336771D9BA}"/>
              </a:ext>
            </a:extLst>
          </p:cNvPr>
          <p:cNvSpPr txBox="1"/>
          <p:nvPr/>
        </p:nvSpPr>
        <p:spPr>
          <a:xfrm>
            <a:off x="4756942" y="41110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KB2.S2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B3D31F-B94A-BBA4-D308-CE672321073E}"/>
              </a:ext>
            </a:extLst>
          </p:cNvPr>
          <p:cNvSpPr/>
          <p:nvPr/>
        </p:nvSpPr>
        <p:spPr>
          <a:xfrm>
            <a:off x="4756942" y="43090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23CD1-0E5B-B27B-3440-B25663451556}"/>
              </a:ext>
            </a:extLst>
          </p:cNvPr>
          <p:cNvSpPr txBox="1"/>
          <p:nvPr/>
        </p:nvSpPr>
        <p:spPr>
          <a:xfrm>
            <a:off x="4437902" y="430908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3F3BE-52FA-F4CE-DC9B-64B91472B4B7}"/>
              </a:ext>
            </a:extLst>
          </p:cNvPr>
          <p:cNvSpPr txBox="1"/>
          <p:nvPr/>
        </p:nvSpPr>
        <p:spPr>
          <a:xfrm>
            <a:off x="6008538" y="411032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MB2.S2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CCD3B-C12B-0B93-5494-2679029EE22D}"/>
              </a:ext>
            </a:extLst>
          </p:cNvPr>
          <p:cNvSpPr/>
          <p:nvPr/>
        </p:nvSpPr>
        <p:spPr>
          <a:xfrm>
            <a:off x="6008538" y="43083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908C1-4C87-0727-79CC-417FAF3B1A3D}"/>
              </a:ext>
            </a:extLst>
          </p:cNvPr>
          <p:cNvSpPr txBox="1"/>
          <p:nvPr/>
        </p:nvSpPr>
        <p:spPr>
          <a:xfrm>
            <a:off x="5438325" y="6397459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70D68-319B-DB56-988C-9E663B0924F7}"/>
              </a:ext>
            </a:extLst>
          </p:cNvPr>
          <p:cNvSpPr txBox="1"/>
          <p:nvPr/>
        </p:nvSpPr>
        <p:spPr>
          <a:xfrm>
            <a:off x="4747460" y="619945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KB3.S2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7F14D-8E63-53C0-93DA-1D3018C44440}"/>
              </a:ext>
            </a:extLst>
          </p:cNvPr>
          <p:cNvSpPr/>
          <p:nvPr/>
        </p:nvSpPr>
        <p:spPr>
          <a:xfrm>
            <a:off x="4747460" y="639745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DA055-F33A-F5BE-4131-7B68CF7FD25B}"/>
              </a:ext>
            </a:extLst>
          </p:cNvPr>
          <p:cNvSpPr txBox="1"/>
          <p:nvPr/>
        </p:nvSpPr>
        <p:spPr>
          <a:xfrm>
            <a:off x="4428420" y="6397459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4C70D-AB91-9875-41D1-EBADCA02693E}"/>
              </a:ext>
            </a:extLst>
          </p:cNvPr>
          <p:cNvSpPr txBox="1"/>
          <p:nvPr/>
        </p:nvSpPr>
        <p:spPr>
          <a:xfrm>
            <a:off x="5999056" y="619870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MB3.S2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19684-33B9-DDC1-9A00-5B5A76A10250}"/>
              </a:ext>
            </a:extLst>
          </p:cNvPr>
          <p:cNvSpPr/>
          <p:nvPr/>
        </p:nvSpPr>
        <p:spPr>
          <a:xfrm>
            <a:off x="5999056" y="639670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8EAF08-EF54-1A94-2E00-F7C4E8EC138B}"/>
              </a:ext>
            </a:extLst>
          </p:cNvPr>
          <p:cNvSpPr txBox="1"/>
          <p:nvPr/>
        </p:nvSpPr>
        <p:spPr>
          <a:xfrm>
            <a:off x="5452000" y="848967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F8412-1E9E-1EF8-E0B9-AD83E3717430}"/>
              </a:ext>
            </a:extLst>
          </p:cNvPr>
          <p:cNvSpPr txBox="1"/>
          <p:nvPr/>
        </p:nvSpPr>
        <p:spPr>
          <a:xfrm>
            <a:off x="4761135" y="829167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KB4.S2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0803-AD74-E025-86D4-23E31A17C2D4}"/>
              </a:ext>
            </a:extLst>
          </p:cNvPr>
          <p:cNvSpPr/>
          <p:nvPr/>
        </p:nvSpPr>
        <p:spPr>
          <a:xfrm>
            <a:off x="4761135" y="848967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40E5EF-C686-43C3-941E-0334A09DB570}"/>
              </a:ext>
            </a:extLst>
          </p:cNvPr>
          <p:cNvSpPr txBox="1"/>
          <p:nvPr/>
        </p:nvSpPr>
        <p:spPr>
          <a:xfrm>
            <a:off x="4442095" y="848967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89C84-1D96-E6F5-8CDD-3FC716F6DB01}"/>
              </a:ext>
            </a:extLst>
          </p:cNvPr>
          <p:cNvSpPr txBox="1"/>
          <p:nvPr/>
        </p:nvSpPr>
        <p:spPr>
          <a:xfrm>
            <a:off x="6012731" y="829091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MB4.S2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7F370-C563-BDC2-6A4D-0C2F1BF94943}"/>
              </a:ext>
            </a:extLst>
          </p:cNvPr>
          <p:cNvSpPr/>
          <p:nvPr/>
        </p:nvSpPr>
        <p:spPr>
          <a:xfrm>
            <a:off x="6012731" y="848891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144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622906" y="1722200"/>
            <a:ext cx="864000" cy="359243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06906" y="2226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62173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47596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439195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621736" y="1074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29773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36973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62173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W13.S2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123966" y="1722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907966" y="2226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12396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97819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123966" y="107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79996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87196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12396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W14.S2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626196" y="1722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410196" y="2226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62619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626196" y="1074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30219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37419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62619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W15.S2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621736" y="3810200"/>
            <a:ext cx="864000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05736" y="4314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62173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475966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621736" y="3162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29773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36973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62173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W16.S2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123966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1907966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12396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2980618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123966" y="3162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79996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187196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12396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W17.S2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626196" y="3810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410196" y="4314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62619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626196" y="316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30219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37419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62619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W18.S2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621736" y="5898200"/>
            <a:ext cx="864000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05736" y="6402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62173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47596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621736" y="5250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29773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36973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62173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W19.S2</a:t>
            </a: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123966" y="5898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1907966" y="6402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12396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297819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123966" y="5250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79996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187196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12396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W20.S2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626196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410196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62619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626196" y="5250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29694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37419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62619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W21.S2</a:t>
            </a: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623410" y="7984916"/>
            <a:ext cx="864000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07410" y="8488916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62341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47764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623410" y="7336916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29941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37141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62341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W22.S2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125640" y="7984916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1909640" y="8488916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12564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297987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125640" y="7336916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80164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187364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12564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W23.S2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627870" y="7984916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411870" y="8488916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62787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627870" y="7336916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29862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37587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62787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W24.S2</a:t>
            </a: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621736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123966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79996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799966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9663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202021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297463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295314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626196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30219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304618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70857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Audit 3-of-5 24 words – MB Share 2 Page 2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748330" y="20282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KB5.S2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748330" y="22262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4292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999926" y="202744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MB5.S2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999926" y="222544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599F-9787-8D52-0E0F-F3746C08ADAB}"/>
              </a:ext>
            </a:extLst>
          </p:cNvPr>
          <p:cNvSpPr txBox="1"/>
          <p:nvPr/>
        </p:nvSpPr>
        <p:spPr>
          <a:xfrm>
            <a:off x="5447807" y="430908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991FB-0190-7645-6A2B-0C336771D9BA}"/>
              </a:ext>
            </a:extLst>
          </p:cNvPr>
          <p:cNvSpPr txBox="1"/>
          <p:nvPr/>
        </p:nvSpPr>
        <p:spPr>
          <a:xfrm>
            <a:off x="4756942" y="41110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KB6.S2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B3D31F-B94A-BBA4-D308-CE672321073E}"/>
              </a:ext>
            </a:extLst>
          </p:cNvPr>
          <p:cNvSpPr/>
          <p:nvPr/>
        </p:nvSpPr>
        <p:spPr>
          <a:xfrm>
            <a:off x="4756942" y="43090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23CD1-0E5B-B27B-3440-B25663451556}"/>
              </a:ext>
            </a:extLst>
          </p:cNvPr>
          <p:cNvSpPr txBox="1"/>
          <p:nvPr/>
        </p:nvSpPr>
        <p:spPr>
          <a:xfrm>
            <a:off x="4437902" y="430908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3F3BE-52FA-F4CE-DC9B-64B91472B4B7}"/>
              </a:ext>
            </a:extLst>
          </p:cNvPr>
          <p:cNvSpPr txBox="1"/>
          <p:nvPr/>
        </p:nvSpPr>
        <p:spPr>
          <a:xfrm>
            <a:off x="6008538" y="411032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MB6.S2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CCD3B-C12B-0B93-5494-2679029EE22D}"/>
              </a:ext>
            </a:extLst>
          </p:cNvPr>
          <p:cNvSpPr/>
          <p:nvPr/>
        </p:nvSpPr>
        <p:spPr>
          <a:xfrm>
            <a:off x="6008538" y="43083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908C1-4C87-0727-79CC-417FAF3B1A3D}"/>
              </a:ext>
            </a:extLst>
          </p:cNvPr>
          <p:cNvSpPr txBox="1"/>
          <p:nvPr/>
        </p:nvSpPr>
        <p:spPr>
          <a:xfrm>
            <a:off x="5438325" y="6397459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70D68-319B-DB56-988C-9E663B0924F7}"/>
              </a:ext>
            </a:extLst>
          </p:cNvPr>
          <p:cNvSpPr txBox="1"/>
          <p:nvPr/>
        </p:nvSpPr>
        <p:spPr>
          <a:xfrm>
            <a:off x="4747460" y="619945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KB7.S2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7F14D-8E63-53C0-93DA-1D3018C44440}"/>
              </a:ext>
            </a:extLst>
          </p:cNvPr>
          <p:cNvSpPr/>
          <p:nvPr/>
        </p:nvSpPr>
        <p:spPr>
          <a:xfrm>
            <a:off x="4747460" y="639745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DA055-F33A-F5BE-4131-7B68CF7FD25B}"/>
              </a:ext>
            </a:extLst>
          </p:cNvPr>
          <p:cNvSpPr txBox="1"/>
          <p:nvPr/>
        </p:nvSpPr>
        <p:spPr>
          <a:xfrm>
            <a:off x="4428420" y="6397459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4C70D-AB91-9875-41D1-EBADCA02693E}"/>
              </a:ext>
            </a:extLst>
          </p:cNvPr>
          <p:cNvSpPr txBox="1"/>
          <p:nvPr/>
        </p:nvSpPr>
        <p:spPr>
          <a:xfrm>
            <a:off x="5999056" y="619870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MB7.S2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19684-33B9-DDC1-9A00-5B5A76A10250}"/>
              </a:ext>
            </a:extLst>
          </p:cNvPr>
          <p:cNvSpPr/>
          <p:nvPr/>
        </p:nvSpPr>
        <p:spPr>
          <a:xfrm>
            <a:off x="5999056" y="639670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8EAF08-EF54-1A94-2E00-F7C4E8EC138B}"/>
              </a:ext>
            </a:extLst>
          </p:cNvPr>
          <p:cNvSpPr txBox="1"/>
          <p:nvPr/>
        </p:nvSpPr>
        <p:spPr>
          <a:xfrm>
            <a:off x="5452000" y="848967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F8412-1E9E-1EF8-E0B9-AD83E3717430}"/>
              </a:ext>
            </a:extLst>
          </p:cNvPr>
          <p:cNvSpPr txBox="1"/>
          <p:nvPr/>
        </p:nvSpPr>
        <p:spPr>
          <a:xfrm>
            <a:off x="4761135" y="829167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KB8.S2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0803-AD74-E025-86D4-23E31A17C2D4}"/>
              </a:ext>
            </a:extLst>
          </p:cNvPr>
          <p:cNvSpPr/>
          <p:nvPr/>
        </p:nvSpPr>
        <p:spPr>
          <a:xfrm>
            <a:off x="4761135" y="848967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40E5EF-C686-43C3-941E-0334A09DB570}"/>
              </a:ext>
            </a:extLst>
          </p:cNvPr>
          <p:cNvSpPr txBox="1"/>
          <p:nvPr/>
        </p:nvSpPr>
        <p:spPr>
          <a:xfrm>
            <a:off x="4442095" y="848967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89C84-1D96-E6F5-8CDD-3FC716F6DB01}"/>
              </a:ext>
            </a:extLst>
          </p:cNvPr>
          <p:cNvSpPr txBox="1"/>
          <p:nvPr/>
        </p:nvSpPr>
        <p:spPr>
          <a:xfrm>
            <a:off x="6012731" y="829091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MB8.S2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7F370-C563-BDC2-6A4D-0C2F1BF94943}"/>
              </a:ext>
            </a:extLst>
          </p:cNvPr>
          <p:cNvSpPr/>
          <p:nvPr/>
        </p:nvSpPr>
        <p:spPr>
          <a:xfrm>
            <a:off x="6012731" y="848891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367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622906" y="1722200"/>
            <a:ext cx="864000" cy="359243"/>
          </a:xfrm>
          <a:prstGeom prst="rect">
            <a:avLst/>
          </a:prstGeom>
          <a:noFill/>
          <a:ln w="19050"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06906" y="2226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62173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47596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439195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621736" y="1074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29773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36973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62173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123966" y="1722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907966" y="2226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12396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97819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123966" y="107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79996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87196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12396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W2.S3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626196" y="1722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410196" y="2226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62619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626196" y="1074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30219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37419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62619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W3.S3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621736" y="3810200"/>
            <a:ext cx="864000" cy="359243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05736" y="4314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62173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475966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621736" y="3162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29773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36973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62173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W4.S3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123966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1907966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12396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2980618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123966" y="3162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79996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187196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12396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W5.S3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626196" y="3810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410196" y="4314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62619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626196" y="316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30219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37419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62619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W6.S3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621736" y="5898200"/>
            <a:ext cx="864000" cy="359243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05736" y="6402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62173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47596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621736" y="5250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29773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36973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62173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W7.S3</a:t>
            </a: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123966" y="5898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1907966" y="6402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12396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297819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123966" y="5250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79996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187196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12396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W8.S3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626196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410196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62619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626196" y="5250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29694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37419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62619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W9.S3</a:t>
            </a: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623410" y="7984916"/>
            <a:ext cx="864000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07410" y="8488916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62341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47764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623410" y="7336916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29941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37141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62341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W10.S3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125640" y="7984916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1909640" y="8488916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12564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297987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125640" y="7336916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80164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187364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12564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W11.S3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627870" y="7984916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411870" y="8488916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62787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627870" y="7336916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29862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37587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62787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W12.S3</a:t>
            </a: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621736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123966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79996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799966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9663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202021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297463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295314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626196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30219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304618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70857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Audit 3-of-5 24 words – MB Share 3 Page 1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748330" y="20282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/>
              <a:t>KB1.S3</a:t>
            </a:r>
            <a:endParaRPr lang="en-US" sz="100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748330" y="22262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4292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999926" y="202744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MB1.S3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999926" y="222544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599F-9787-8D52-0E0F-F3746C08ADAB}"/>
              </a:ext>
            </a:extLst>
          </p:cNvPr>
          <p:cNvSpPr txBox="1"/>
          <p:nvPr/>
        </p:nvSpPr>
        <p:spPr>
          <a:xfrm>
            <a:off x="5447807" y="430908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991FB-0190-7645-6A2B-0C336771D9BA}"/>
              </a:ext>
            </a:extLst>
          </p:cNvPr>
          <p:cNvSpPr txBox="1"/>
          <p:nvPr/>
        </p:nvSpPr>
        <p:spPr>
          <a:xfrm>
            <a:off x="4756942" y="41110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KB2.S3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B3D31F-B94A-BBA4-D308-CE672321073E}"/>
              </a:ext>
            </a:extLst>
          </p:cNvPr>
          <p:cNvSpPr/>
          <p:nvPr/>
        </p:nvSpPr>
        <p:spPr>
          <a:xfrm>
            <a:off x="4756942" y="43090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23CD1-0E5B-B27B-3440-B25663451556}"/>
              </a:ext>
            </a:extLst>
          </p:cNvPr>
          <p:cNvSpPr txBox="1"/>
          <p:nvPr/>
        </p:nvSpPr>
        <p:spPr>
          <a:xfrm>
            <a:off x="4437902" y="430908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3F3BE-52FA-F4CE-DC9B-64B91472B4B7}"/>
              </a:ext>
            </a:extLst>
          </p:cNvPr>
          <p:cNvSpPr txBox="1"/>
          <p:nvPr/>
        </p:nvSpPr>
        <p:spPr>
          <a:xfrm>
            <a:off x="6008538" y="411032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MB2.S3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CCD3B-C12B-0B93-5494-2679029EE22D}"/>
              </a:ext>
            </a:extLst>
          </p:cNvPr>
          <p:cNvSpPr/>
          <p:nvPr/>
        </p:nvSpPr>
        <p:spPr>
          <a:xfrm>
            <a:off x="6008538" y="43083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908C1-4C87-0727-79CC-417FAF3B1A3D}"/>
              </a:ext>
            </a:extLst>
          </p:cNvPr>
          <p:cNvSpPr txBox="1"/>
          <p:nvPr/>
        </p:nvSpPr>
        <p:spPr>
          <a:xfrm>
            <a:off x="5438325" y="6397459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70D68-319B-DB56-988C-9E663B0924F7}"/>
              </a:ext>
            </a:extLst>
          </p:cNvPr>
          <p:cNvSpPr txBox="1"/>
          <p:nvPr/>
        </p:nvSpPr>
        <p:spPr>
          <a:xfrm>
            <a:off x="4747460" y="619945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KB3.S3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7F14D-8E63-53C0-93DA-1D3018C44440}"/>
              </a:ext>
            </a:extLst>
          </p:cNvPr>
          <p:cNvSpPr/>
          <p:nvPr/>
        </p:nvSpPr>
        <p:spPr>
          <a:xfrm>
            <a:off x="4747460" y="639745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DA055-F33A-F5BE-4131-7B68CF7FD25B}"/>
              </a:ext>
            </a:extLst>
          </p:cNvPr>
          <p:cNvSpPr txBox="1"/>
          <p:nvPr/>
        </p:nvSpPr>
        <p:spPr>
          <a:xfrm>
            <a:off x="4428420" y="6397459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4C70D-AB91-9875-41D1-EBADCA02693E}"/>
              </a:ext>
            </a:extLst>
          </p:cNvPr>
          <p:cNvSpPr txBox="1"/>
          <p:nvPr/>
        </p:nvSpPr>
        <p:spPr>
          <a:xfrm>
            <a:off x="5999056" y="619870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MB3.S3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19684-33B9-DDC1-9A00-5B5A76A10250}"/>
              </a:ext>
            </a:extLst>
          </p:cNvPr>
          <p:cNvSpPr/>
          <p:nvPr/>
        </p:nvSpPr>
        <p:spPr>
          <a:xfrm>
            <a:off x="5999056" y="639670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8EAF08-EF54-1A94-2E00-F7C4E8EC138B}"/>
              </a:ext>
            </a:extLst>
          </p:cNvPr>
          <p:cNvSpPr txBox="1"/>
          <p:nvPr/>
        </p:nvSpPr>
        <p:spPr>
          <a:xfrm>
            <a:off x="5452000" y="848967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F8412-1E9E-1EF8-E0B9-AD83E3717430}"/>
              </a:ext>
            </a:extLst>
          </p:cNvPr>
          <p:cNvSpPr txBox="1"/>
          <p:nvPr/>
        </p:nvSpPr>
        <p:spPr>
          <a:xfrm>
            <a:off x="4761135" y="829167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KB4.S3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0803-AD74-E025-86D4-23E31A17C2D4}"/>
              </a:ext>
            </a:extLst>
          </p:cNvPr>
          <p:cNvSpPr/>
          <p:nvPr/>
        </p:nvSpPr>
        <p:spPr>
          <a:xfrm>
            <a:off x="4761135" y="848967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40E5EF-C686-43C3-941E-0334A09DB570}"/>
              </a:ext>
            </a:extLst>
          </p:cNvPr>
          <p:cNvSpPr txBox="1"/>
          <p:nvPr/>
        </p:nvSpPr>
        <p:spPr>
          <a:xfrm>
            <a:off x="4442095" y="848967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89C84-1D96-E6F5-8CDD-3FC716F6DB01}"/>
              </a:ext>
            </a:extLst>
          </p:cNvPr>
          <p:cNvSpPr txBox="1"/>
          <p:nvPr/>
        </p:nvSpPr>
        <p:spPr>
          <a:xfrm>
            <a:off x="6012731" y="829091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MB4.S3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7F370-C563-BDC2-6A4D-0C2F1BF94943}"/>
              </a:ext>
            </a:extLst>
          </p:cNvPr>
          <p:cNvSpPr/>
          <p:nvPr/>
        </p:nvSpPr>
        <p:spPr>
          <a:xfrm>
            <a:off x="6012731" y="848891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208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622906" y="1722200"/>
            <a:ext cx="864000" cy="359243"/>
          </a:xfrm>
          <a:prstGeom prst="rect">
            <a:avLst/>
          </a:prstGeom>
          <a:noFill/>
          <a:ln w="19050"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06906" y="2226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62173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47596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439195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621736" y="1074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29773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36973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62173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W13.S3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123966" y="1722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907966" y="2226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12396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97819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123966" y="107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79996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87196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12396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W14.S3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626196" y="1722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410196" y="2226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62619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626196" y="1074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30219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37419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62619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W15.S3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621736" y="3810200"/>
            <a:ext cx="864000" cy="359243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05736" y="4314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62173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475966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621736" y="3162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29773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36973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62173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W16.S3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123966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1907966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12396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2980618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123966" y="3162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79996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187196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12396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W17.S3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626196" y="3810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410196" y="4314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62619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626196" y="316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30219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37419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62619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W18.S3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621736" y="5898200"/>
            <a:ext cx="864000" cy="359243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05736" y="6402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62173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47596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621736" y="5250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29773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36973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62173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W19.S3</a:t>
            </a: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123966" y="5898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1907966" y="6402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12396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297819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123966" y="5250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79996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187196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12396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W20.S3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626196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410196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62619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626196" y="5250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29694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37419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62619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W21.S3</a:t>
            </a: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623410" y="7984916"/>
            <a:ext cx="864000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07410" y="8488916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62341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47764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623410" y="7336916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29941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37141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62341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W22.S3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125640" y="7984916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1909640" y="8488916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12564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297987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125640" y="7336916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80164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187364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12564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W23.S3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627870" y="7984916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411870" y="8488916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62787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627870" y="7336916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29862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37587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62787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W24.S3</a:t>
            </a: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621736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123966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79996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799966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9663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202021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297463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295314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626196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30219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304618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70857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Audit 3-of-5 24 words – MB Share 3 Page 2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748330" y="20282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KB5.S3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748330" y="22262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4292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999926" y="202744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MB5.S3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999926" y="222544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599F-9787-8D52-0E0F-F3746C08ADAB}"/>
              </a:ext>
            </a:extLst>
          </p:cNvPr>
          <p:cNvSpPr txBox="1"/>
          <p:nvPr/>
        </p:nvSpPr>
        <p:spPr>
          <a:xfrm>
            <a:off x="5447807" y="430908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991FB-0190-7645-6A2B-0C336771D9BA}"/>
              </a:ext>
            </a:extLst>
          </p:cNvPr>
          <p:cNvSpPr txBox="1"/>
          <p:nvPr/>
        </p:nvSpPr>
        <p:spPr>
          <a:xfrm>
            <a:off x="4756942" y="41110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KB6.S3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B3D31F-B94A-BBA4-D308-CE672321073E}"/>
              </a:ext>
            </a:extLst>
          </p:cNvPr>
          <p:cNvSpPr/>
          <p:nvPr/>
        </p:nvSpPr>
        <p:spPr>
          <a:xfrm>
            <a:off x="4756942" y="43090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23CD1-0E5B-B27B-3440-B25663451556}"/>
              </a:ext>
            </a:extLst>
          </p:cNvPr>
          <p:cNvSpPr txBox="1"/>
          <p:nvPr/>
        </p:nvSpPr>
        <p:spPr>
          <a:xfrm>
            <a:off x="4437902" y="430908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3F3BE-52FA-F4CE-DC9B-64B91472B4B7}"/>
              </a:ext>
            </a:extLst>
          </p:cNvPr>
          <p:cNvSpPr txBox="1"/>
          <p:nvPr/>
        </p:nvSpPr>
        <p:spPr>
          <a:xfrm>
            <a:off x="6008538" y="411032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MB6.S3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CCD3B-C12B-0B93-5494-2679029EE22D}"/>
              </a:ext>
            </a:extLst>
          </p:cNvPr>
          <p:cNvSpPr/>
          <p:nvPr/>
        </p:nvSpPr>
        <p:spPr>
          <a:xfrm>
            <a:off x="6008538" y="43083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908C1-4C87-0727-79CC-417FAF3B1A3D}"/>
              </a:ext>
            </a:extLst>
          </p:cNvPr>
          <p:cNvSpPr txBox="1"/>
          <p:nvPr/>
        </p:nvSpPr>
        <p:spPr>
          <a:xfrm>
            <a:off x="5438325" y="6397459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70D68-319B-DB56-988C-9E663B0924F7}"/>
              </a:ext>
            </a:extLst>
          </p:cNvPr>
          <p:cNvSpPr txBox="1"/>
          <p:nvPr/>
        </p:nvSpPr>
        <p:spPr>
          <a:xfrm>
            <a:off x="4747460" y="619945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KB7.S3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7F14D-8E63-53C0-93DA-1D3018C44440}"/>
              </a:ext>
            </a:extLst>
          </p:cNvPr>
          <p:cNvSpPr/>
          <p:nvPr/>
        </p:nvSpPr>
        <p:spPr>
          <a:xfrm>
            <a:off x="4747460" y="639745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DA055-F33A-F5BE-4131-7B68CF7FD25B}"/>
              </a:ext>
            </a:extLst>
          </p:cNvPr>
          <p:cNvSpPr txBox="1"/>
          <p:nvPr/>
        </p:nvSpPr>
        <p:spPr>
          <a:xfrm>
            <a:off x="4428420" y="6397459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4C70D-AB91-9875-41D1-EBADCA02693E}"/>
              </a:ext>
            </a:extLst>
          </p:cNvPr>
          <p:cNvSpPr txBox="1"/>
          <p:nvPr/>
        </p:nvSpPr>
        <p:spPr>
          <a:xfrm>
            <a:off x="5999056" y="619870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MB7.S3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19684-33B9-DDC1-9A00-5B5A76A10250}"/>
              </a:ext>
            </a:extLst>
          </p:cNvPr>
          <p:cNvSpPr/>
          <p:nvPr/>
        </p:nvSpPr>
        <p:spPr>
          <a:xfrm>
            <a:off x="5999056" y="639670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8EAF08-EF54-1A94-2E00-F7C4E8EC138B}"/>
              </a:ext>
            </a:extLst>
          </p:cNvPr>
          <p:cNvSpPr txBox="1"/>
          <p:nvPr/>
        </p:nvSpPr>
        <p:spPr>
          <a:xfrm>
            <a:off x="5452000" y="848967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F8412-1E9E-1EF8-E0B9-AD83E3717430}"/>
              </a:ext>
            </a:extLst>
          </p:cNvPr>
          <p:cNvSpPr txBox="1"/>
          <p:nvPr/>
        </p:nvSpPr>
        <p:spPr>
          <a:xfrm>
            <a:off x="4761135" y="829167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KB8.S3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0803-AD74-E025-86D4-23E31A17C2D4}"/>
              </a:ext>
            </a:extLst>
          </p:cNvPr>
          <p:cNvSpPr/>
          <p:nvPr/>
        </p:nvSpPr>
        <p:spPr>
          <a:xfrm>
            <a:off x="4761135" y="848967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40E5EF-C686-43C3-941E-0334A09DB570}"/>
              </a:ext>
            </a:extLst>
          </p:cNvPr>
          <p:cNvSpPr txBox="1"/>
          <p:nvPr/>
        </p:nvSpPr>
        <p:spPr>
          <a:xfrm>
            <a:off x="4442095" y="848967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89C84-1D96-E6F5-8CDD-3FC716F6DB01}"/>
              </a:ext>
            </a:extLst>
          </p:cNvPr>
          <p:cNvSpPr txBox="1"/>
          <p:nvPr/>
        </p:nvSpPr>
        <p:spPr>
          <a:xfrm>
            <a:off x="6012731" y="829091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MB8.S3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7F370-C563-BDC2-6A4D-0C2F1BF94943}"/>
              </a:ext>
            </a:extLst>
          </p:cNvPr>
          <p:cNvSpPr/>
          <p:nvPr/>
        </p:nvSpPr>
        <p:spPr>
          <a:xfrm>
            <a:off x="6012731" y="848891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239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622906" y="1722200"/>
            <a:ext cx="864000" cy="359243"/>
          </a:xfrm>
          <a:prstGeom prst="rect">
            <a:avLst/>
          </a:prstGeom>
          <a:noFill/>
          <a:ln w="1905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06906" y="2226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62173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47596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439195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621736" y="1074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29773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36973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62173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123966" y="1722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907966" y="2226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12396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97819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123966" y="107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79996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87196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12396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W2.S4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626196" y="1722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410196" y="2226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62619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626196" y="1074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30219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37419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62619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W3.S4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621736" y="3810200"/>
            <a:ext cx="864000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05736" y="4314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62173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KB.C1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475966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621736" y="3162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29773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36973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62173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W4.S4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123966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1907966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12396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2980618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123966" y="3162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79996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187196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12396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W5.S4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626196" y="3810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410196" y="4314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62619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626196" y="316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30219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37419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62619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W6.S4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621736" y="5898200"/>
            <a:ext cx="864000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05736" y="6402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62173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47596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621736" y="5250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29773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36973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62173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W7.S4</a:t>
            </a: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123966" y="5898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1907966" y="6402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12396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297819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123966" y="5250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79996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187196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12396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W8.S4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626196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410196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62619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626196" y="5250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29694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37419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62619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W9.S4</a:t>
            </a: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623410" y="7984916"/>
            <a:ext cx="864000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07410" y="8488916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62341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47764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623410" y="7336916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29941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37141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62341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W10.S4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125640" y="7984916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1909640" y="8488916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12564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297987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125640" y="7336916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80164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187364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12564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W11.S4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627870" y="7984916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411870" y="8488916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62787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627870" y="7336916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29862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37587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62787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W12.S4</a:t>
            </a: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621736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123966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79996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799966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9663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202021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297463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295314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626196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30219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304618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70857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Audit 3-of-5 24 words – MB Share 4 Page 1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748330" y="20282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/>
              <a:t>KB1.S4</a:t>
            </a:r>
            <a:endParaRPr lang="en-US" sz="100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748330" y="22262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4292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999926" y="202744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MB1.S4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999926" y="222544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599F-9787-8D52-0E0F-F3746C08ADAB}"/>
              </a:ext>
            </a:extLst>
          </p:cNvPr>
          <p:cNvSpPr txBox="1"/>
          <p:nvPr/>
        </p:nvSpPr>
        <p:spPr>
          <a:xfrm>
            <a:off x="5447807" y="430908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991FB-0190-7645-6A2B-0C336771D9BA}"/>
              </a:ext>
            </a:extLst>
          </p:cNvPr>
          <p:cNvSpPr txBox="1"/>
          <p:nvPr/>
        </p:nvSpPr>
        <p:spPr>
          <a:xfrm>
            <a:off x="4756942" y="41110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KB2.S4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B3D31F-B94A-BBA4-D308-CE672321073E}"/>
              </a:ext>
            </a:extLst>
          </p:cNvPr>
          <p:cNvSpPr/>
          <p:nvPr/>
        </p:nvSpPr>
        <p:spPr>
          <a:xfrm>
            <a:off x="4756942" y="43090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23CD1-0E5B-B27B-3440-B25663451556}"/>
              </a:ext>
            </a:extLst>
          </p:cNvPr>
          <p:cNvSpPr txBox="1"/>
          <p:nvPr/>
        </p:nvSpPr>
        <p:spPr>
          <a:xfrm>
            <a:off x="4437902" y="430908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3F3BE-52FA-F4CE-DC9B-64B91472B4B7}"/>
              </a:ext>
            </a:extLst>
          </p:cNvPr>
          <p:cNvSpPr txBox="1"/>
          <p:nvPr/>
        </p:nvSpPr>
        <p:spPr>
          <a:xfrm>
            <a:off x="6008538" y="411032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MB2.S4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CCD3B-C12B-0B93-5494-2679029EE22D}"/>
              </a:ext>
            </a:extLst>
          </p:cNvPr>
          <p:cNvSpPr/>
          <p:nvPr/>
        </p:nvSpPr>
        <p:spPr>
          <a:xfrm>
            <a:off x="6008538" y="43083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908C1-4C87-0727-79CC-417FAF3B1A3D}"/>
              </a:ext>
            </a:extLst>
          </p:cNvPr>
          <p:cNvSpPr txBox="1"/>
          <p:nvPr/>
        </p:nvSpPr>
        <p:spPr>
          <a:xfrm>
            <a:off x="5438325" y="6397459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70D68-319B-DB56-988C-9E663B0924F7}"/>
              </a:ext>
            </a:extLst>
          </p:cNvPr>
          <p:cNvSpPr txBox="1"/>
          <p:nvPr/>
        </p:nvSpPr>
        <p:spPr>
          <a:xfrm>
            <a:off x="4747460" y="619945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KB3.S4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7F14D-8E63-53C0-93DA-1D3018C44440}"/>
              </a:ext>
            </a:extLst>
          </p:cNvPr>
          <p:cNvSpPr/>
          <p:nvPr/>
        </p:nvSpPr>
        <p:spPr>
          <a:xfrm>
            <a:off x="4747460" y="639745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DA055-F33A-F5BE-4131-7B68CF7FD25B}"/>
              </a:ext>
            </a:extLst>
          </p:cNvPr>
          <p:cNvSpPr txBox="1"/>
          <p:nvPr/>
        </p:nvSpPr>
        <p:spPr>
          <a:xfrm>
            <a:off x="4428420" y="6397459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4C70D-AB91-9875-41D1-EBADCA02693E}"/>
              </a:ext>
            </a:extLst>
          </p:cNvPr>
          <p:cNvSpPr txBox="1"/>
          <p:nvPr/>
        </p:nvSpPr>
        <p:spPr>
          <a:xfrm>
            <a:off x="5999056" y="619870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MB3.S4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19684-33B9-DDC1-9A00-5B5A76A10250}"/>
              </a:ext>
            </a:extLst>
          </p:cNvPr>
          <p:cNvSpPr/>
          <p:nvPr/>
        </p:nvSpPr>
        <p:spPr>
          <a:xfrm>
            <a:off x="5999056" y="639670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8EAF08-EF54-1A94-2E00-F7C4E8EC138B}"/>
              </a:ext>
            </a:extLst>
          </p:cNvPr>
          <p:cNvSpPr txBox="1"/>
          <p:nvPr/>
        </p:nvSpPr>
        <p:spPr>
          <a:xfrm>
            <a:off x="5452000" y="848967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F8412-1E9E-1EF8-E0B9-AD83E3717430}"/>
              </a:ext>
            </a:extLst>
          </p:cNvPr>
          <p:cNvSpPr txBox="1"/>
          <p:nvPr/>
        </p:nvSpPr>
        <p:spPr>
          <a:xfrm>
            <a:off x="4761135" y="829167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KB4.S4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0803-AD74-E025-86D4-23E31A17C2D4}"/>
              </a:ext>
            </a:extLst>
          </p:cNvPr>
          <p:cNvSpPr/>
          <p:nvPr/>
        </p:nvSpPr>
        <p:spPr>
          <a:xfrm>
            <a:off x="4761135" y="848967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40E5EF-C686-43C3-941E-0334A09DB570}"/>
              </a:ext>
            </a:extLst>
          </p:cNvPr>
          <p:cNvSpPr txBox="1"/>
          <p:nvPr/>
        </p:nvSpPr>
        <p:spPr>
          <a:xfrm>
            <a:off x="4442095" y="848967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89C84-1D96-E6F5-8CDD-3FC716F6DB01}"/>
              </a:ext>
            </a:extLst>
          </p:cNvPr>
          <p:cNvSpPr txBox="1"/>
          <p:nvPr/>
        </p:nvSpPr>
        <p:spPr>
          <a:xfrm>
            <a:off x="6012731" y="829091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MB4.S4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7F370-C563-BDC2-6A4D-0C2F1BF94943}"/>
              </a:ext>
            </a:extLst>
          </p:cNvPr>
          <p:cNvSpPr/>
          <p:nvPr/>
        </p:nvSpPr>
        <p:spPr>
          <a:xfrm>
            <a:off x="6012731" y="848891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357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622906" y="1722200"/>
            <a:ext cx="864000" cy="359243"/>
          </a:xfrm>
          <a:prstGeom prst="rect">
            <a:avLst/>
          </a:prstGeom>
          <a:noFill/>
          <a:ln w="1905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06906" y="2226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62173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47596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439195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621736" y="1074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29773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36973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62173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W13.S4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123966" y="1722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907966" y="2226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12396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97819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123966" y="107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79996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87196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12396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W14.S4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626196" y="1722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410196" y="2226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62619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626196" y="1074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30219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37419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62619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W15.S4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621736" y="3810200"/>
            <a:ext cx="864000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05736" y="4314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62173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475966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621736" y="3162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29773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36973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62173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W16.S4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123966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1907966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12396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2980618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123966" y="3162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79996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187196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12396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W17.S4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626196" y="3810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410196" y="4314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62619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626196" y="316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30219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37419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62619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W18.S4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621736" y="5898200"/>
            <a:ext cx="864000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05736" y="6402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62173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47596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621736" y="5250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29773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36973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62173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W19.S4</a:t>
            </a: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123966" y="5898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1907966" y="6402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12396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297819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123966" y="5250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79996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187196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12396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W20.S4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626196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410196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62619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626196" y="5250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29694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37419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62619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W21.S4</a:t>
            </a: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623410" y="7984916"/>
            <a:ext cx="864000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07410" y="8488916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62341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47764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623410" y="7336916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29941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37141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62341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W22.S4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125640" y="7984916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1909640" y="8488916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12564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297987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125640" y="7336916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80164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187364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12564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W23.S4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627870" y="7984916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411870" y="8488916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62787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627870" y="7336916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29862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37587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62787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W24.S4</a:t>
            </a: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621736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123966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79996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799966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9663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202021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297463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295314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626196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30219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304618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70857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Audit 3-of-5 24 words – MB Share 4 Page 2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748330" y="20282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KB5.S4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748330" y="22262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4292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999926" y="202744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MB5.S4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999926" y="222544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599F-9787-8D52-0E0F-F3746C08ADAB}"/>
              </a:ext>
            </a:extLst>
          </p:cNvPr>
          <p:cNvSpPr txBox="1"/>
          <p:nvPr/>
        </p:nvSpPr>
        <p:spPr>
          <a:xfrm>
            <a:off x="5447807" y="430908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991FB-0190-7645-6A2B-0C336771D9BA}"/>
              </a:ext>
            </a:extLst>
          </p:cNvPr>
          <p:cNvSpPr txBox="1"/>
          <p:nvPr/>
        </p:nvSpPr>
        <p:spPr>
          <a:xfrm>
            <a:off x="4756942" y="41110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KB6.S4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B3D31F-B94A-BBA4-D308-CE672321073E}"/>
              </a:ext>
            </a:extLst>
          </p:cNvPr>
          <p:cNvSpPr/>
          <p:nvPr/>
        </p:nvSpPr>
        <p:spPr>
          <a:xfrm>
            <a:off x="4756942" y="43090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23CD1-0E5B-B27B-3440-B25663451556}"/>
              </a:ext>
            </a:extLst>
          </p:cNvPr>
          <p:cNvSpPr txBox="1"/>
          <p:nvPr/>
        </p:nvSpPr>
        <p:spPr>
          <a:xfrm>
            <a:off x="4437902" y="430908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3F3BE-52FA-F4CE-DC9B-64B91472B4B7}"/>
              </a:ext>
            </a:extLst>
          </p:cNvPr>
          <p:cNvSpPr txBox="1"/>
          <p:nvPr/>
        </p:nvSpPr>
        <p:spPr>
          <a:xfrm>
            <a:off x="6008538" y="411032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MB6.S4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CCD3B-C12B-0B93-5494-2679029EE22D}"/>
              </a:ext>
            </a:extLst>
          </p:cNvPr>
          <p:cNvSpPr/>
          <p:nvPr/>
        </p:nvSpPr>
        <p:spPr>
          <a:xfrm>
            <a:off x="6008538" y="43083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908C1-4C87-0727-79CC-417FAF3B1A3D}"/>
              </a:ext>
            </a:extLst>
          </p:cNvPr>
          <p:cNvSpPr txBox="1"/>
          <p:nvPr/>
        </p:nvSpPr>
        <p:spPr>
          <a:xfrm>
            <a:off x="5438325" y="6397459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70D68-319B-DB56-988C-9E663B0924F7}"/>
              </a:ext>
            </a:extLst>
          </p:cNvPr>
          <p:cNvSpPr txBox="1"/>
          <p:nvPr/>
        </p:nvSpPr>
        <p:spPr>
          <a:xfrm>
            <a:off x="4747460" y="619945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KB7.S4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7F14D-8E63-53C0-93DA-1D3018C44440}"/>
              </a:ext>
            </a:extLst>
          </p:cNvPr>
          <p:cNvSpPr/>
          <p:nvPr/>
        </p:nvSpPr>
        <p:spPr>
          <a:xfrm>
            <a:off x="4747460" y="639745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DA055-F33A-F5BE-4131-7B68CF7FD25B}"/>
              </a:ext>
            </a:extLst>
          </p:cNvPr>
          <p:cNvSpPr txBox="1"/>
          <p:nvPr/>
        </p:nvSpPr>
        <p:spPr>
          <a:xfrm>
            <a:off x="4428420" y="6397459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4C70D-AB91-9875-41D1-EBADCA02693E}"/>
              </a:ext>
            </a:extLst>
          </p:cNvPr>
          <p:cNvSpPr txBox="1"/>
          <p:nvPr/>
        </p:nvSpPr>
        <p:spPr>
          <a:xfrm>
            <a:off x="5999056" y="619870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MB7.S4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19684-33B9-DDC1-9A00-5B5A76A10250}"/>
              </a:ext>
            </a:extLst>
          </p:cNvPr>
          <p:cNvSpPr/>
          <p:nvPr/>
        </p:nvSpPr>
        <p:spPr>
          <a:xfrm>
            <a:off x="5999056" y="639670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8EAF08-EF54-1A94-2E00-F7C4E8EC138B}"/>
              </a:ext>
            </a:extLst>
          </p:cNvPr>
          <p:cNvSpPr txBox="1"/>
          <p:nvPr/>
        </p:nvSpPr>
        <p:spPr>
          <a:xfrm>
            <a:off x="5452000" y="848967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F8412-1E9E-1EF8-E0B9-AD83E3717430}"/>
              </a:ext>
            </a:extLst>
          </p:cNvPr>
          <p:cNvSpPr txBox="1"/>
          <p:nvPr/>
        </p:nvSpPr>
        <p:spPr>
          <a:xfrm>
            <a:off x="4761135" y="829167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KB8.S4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0803-AD74-E025-86D4-23E31A17C2D4}"/>
              </a:ext>
            </a:extLst>
          </p:cNvPr>
          <p:cNvSpPr/>
          <p:nvPr/>
        </p:nvSpPr>
        <p:spPr>
          <a:xfrm>
            <a:off x="4761135" y="848967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40E5EF-C686-43C3-941E-0334A09DB570}"/>
              </a:ext>
            </a:extLst>
          </p:cNvPr>
          <p:cNvSpPr txBox="1"/>
          <p:nvPr/>
        </p:nvSpPr>
        <p:spPr>
          <a:xfrm>
            <a:off x="4442095" y="848967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89C84-1D96-E6F5-8CDD-3FC716F6DB01}"/>
              </a:ext>
            </a:extLst>
          </p:cNvPr>
          <p:cNvSpPr txBox="1"/>
          <p:nvPr/>
        </p:nvSpPr>
        <p:spPr>
          <a:xfrm>
            <a:off x="6012731" y="829091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MB8.S4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7F370-C563-BDC2-6A4D-0C2F1BF94943}"/>
              </a:ext>
            </a:extLst>
          </p:cNvPr>
          <p:cNvSpPr/>
          <p:nvPr/>
        </p:nvSpPr>
        <p:spPr>
          <a:xfrm>
            <a:off x="6012731" y="848891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719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622906" y="1722200"/>
            <a:ext cx="864000" cy="359243"/>
          </a:xfrm>
          <a:prstGeom prst="rect">
            <a:avLst/>
          </a:prstGeom>
          <a:noFill/>
          <a:ln w="19050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06906" y="2226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62173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47596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439195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621736" y="1074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29773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36973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62173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W1.S5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123966" y="1722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907966" y="2226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12396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97819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123966" y="107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79996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87196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12396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W2.S5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626196" y="1722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410196" y="2226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62619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626196" y="1074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30219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37419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62619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W3.S5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621736" y="3810200"/>
            <a:ext cx="864000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05736" y="4314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62173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475966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621736" y="3162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29773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36973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62173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W4.S5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123966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1907966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12396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2980618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123966" y="3162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79996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187196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12396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W5.S5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626196" y="3810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410196" y="4314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62619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626196" y="316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30219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37419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62619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W6.S5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621736" y="5898200"/>
            <a:ext cx="864000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05736" y="6402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62173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47596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621736" y="5250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29773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36973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62173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W7.S5</a:t>
            </a: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123966" y="5898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1907966" y="6402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12396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297819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123966" y="5250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79996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187196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12396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W8.S5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626196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410196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62619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626196" y="5250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29694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37419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62619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W9.S5</a:t>
            </a: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623410" y="7984916"/>
            <a:ext cx="864000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07410" y="8488916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62341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47764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623410" y="7336916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29941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37141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62341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W10.S5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125640" y="7984916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1909640" y="8488916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12564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297987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125640" y="7336916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80164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187364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12564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W11.S5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627870" y="7984916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411870" y="8488916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62787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627870" y="7336916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29862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37587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62787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W12.S5</a:t>
            </a: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621736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123966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79996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799966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9663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202021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297463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295314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626196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30219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304618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70857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Audit 3-of-5 24 words – MB Share 5 Page 1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748330" y="20282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KB1.S5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748330" y="22262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4292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999926" y="202744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MB1.S5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999926" y="222544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599F-9787-8D52-0E0F-F3746C08ADAB}"/>
              </a:ext>
            </a:extLst>
          </p:cNvPr>
          <p:cNvSpPr txBox="1"/>
          <p:nvPr/>
        </p:nvSpPr>
        <p:spPr>
          <a:xfrm>
            <a:off x="5447807" y="430908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991FB-0190-7645-6A2B-0C336771D9BA}"/>
              </a:ext>
            </a:extLst>
          </p:cNvPr>
          <p:cNvSpPr txBox="1"/>
          <p:nvPr/>
        </p:nvSpPr>
        <p:spPr>
          <a:xfrm>
            <a:off x="4756942" y="41110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KB2.S5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B3D31F-B94A-BBA4-D308-CE672321073E}"/>
              </a:ext>
            </a:extLst>
          </p:cNvPr>
          <p:cNvSpPr/>
          <p:nvPr/>
        </p:nvSpPr>
        <p:spPr>
          <a:xfrm>
            <a:off x="4756942" y="43090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23CD1-0E5B-B27B-3440-B25663451556}"/>
              </a:ext>
            </a:extLst>
          </p:cNvPr>
          <p:cNvSpPr txBox="1"/>
          <p:nvPr/>
        </p:nvSpPr>
        <p:spPr>
          <a:xfrm>
            <a:off x="4437902" y="430908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3F3BE-52FA-F4CE-DC9B-64B91472B4B7}"/>
              </a:ext>
            </a:extLst>
          </p:cNvPr>
          <p:cNvSpPr txBox="1"/>
          <p:nvPr/>
        </p:nvSpPr>
        <p:spPr>
          <a:xfrm>
            <a:off x="6008538" y="411032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MB2.S5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CCD3B-C12B-0B93-5494-2679029EE22D}"/>
              </a:ext>
            </a:extLst>
          </p:cNvPr>
          <p:cNvSpPr/>
          <p:nvPr/>
        </p:nvSpPr>
        <p:spPr>
          <a:xfrm>
            <a:off x="6008538" y="43083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908C1-4C87-0727-79CC-417FAF3B1A3D}"/>
              </a:ext>
            </a:extLst>
          </p:cNvPr>
          <p:cNvSpPr txBox="1"/>
          <p:nvPr/>
        </p:nvSpPr>
        <p:spPr>
          <a:xfrm>
            <a:off x="5438325" y="6397459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70D68-319B-DB56-988C-9E663B0924F7}"/>
              </a:ext>
            </a:extLst>
          </p:cNvPr>
          <p:cNvSpPr txBox="1"/>
          <p:nvPr/>
        </p:nvSpPr>
        <p:spPr>
          <a:xfrm>
            <a:off x="4747460" y="619945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KB3.S5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7F14D-8E63-53C0-93DA-1D3018C44440}"/>
              </a:ext>
            </a:extLst>
          </p:cNvPr>
          <p:cNvSpPr/>
          <p:nvPr/>
        </p:nvSpPr>
        <p:spPr>
          <a:xfrm>
            <a:off x="4747460" y="639745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DA055-F33A-F5BE-4131-7B68CF7FD25B}"/>
              </a:ext>
            </a:extLst>
          </p:cNvPr>
          <p:cNvSpPr txBox="1"/>
          <p:nvPr/>
        </p:nvSpPr>
        <p:spPr>
          <a:xfrm>
            <a:off x="4428420" y="6397459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4C70D-AB91-9875-41D1-EBADCA02693E}"/>
              </a:ext>
            </a:extLst>
          </p:cNvPr>
          <p:cNvSpPr txBox="1"/>
          <p:nvPr/>
        </p:nvSpPr>
        <p:spPr>
          <a:xfrm>
            <a:off x="5999056" y="619870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MB3.S5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19684-33B9-DDC1-9A00-5B5A76A10250}"/>
              </a:ext>
            </a:extLst>
          </p:cNvPr>
          <p:cNvSpPr/>
          <p:nvPr/>
        </p:nvSpPr>
        <p:spPr>
          <a:xfrm>
            <a:off x="5999056" y="639670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8EAF08-EF54-1A94-2E00-F7C4E8EC138B}"/>
              </a:ext>
            </a:extLst>
          </p:cNvPr>
          <p:cNvSpPr txBox="1"/>
          <p:nvPr/>
        </p:nvSpPr>
        <p:spPr>
          <a:xfrm>
            <a:off x="5452000" y="848967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F8412-1E9E-1EF8-E0B9-AD83E3717430}"/>
              </a:ext>
            </a:extLst>
          </p:cNvPr>
          <p:cNvSpPr txBox="1"/>
          <p:nvPr/>
        </p:nvSpPr>
        <p:spPr>
          <a:xfrm>
            <a:off x="4761135" y="829167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KB4.S5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0803-AD74-E025-86D4-23E31A17C2D4}"/>
              </a:ext>
            </a:extLst>
          </p:cNvPr>
          <p:cNvSpPr/>
          <p:nvPr/>
        </p:nvSpPr>
        <p:spPr>
          <a:xfrm>
            <a:off x="4761135" y="848967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40E5EF-C686-43C3-941E-0334A09DB570}"/>
              </a:ext>
            </a:extLst>
          </p:cNvPr>
          <p:cNvSpPr txBox="1"/>
          <p:nvPr/>
        </p:nvSpPr>
        <p:spPr>
          <a:xfrm>
            <a:off x="4442095" y="848967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89C84-1D96-E6F5-8CDD-3FC716F6DB01}"/>
              </a:ext>
            </a:extLst>
          </p:cNvPr>
          <p:cNvSpPr txBox="1"/>
          <p:nvPr/>
        </p:nvSpPr>
        <p:spPr>
          <a:xfrm>
            <a:off x="6012731" y="829091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MB4.S5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7F370-C563-BDC2-6A4D-0C2F1BF94943}"/>
              </a:ext>
            </a:extLst>
          </p:cNvPr>
          <p:cNvSpPr/>
          <p:nvPr/>
        </p:nvSpPr>
        <p:spPr>
          <a:xfrm>
            <a:off x="6012731" y="848891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899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C3D1694-A2BD-5E52-EB94-3690BBA8D681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622906" y="1722200"/>
            <a:ext cx="864000" cy="359243"/>
          </a:xfrm>
          <a:prstGeom prst="rect">
            <a:avLst/>
          </a:prstGeom>
          <a:noFill/>
          <a:ln w="19050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406906" y="2226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62173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47596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5439195" y="222620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216000"/>
            <a:ext cx="544198" cy="5441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11F-FD64-C7DD-D6CF-940C8CE85BFE}"/>
              </a:ext>
            </a:extLst>
          </p:cNvPr>
          <p:cNvSpPr txBox="1"/>
          <p:nvPr/>
        </p:nvSpPr>
        <p:spPr>
          <a:xfrm>
            <a:off x="251727" y="450000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Mod, divide by 2053. Subtract the number before the dot. Multiply the result by 2053.</a:t>
            </a:r>
            <a:endParaRPr lang="en-US" sz="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D0B1C6-8E89-11F8-81A4-5A4FD9F8E49D}"/>
              </a:ext>
            </a:extLst>
          </p:cNvPr>
          <p:cNvSpPr/>
          <p:nvPr/>
        </p:nvSpPr>
        <p:spPr>
          <a:xfrm>
            <a:off x="621736" y="1074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ACF23A-372B-7A04-44E8-280B5AF30C95}"/>
              </a:ext>
            </a:extLst>
          </p:cNvPr>
          <p:cNvSpPr txBox="1"/>
          <p:nvPr/>
        </p:nvSpPr>
        <p:spPr>
          <a:xfrm>
            <a:off x="29773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C2775-8589-7563-32AE-4DFF0C001C3D}"/>
              </a:ext>
            </a:extLst>
          </p:cNvPr>
          <p:cNvCxnSpPr>
            <a:cxnSpLocks/>
          </p:cNvCxnSpPr>
          <p:nvPr/>
        </p:nvCxnSpPr>
        <p:spPr>
          <a:xfrm>
            <a:off x="36973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71128A8-CB20-2549-5906-2F02876D63C6}"/>
              </a:ext>
            </a:extLst>
          </p:cNvPr>
          <p:cNvSpPr txBox="1"/>
          <p:nvPr/>
        </p:nvSpPr>
        <p:spPr>
          <a:xfrm>
            <a:off x="62173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W13.S5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164C1A4-699C-DEA1-0BF8-24C5B292B004}"/>
              </a:ext>
            </a:extLst>
          </p:cNvPr>
          <p:cNvSpPr/>
          <p:nvPr/>
        </p:nvSpPr>
        <p:spPr>
          <a:xfrm>
            <a:off x="2123966" y="1722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F1132-02EA-8800-8311-444BDA34A7CD}"/>
              </a:ext>
            </a:extLst>
          </p:cNvPr>
          <p:cNvSpPr/>
          <p:nvPr/>
        </p:nvSpPr>
        <p:spPr>
          <a:xfrm>
            <a:off x="1907966" y="2226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21F5C2-ED91-69D5-3F70-164BA0B188A7}"/>
              </a:ext>
            </a:extLst>
          </p:cNvPr>
          <p:cNvSpPr txBox="1"/>
          <p:nvPr/>
        </p:nvSpPr>
        <p:spPr>
          <a:xfrm>
            <a:off x="212396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6A7D28-85BC-B69A-E244-4FF4F9B9DFE8}"/>
              </a:ext>
            </a:extLst>
          </p:cNvPr>
          <p:cNvSpPr txBox="1"/>
          <p:nvPr/>
        </p:nvSpPr>
        <p:spPr>
          <a:xfrm>
            <a:off x="2978196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745844-21D7-F00D-923A-9A319A4FB06E}"/>
              </a:ext>
            </a:extLst>
          </p:cNvPr>
          <p:cNvSpPr/>
          <p:nvPr/>
        </p:nvSpPr>
        <p:spPr>
          <a:xfrm>
            <a:off x="2123966" y="1074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62D9BE-D2F4-F19C-36A2-14E38B7398CE}"/>
              </a:ext>
            </a:extLst>
          </p:cNvPr>
          <p:cNvSpPr txBox="1"/>
          <p:nvPr/>
        </p:nvSpPr>
        <p:spPr>
          <a:xfrm>
            <a:off x="179996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A4785B7-D9C1-14E8-9EAC-67E943F51729}"/>
              </a:ext>
            </a:extLst>
          </p:cNvPr>
          <p:cNvCxnSpPr>
            <a:cxnSpLocks/>
          </p:cNvCxnSpPr>
          <p:nvPr/>
        </p:nvCxnSpPr>
        <p:spPr>
          <a:xfrm>
            <a:off x="187196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852C68E-7C42-9B3F-661A-89E67D70BA50}"/>
              </a:ext>
            </a:extLst>
          </p:cNvPr>
          <p:cNvSpPr txBox="1"/>
          <p:nvPr/>
        </p:nvSpPr>
        <p:spPr>
          <a:xfrm>
            <a:off x="212396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W14.S5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042243D-D331-06C8-192B-5A02D8795608}"/>
              </a:ext>
            </a:extLst>
          </p:cNvPr>
          <p:cNvSpPr/>
          <p:nvPr/>
        </p:nvSpPr>
        <p:spPr>
          <a:xfrm>
            <a:off x="3626196" y="1722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31B6D4F-C3FB-4BBB-949A-50D542DFFEF4}"/>
              </a:ext>
            </a:extLst>
          </p:cNvPr>
          <p:cNvSpPr/>
          <p:nvPr/>
        </p:nvSpPr>
        <p:spPr>
          <a:xfrm>
            <a:off x="3410196" y="2226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06A4AA-DBEE-F1FA-BA23-13D19E46144A}"/>
              </a:ext>
            </a:extLst>
          </p:cNvPr>
          <p:cNvSpPr txBox="1"/>
          <p:nvPr/>
        </p:nvSpPr>
        <p:spPr>
          <a:xfrm>
            <a:off x="3626196" y="858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A9B96E3-7471-E1A0-C52A-4D57B35C7535}"/>
              </a:ext>
            </a:extLst>
          </p:cNvPr>
          <p:cNvSpPr/>
          <p:nvPr/>
        </p:nvSpPr>
        <p:spPr>
          <a:xfrm>
            <a:off x="3626196" y="1074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54F925-BFC3-9BE8-EB4E-0E94969C4253}"/>
              </a:ext>
            </a:extLst>
          </p:cNvPr>
          <p:cNvSpPr txBox="1"/>
          <p:nvPr/>
        </p:nvSpPr>
        <p:spPr>
          <a:xfrm>
            <a:off x="3302196" y="1398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F66E108-C3F7-FA8E-5E72-DEBBFBC24627}"/>
              </a:ext>
            </a:extLst>
          </p:cNvPr>
          <p:cNvCxnSpPr>
            <a:cxnSpLocks/>
          </p:cNvCxnSpPr>
          <p:nvPr/>
        </p:nvCxnSpPr>
        <p:spPr>
          <a:xfrm>
            <a:off x="3374196" y="2154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E29A42-DDEF-46B3-9056-4BAE195FAC5C}"/>
              </a:ext>
            </a:extLst>
          </p:cNvPr>
          <p:cNvSpPr txBox="1"/>
          <p:nvPr/>
        </p:nvSpPr>
        <p:spPr>
          <a:xfrm>
            <a:off x="3626196" y="150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W15.S5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5EF208B-1DA5-EC7F-D914-245BD46651C6}"/>
              </a:ext>
            </a:extLst>
          </p:cNvPr>
          <p:cNvSpPr/>
          <p:nvPr/>
        </p:nvSpPr>
        <p:spPr>
          <a:xfrm>
            <a:off x="621736" y="3810200"/>
            <a:ext cx="864000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E847572-6C24-E8D4-B4C2-593F0DF5D1DB}"/>
              </a:ext>
            </a:extLst>
          </p:cNvPr>
          <p:cNvSpPr/>
          <p:nvPr/>
        </p:nvSpPr>
        <p:spPr>
          <a:xfrm>
            <a:off x="405736" y="4314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6EE496F-7EDB-FF86-E978-90549245F390}"/>
              </a:ext>
            </a:extLst>
          </p:cNvPr>
          <p:cNvSpPr txBox="1"/>
          <p:nvPr/>
        </p:nvSpPr>
        <p:spPr>
          <a:xfrm>
            <a:off x="62173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31530B-8164-2651-1DF2-E5DC0873B289}"/>
              </a:ext>
            </a:extLst>
          </p:cNvPr>
          <p:cNvSpPr txBox="1"/>
          <p:nvPr/>
        </p:nvSpPr>
        <p:spPr>
          <a:xfrm>
            <a:off x="1475966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71B05E5-F719-D172-94FD-AE2BB02AED99}"/>
              </a:ext>
            </a:extLst>
          </p:cNvPr>
          <p:cNvSpPr/>
          <p:nvPr/>
        </p:nvSpPr>
        <p:spPr>
          <a:xfrm>
            <a:off x="621736" y="3162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D80A36-9A91-D615-3A30-A61D56E1AF8A}"/>
              </a:ext>
            </a:extLst>
          </p:cNvPr>
          <p:cNvSpPr txBox="1"/>
          <p:nvPr/>
        </p:nvSpPr>
        <p:spPr>
          <a:xfrm>
            <a:off x="29773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A1FB552-D13B-9610-FEE7-AAEDA1AD4543}"/>
              </a:ext>
            </a:extLst>
          </p:cNvPr>
          <p:cNvCxnSpPr>
            <a:cxnSpLocks/>
          </p:cNvCxnSpPr>
          <p:nvPr/>
        </p:nvCxnSpPr>
        <p:spPr>
          <a:xfrm>
            <a:off x="36973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C531598D-75BC-0822-7103-B2A833ECF6F3}"/>
              </a:ext>
            </a:extLst>
          </p:cNvPr>
          <p:cNvSpPr txBox="1"/>
          <p:nvPr/>
        </p:nvSpPr>
        <p:spPr>
          <a:xfrm>
            <a:off x="62173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W16.S5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4A3295A-9B45-2A38-D945-D09F4FF3AFEB}"/>
              </a:ext>
            </a:extLst>
          </p:cNvPr>
          <p:cNvSpPr/>
          <p:nvPr/>
        </p:nvSpPr>
        <p:spPr>
          <a:xfrm>
            <a:off x="2123966" y="3810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091FEC-AA27-F03A-8A88-C3A35E9EAD03}"/>
              </a:ext>
            </a:extLst>
          </p:cNvPr>
          <p:cNvSpPr/>
          <p:nvPr/>
        </p:nvSpPr>
        <p:spPr>
          <a:xfrm>
            <a:off x="1907966" y="4314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612BB56-E305-6291-8C25-7E47A7335895}"/>
              </a:ext>
            </a:extLst>
          </p:cNvPr>
          <p:cNvSpPr txBox="1"/>
          <p:nvPr/>
        </p:nvSpPr>
        <p:spPr>
          <a:xfrm>
            <a:off x="212396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9179A86-3840-CACF-4553-5F97CE014F11}"/>
              </a:ext>
            </a:extLst>
          </p:cNvPr>
          <p:cNvSpPr txBox="1"/>
          <p:nvPr/>
        </p:nvSpPr>
        <p:spPr>
          <a:xfrm>
            <a:off x="2980618" y="431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79E1BE5-2DA5-ED8D-8EB2-5C7FAE3FD18A}"/>
              </a:ext>
            </a:extLst>
          </p:cNvPr>
          <p:cNvSpPr/>
          <p:nvPr/>
        </p:nvSpPr>
        <p:spPr>
          <a:xfrm>
            <a:off x="2123966" y="3162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B8F47D3-6626-C046-158C-ADD046F66A17}"/>
              </a:ext>
            </a:extLst>
          </p:cNvPr>
          <p:cNvSpPr txBox="1"/>
          <p:nvPr/>
        </p:nvSpPr>
        <p:spPr>
          <a:xfrm>
            <a:off x="179996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393C68CC-0233-07C1-0FC1-E538D9107C8D}"/>
              </a:ext>
            </a:extLst>
          </p:cNvPr>
          <p:cNvCxnSpPr>
            <a:cxnSpLocks/>
          </p:cNvCxnSpPr>
          <p:nvPr/>
        </p:nvCxnSpPr>
        <p:spPr>
          <a:xfrm>
            <a:off x="187196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E292A9B-BA79-D2EE-BCDA-37D2606349B7}"/>
              </a:ext>
            </a:extLst>
          </p:cNvPr>
          <p:cNvSpPr txBox="1"/>
          <p:nvPr/>
        </p:nvSpPr>
        <p:spPr>
          <a:xfrm>
            <a:off x="212396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W17.S5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4584400-D82A-AA35-7C1F-4903140DE745}"/>
              </a:ext>
            </a:extLst>
          </p:cNvPr>
          <p:cNvSpPr/>
          <p:nvPr/>
        </p:nvSpPr>
        <p:spPr>
          <a:xfrm>
            <a:off x="3626196" y="3810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83EF040-804B-E94E-2DDA-2121E5DB2C17}"/>
              </a:ext>
            </a:extLst>
          </p:cNvPr>
          <p:cNvSpPr/>
          <p:nvPr/>
        </p:nvSpPr>
        <p:spPr>
          <a:xfrm>
            <a:off x="3410196" y="4314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DAE998-74F2-1EA6-747A-F13C7BE3450F}"/>
              </a:ext>
            </a:extLst>
          </p:cNvPr>
          <p:cNvSpPr txBox="1"/>
          <p:nvPr/>
        </p:nvSpPr>
        <p:spPr>
          <a:xfrm>
            <a:off x="3626196" y="2946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BD160B-B220-D4C1-BD59-EE489470B1A9}"/>
              </a:ext>
            </a:extLst>
          </p:cNvPr>
          <p:cNvSpPr/>
          <p:nvPr/>
        </p:nvSpPr>
        <p:spPr>
          <a:xfrm>
            <a:off x="3626196" y="3162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0852D41-0D79-E995-9A07-26AC506B3E18}"/>
              </a:ext>
            </a:extLst>
          </p:cNvPr>
          <p:cNvSpPr txBox="1"/>
          <p:nvPr/>
        </p:nvSpPr>
        <p:spPr>
          <a:xfrm>
            <a:off x="3302196" y="348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ED11B2F-338C-3883-F422-7CF425C6C51D}"/>
              </a:ext>
            </a:extLst>
          </p:cNvPr>
          <p:cNvCxnSpPr>
            <a:cxnSpLocks/>
          </p:cNvCxnSpPr>
          <p:nvPr/>
        </p:nvCxnSpPr>
        <p:spPr>
          <a:xfrm>
            <a:off x="3374196" y="4242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4D38B3E2-E789-58C0-8EC2-9A9765B4D28B}"/>
              </a:ext>
            </a:extLst>
          </p:cNvPr>
          <p:cNvSpPr txBox="1"/>
          <p:nvPr/>
        </p:nvSpPr>
        <p:spPr>
          <a:xfrm>
            <a:off x="3626196" y="359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W18.S5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24AF797-F578-CA75-82F5-1BD358A74754}"/>
              </a:ext>
            </a:extLst>
          </p:cNvPr>
          <p:cNvSpPr/>
          <p:nvPr/>
        </p:nvSpPr>
        <p:spPr>
          <a:xfrm>
            <a:off x="621736" y="5898200"/>
            <a:ext cx="864000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E6A4DE2-1AB8-EE31-FEC3-DABD300E87E0}"/>
              </a:ext>
            </a:extLst>
          </p:cNvPr>
          <p:cNvSpPr/>
          <p:nvPr/>
        </p:nvSpPr>
        <p:spPr>
          <a:xfrm>
            <a:off x="405736" y="6402200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C000865-9623-27D4-C09C-61CD2BF647D9}"/>
              </a:ext>
            </a:extLst>
          </p:cNvPr>
          <p:cNvSpPr txBox="1"/>
          <p:nvPr/>
        </p:nvSpPr>
        <p:spPr>
          <a:xfrm>
            <a:off x="62173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9AB4DE-C491-0480-ABF9-766B0A20B738}"/>
              </a:ext>
            </a:extLst>
          </p:cNvPr>
          <p:cNvSpPr txBox="1"/>
          <p:nvPr/>
        </p:nvSpPr>
        <p:spPr>
          <a:xfrm>
            <a:off x="147596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62F62931-21C7-943A-CD64-770FBA028BA4}"/>
              </a:ext>
            </a:extLst>
          </p:cNvPr>
          <p:cNvSpPr/>
          <p:nvPr/>
        </p:nvSpPr>
        <p:spPr>
          <a:xfrm>
            <a:off x="621736" y="5250200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DE2371D0-4494-A692-5598-4F4294635192}"/>
              </a:ext>
            </a:extLst>
          </p:cNvPr>
          <p:cNvSpPr txBox="1"/>
          <p:nvPr/>
        </p:nvSpPr>
        <p:spPr>
          <a:xfrm>
            <a:off x="29773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x</a:t>
            </a:r>
            <a:endParaRPr lang="en-US" noProof="0" dirty="0"/>
          </a:p>
        </p:txBody>
      </p: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C94A79DE-F57E-D0CB-673E-C921E3CC43A6}"/>
              </a:ext>
            </a:extLst>
          </p:cNvPr>
          <p:cNvCxnSpPr>
            <a:cxnSpLocks/>
          </p:cNvCxnSpPr>
          <p:nvPr/>
        </p:nvCxnSpPr>
        <p:spPr>
          <a:xfrm>
            <a:off x="36973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7" name="TextBox 516">
            <a:extLst>
              <a:ext uri="{FF2B5EF4-FFF2-40B4-BE49-F238E27FC236}">
                <a16:creationId xmlns:a16="http://schemas.microsoft.com/office/drawing/2014/main" id="{7D9F4384-1F3C-4388-592B-3C04C879F600}"/>
              </a:ext>
            </a:extLst>
          </p:cNvPr>
          <p:cNvSpPr txBox="1"/>
          <p:nvPr/>
        </p:nvSpPr>
        <p:spPr>
          <a:xfrm>
            <a:off x="62173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W19.S5</a:t>
            </a: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EA18F0D-AD95-D495-481B-6E5EB8F8145E}"/>
              </a:ext>
            </a:extLst>
          </p:cNvPr>
          <p:cNvSpPr/>
          <p:nvPr/>
        </p:nvSpPr>
        <p:spPr>
          <a:xfrm>
            <a:off x="2123966" y="5898200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3DE71B5-206F-B0F6-2F31-1A00320E6EB9}"/>
              </a:ext>
            </a:extLst>
          </p:cNvPr>
          <p:cNvSpPr/>
          <p:nvPr/>
        </p:nvSpPr>
        <p:spPr>
          <a:xfrm>
            <a:off x="1907966" y="6402200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3099D36E-3352-6164-C01B-DA573E6A4FDB}"/>
              </a:ext>
            </a:extLst>
          </p:cNvPr>
          <p:cNvSpPr txBox="1"/>
          <p:nvPr/>
        </p:nvSpPr>
        <p:spPr>
          <a:xfrm>
            <a:off x="212396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DAFC262F-9581-0A26-71BF-6CD71695DFC5}"/>
              </a:ext>
            </a:extLst>
          </p:cNvPr>
          <p:cNvSpPr txBox="1"/>
          <p:nvPr/>
        </p:nvSpPr>
        <p:spPr>
          <a:xfrm>
            <a:off x="2978196" y="6402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FBA22B45-5D7C-D523-90E5-8B8588FACE86}"/>
              </a:ext>
            </a:extLst>
          </p:cNvPr>
          <p:cNvSpPr/>
          <p:nvPr/>
        </p:nvSpPr>
        <p:spPr>
          <a:xfrm>
            <a:off x="2123966" y="5250200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73CAE6E-CF4D-0A17-F52D-BBAE1B47D3C0}"/>
              </a:ext>
            </a:extLst>
          </p:cNvPr>
          <p:cNvSpPr txBox="1"/>
          <p:nvPr/>
        </p:nvSpPr>
        <p:spPr>
          <a:xfrm>
            <a:off x="179996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F8EDA002-FCFA-978B-1043-0F2A8FCB47A2}"/>
              </a:ext>
            </a:extLst>
          </p:cNvPr>
          <p:cNvCxnSpPr>
            <a:cxnSpLocks/>
          </p:cNvCxnSpPr>
          <p:nvPr/>
        </p:nvCxnSpPr>
        <p:spPr>
          <a:xfrm>
            <a:off x="187196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8E5D3D55-408B-1C2E-CA92-AA5AC6914E27}"/>
              </a:ext>
            </a:extLst>
          </p:cNvPr>
          <p:cNvSpPr txBox="1"/>
          <p:nvPr/>
        </p:nvSpPr>
        <p:spPr>
          <a:xfrm>
            <a:off x="212396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W20.S5</a:t>
            </a: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5FE23A4-AC5B-210B-E149-665F84D9EA25}"/>
              </a:ext>
            </a:extLst>
          </p:cNvPr>
          <p:cNvSpPr/>
          <p:nvPr/>
        </p:nvSpPr>
        <p:spPr>
          <a:xfrm>
            <a:off x="3626196" y="5898200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208FF73B-D38C-FF54-0D75-E1EFB63F2679}"/>
              </a:ext>
            </a:extLst>
          </p:cNvPr>
          <p:cNvSpPr/>
          <p:nvPr/>
        </p:nvSpPr>
        <p:spPr>
          <a:xfrm>
            <a:off x="3410196" y="6402200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59E3DDB1-F2F4-775A-E2E4-64B5E0921167}"/>
              </a:ext>
            </a:extLst>
          </p:cNvPr>
          <p:cNvSpPr txBox="1"/>
          <p:nvPr/>
        </p:nvSpPr>
        <p:spPr>
          <a:xfrm>
            <a:off x="3626196" y="5034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F4E9680-6CFF-35E8-B90D-5FA04CEAC8BA}"/>
              </a:ext>
            </a:extLst>
          </p:cNvPr>
          <p:cNvSpPr/>
          <p:nvPr/>
        </p:nvSpPr>
        <p:spPr>
          <a:xfrm>
            <a:off x="3626196" y="5250200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10B35E45-112A-831B-F667-B69175735C3A}"/>
              </a:ext>
            </a:extLst>
          </p:cNvPr>
          <p:cNvSpPr txBox="1"/>
          <p:nvPr/>
        </p:nvSpPr>
        <p:spPr>
          <a:xfrm>
            <a:off x="3296946" y="5574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86D44E74-2006-C5B0-CDCB-AC1C5E06723A}"/>
              </a:ext>
            </a:extLst>
          </p:cNvPr>
          <p:cNvCxnSpPr>
            <a:cxnSpLocks/>
          </p:cNvCxnSpPr>
          <p:nvPr/>
        </p:nvCxnSpPr>
        <p:spPr>
          <a:xfrm>
            <a:off x="3374196" y="6330200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2" name="TextBox 531">
            <a:extLst>
              <a:ext uri="{FF2B5EF4-FFF2-40B4-BE49-F238E27FC236}">
                <a16:creationId xmlns:a16="http://schemas.microsoft.com/office/drawing/2014/main" id="{C27C7F48-C74A-16FA-F996-BB33B26590BF}"/>
              </a:ext>
            </a:extLst>
          </p:cNvPr>
          <p:cNvSpPr txBox="1"/>
          <p:nvPr/>
        </p:nvSpPr>
        <p:spPr>
          <a:xfrm>
            <a:off x="3626196" y="5682200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W21.S5</a:t>
            </a: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218F2B1E-11FA-E702-FCF0-E7D0AFD8FB73}"/>
              </a:ext>
            </a:extLst>
          </p:cNvPr>
          <p:cNvSpPr/>
          <p:nvPr/>
        </p:nvSpPr>
        <p:spPr>
          <a:xfrm>
            <a:off x="623410" y="7984916"/>
            <a:ext cx="864000" cy="359243"/>
          </a:xfrm>
          <a:prstGeom prst="rect">
            <a:avLst/>
          </a:prstGeom>
          <a:noFill/>
          <a:ln w="19050">
            <a:solidFill>
              <a:srgbClr val="E97132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497C4737-4C69-DFCB-A63E-64838045FE0C}"/>
              </a:ext>
            </a:extLst>
          </p:cNvPr>
          <p:cNvSpPr/>
          <p:nvPr/>
        </p:nvSpPr>
        <p:spPr>
          <a:xfrm>
            <a:off x="407410" y="8488916"/>
            <a:ext cx="1080000" cy="359243"/>
          </a:xfrm>
          <a:prstGeom prst="rect">
            <a:avLst/>
          </a:prstGeom>
          <a:noFill/>
          <a:ln w="12700">
            <a:solidFill>
              <a:srgbClr val="E97132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36" name="TextBox 535">
            <a:extLst>
              <a:ext uri="{FF2B5EF4-FFF2-40B4-BE49-F238E27FC236}">
                <a16:creationId xmlns:a16="http://schemas.microsoft.com/office/drawing/2014/main" id="{9718C85E-CAA2-68B7-C26D-4637A98058C4}"/>
              </a:ext>
            </a:extLst>
          </p:cNvPr>
          <p:cNvSpPr txBox="1"/>
          <p:nvPr/>
        </p:nvSpPr>
        <p:spPr>
          <a:xfrm>
            <a:off x="62341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/>
              <a:t>KB.C1</a:t>
            </a:r>
            <a:endParaRPr lang="en-US" dirty="0"/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52704E53-650A-C465-192E-DEC178DA4C51}"/>
              </a:ext>
            </a:extLst>
          </p:cNvPr>
          <p:cNvSpPr txBox="1"/>
          <p:nvPr/>
        </p:nvSpPr>
        <p:spPr>
          <a:xfrm>
            <a:off x="147764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0657586-7978-F25A-F606-67729D7D46E4}"/>
              </a:ext>
            </a:extLst>
          </p:cNvPr>
          <p:cNvSpPr/>
          <p:nvPr/>
        </p:nvSpPr>
        <p:spPr>
          <a:xfrm>
            <a:off x="623410" y="7336916"/>
            <a:ext cx="864000" cy="359243"/>
          </a:xfrm>
          <a:prstGeom prst="rect">
            <a:avLst/>
          </a:prstGeom>
          <a:noFill/>
          <a:ln>
            <a:solidFill>
              <a:srgbClr val="E97132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DC0EC2-90A6-69E1-DCAC-022DB403610F}"/>
              </a:ext>
            </a:extLst>
          </p:cNvPr>
          <p:cNvSpPr txBox="1"/>
          <p:nvPr/>
        </p:nvSpPr>
        <p:spPr>
          <a:xfrm>
            <a:off x="29941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DF8089F-6458-2F41-DD78-9882735D8C74}"/>
              </a:ext>
            </a:extLst>
          </p:cNvPr>
          <p:cNvCxnSpPr>
            <a:cxnSpLocks/>
          </p:cNvCxnSpPr>
          <p:nvPr/>
        </p:nvCxnSpPr>
        <p:spPr>
          <a:xfrm>
            <a:off x="37141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1708FA-F32E-58D5-A6F3-582806A9B44A}"/>
              </a:ext>
            </a:extLst>
          </p:cNvPr>
          <p:cNvSpPr txBox="1"/>
          <p:nvPr/>
        </p:nvSpPr>
        <p:spPr>
          <a:xfrm>
            <a:off x="62341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E97132"/>
                </a:solidFill>
              </a:defRPr>
            </a:lvl1pPr>
          </a:lstStyle>
          <a:p>
            <a:r>
              <a:rPr lang="en-US" dirty="0"/>
              <a:t>W22.S5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39FAE1F1-CF1E-F8EC-C948-4E8667808794}"/>
              </a:ext>
            </a:extLst>
          </p:cNvPr>
          <p:cNvSpPr/>
          <p:nvPr/>
        </p:nvSpPr>
        <p:spPr>
          <a:xfrm>
            <a:off x="2125640" y="7984916"/>
            <a:ext cx="864000" cy="359243"/>
          </a:xfrm>
          <a:prstGeom prst="rect">
            <a:avLst/>
          </a:prstGeom>
          <a:noFill/>
          <a:ln w="19050"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5526B19-3E46-5C9B-B10E-5245DC1E52AA}"/>
              </a:ext>
            </a:extLst>
          </p:cNvPr>
          <p:cNvSpPr/>
          <p:nvPr/>
        </p:nvSpPr>
        <p:spPr>
          <a:xfrm>
            <a:off x="1909640" y="8488916"/>
            <a:ext cx="1080000" cy="359243"/>
          </a:xfrm>
          <a:prstGeom prst="rect">
            <a:avLst/>
          </a:prstGeom>
          <a:noFill/>
          <a:ln w="12700"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7004C03-253B-1655-45C2-3B92DC3C7CED}"/>
              </a:ext>
            </a:extLst>
          </p:cNvPr>
          <p:cNvSpPr txBox="1"/>
          <p:nvPr/>
        </p:nvSpPr>
        <p:spPr>
          <a:xfrm>
            <a:off x="212564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/>
              <a:t>KB.C2</a:t>
            </a:r>
            <a:endParaRPr lang="en-US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7490F0F-81D6-722D-1304-B7E177583835}"/>
              </a:ext>
            </a:extLst>
          </p:cNvPr>
          <p:cNvSpPr txBox="1"/>
          <p:nvPr/>
        </p:nvSpPr>
        <p:spPr>
          <a:xfrm>
            <a:off x="2979870" y="8488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A04AFF-40F5-07C1-73BA-79F03A36625D}"/>
              </a:ext>
            </a:extLst>
          </p:cNvPr>
          <p:cNvSpPr/>
          <p:nvPr/>
        </p:nvSpPr>
        <p:spPr>
          <a:xfrm>
            <a:off x="2125640" y="7336916"/>
            <a:ext cx="864000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F182456-E3FC-8006-96E5-AB525F891938}"/>
              </a:ext>
            </a:extLst>
          </p:cNvPr>
          <p:cNvSpPr txBox="1"/>
          <p:nvPr/>
        </p:nvSpPr>
        <p:spPr>
          <a:xfrm>
            <a:off x="180164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919FC2-F2AE-321E-2F0B-DFBA4B4D99A5}"/>
              </a:ext>
            </a:extLst>
          </p:cNvPr>
          <p:cNvCxnSpPr>
            <a:cxnSpLocks/>
          </p:cNvCxnSpPr>
          <p:nvPr/>
        </p:nvCxnSpPr>
        <p:spPr>
          <a:xfrm>
            <a:off x="187364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03171E8D-8640-4125-307E-9D8BCDEC0CE3}"/>
              </a:ext>
            </a:extLst>
          </p:cNvPr>
          <p:cNvSpPr txBox="1"/>
          <p:nvPr/>
        </p:nvSpPr>
        <p:spPr>
          <a:xfrm>
            <a:off x="212564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0F9ED5"/>
                </a:solidFill>
              </a:defRPr>
            </a:lvl1pPr>
          </a:lstStyle>
          <a:p>
            <a:r>
              <a:rPr lang="en-US" dirty="0"/>
              <a:t>W23.S5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11B4C5C-E384-045F-3D1E-EF22322727D1}"/>
              </a:ext>
            </a:extLst>
          </p:cNvPr>
          <p:cNvSpPr/>
          <p:nvPr/>
        </p:nvSpPr>
        <p:spPr>
          <a:xfrm>
            <a:off x="3627870" y="7984916"/>
            <a:ext cx="864000" cy="359243"/>
          </a:xfrm>
          <a:prstGeom prst="rect">
            <a:avLst/>
          </a:prstGeom>
          <a:noFill/>
          <a:ln w="19050"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9DCDA3-E978-484C-2596-7EB17E67A8BF}"/>
              </a:ext>
            </a:extLst>
          </p:cNvPr>
          <p:cNvSpPr/>
          <p:nvPr/>
        </p:nvSpPr>
        <p:spPr>
          <a:xfrm>
            <a:off x="3411870" y="8488916"/>
            <a:ext cx="1080000" cy="359243"/>
          </a:xfrm>
          <a:prstGeom prst="rect">
            <a:avLst/>
          </a:prstGeom>
          <a:noFill/>
          <a:ln w="12700"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AE4587B-B44B-7DBA-AF4A-C0992199E273}"/>
              </a:ext>
            </a:extLst>
          </p:cNvPr>
          <p:cNvSpPr txBox="1"/>
          <p:nvPr/>
        </p:nvSpPr>
        <p:spPr>
          <a:xfrm>
            <a:off x="3627870" y="7120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/>
              <a:t>KB.C3</a:t>
            </a:r>
            <a:endParaRPr lang="en-US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1677EF1-BE6B-DD0E-122D-8A8CF4397BE5}"/>
              </a:ext>
            </a:extLst>
          </p:cNvPr>
          <p:cNvSpPr/>
          <p:nvPr/>
        </p:nvSpPr>
        <p:spPr>
          <a:xfrm>
            <a:off x="3627870" y="7336916"/>
            <a:ext cx="864000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F0E0AB7-EC58-3F4F-E543-1C9A60F17D03}"/>
              </a:ext>
            </a:extLst>
          </p:cNvPr>
          <p:cNvSpPr txBox="1"/>
          <p:nvPr/>
        </p:nvSpPr>
        <p:spPr>
          <a:xfrm>
            <a:off x="3298620" y="7660916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  <a:endParaRPr lang="en-US" noProof="0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CF0B7DB-4924-E137-B4D4-6D7D5DA9892A}"/>
              </a:ext>
            </a:extLst>
          </p:cNvPr>
          <p:cNvCxnSpPr>
            <a:cxnSpLocks/>
          </p:cNvCxnSpPr>
          <p:nvPr/>
        </p:nvCxnSpPr>
        <p:spPr>
          <a:xfrm>
            <a:off x="3375870" y="8416916"/>
            <a:ext cx="1152000" cy="11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B5C6DE-CFC9-D474-109B-B9F31A37E390}"/>
              </a:ext>
            </a:extLst>
          </p:cNvPr>
          <p:cNvSpPr txBox="1"/>
          <p:nvPr/>
        </p:nvSpPr>
        <p:spPr>
          <a:xfrm>
            <a:off x="3627870" y="7768916"/>
            <a:ext cx="86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>
                <a:solidFill>
                  <a:srgbClr val="4EA72E"/>
                </a:solidFill>
              </a:defRPr>
            </a:lvl1pPr>
          </a:lstStyle>
          <a:p>
            <a:r>
              <a:rPr lang="en-US" dirty="0"/>
              <a:t>W24.S5</a:t>
            </a:r>
          </a:p>
        </p:txBody>
      </p: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7B1E6744-D9DB-1786-FA68-4860CBE47EA2}"/>
              </a:ext>
            </a:extLst>
          </p:cNvPr>
          <p:cNvCxnSpPr>
            <a:cxnSpLocks/>
            <a:stCxn id="4" idx="1"/>
            <a:endCxn id="130" idx="1"/>
          </p:cNvCxnSpPr>
          <p:nvPr/>
        </p:nvCxnSpPr>
        <p:spPr>
          <a:xfrm rot="10800000" flipH="1" flipV="1">
            <a:off x="621736" y="1253822"/>
            <a:ext cx="1674" cy="6262716"/>
          </a:xfrm>
          <a:prstGeom prst="bentConnector3">
            <a:avLst>
              <a:gd name="adj1" fmla="val -19773716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137CC79D-B25A-E566-DCEB-5B444394C938}"/>
              </a:ext>
            </a:extLst>
          </p:cNvPr>
          <p:cNvCxnSpPr>
            <a:cxnSpLocks/>
            <a:stCxn id="74" idx="1"/>
            <a:endCxn id="138" idx="1"/>
          </p:cNvCxnSpPr>
          <p:nvPr/>
        </p:nvCxnSpPr>
        <p:spPr>
          <a:xfrm rot="10800000" flipH="1" flipV="1">
            <a:off x="2123966" y="1253822"/>
            <a:ext cx="1674" cy="6262716"/>
          </a:xfrm>
          <a:prstGeom prst="bentConnector3">
            <a:avLst>
              <a:gd name="adj1" fmla="val -20210753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53F5623-34C4-2496-D15E-2D05E6856C6C}"/>
              </a:ext>
            </a:extLst>
          </p:cNvPr>
          <p:cNvCxnSpPr>
            <a:cxnSpLocks/>
            <a:endCxn id="110" idx="1"/>
          </p:cNvCxnSpPr>
          <p:nvPr/>
        </p:nvCxnSpPr>
        <p:spPr>
          <a:xfrm>
            <a:off x="179996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F88BD8-F1F3-57B1-0C04-FC788C0A858D}"/>
              </a:ext>
            </a:extLst>
          </p:cNvPr>
          <p:cNvCxnSpPr>
            <a:cxnSpLocks/>
            <a:endCxn id="522" idx="1"/>
          </p:cNvCxnSpPr>
          <p:nvPr/>
        </p:nvCxnSpPr>
        <p:spPr>
          <a:xfrm>
            <a:off x="1799966" y="5429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D00B9FB-3D63-15F1-88D9-C155D60626AF}"/>
              </a:ext>
            </a:extLst>
          </p:cNvPr>
          <p:cNvSpPr txBox="1">
            <a:spLocks/>
          </p:cNvSpPr>
          <p:nvPr/>
        </p:nvSpPr>
        <p:spPr>
          <a:xfrm rot="16200000">
            <a:off x="-29663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BB61C95-2563-D979-6C88-2D2E0717B51A}"/>
              </a:ext>
            </a:extLst>
          </p:cNvPr>
          <p:cNvSpPr txBox="1">
            <a:spLocks/>
          </p:cNvSpPr>
          <p:nvPr/>
        </p:nvSpPr>
        <p:spPr>
          <a:xfrm rot="16200000">
            <a:off x="1202021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5CC8D186-5A19-CDB4-3027-136406F3F039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297463" y="3336646"/>
            <a:ext cx="324273" cy="5176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3DD30295-2CDF-16A1-116F-83361C4FD7D5}"/>
              </a:ext>
            </a:extLst>
          </p:cNvPr>
          <p:cNvCxnSpPr>
            <a:cxnSpLocks/>
            <a:endCxn id="514" idx="1"/>
          </p:cNvCxnSpPr>
          <p:nvPr/>
        </p:nvCxnSpPr>
        <p:spPr>
          <a:xfrm>
            <a:off x="295314" y="5429822"/>
            <a:ext cx="326422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Elbow Connector 186">
            <a:extLst>
              <a:ext uri="{FF2B5EF4-FFF2-40B4-BE49-F238E27FC236}">
                <a16:creationId xmlns:a16="http://schemas.microsoft.com/office/drawing/2014/main" id="{8F76DF1A-61CF-FF04-854E-7BAC32FDFC0D}"/>
              </a:ext>
            </a:extLst>
          </p:cNvPr>
          <p:cNvCxnSpPr>
            <a:cxnSpLocks/>
            <a:stCxn id="84" idx="1"/>
            <a:endCxn id="145" idx="1"/>
          </p:cNvCxnSpPr>
          <p:nvPr/>
        </p:nvCxnSpPr>
        <p:spPr>
          <a:xfrm rot="10800000" flipH="1" flipV="1">
            <a:off x="3626196" y="1253822"/>
            <a:ext cx="1674" cy="6262716"/>
          </a:xfrm>
          <a:prstGeom prst="bentConnector3">
            <a:avLst>
              <a:gd name="adj1" fmla="val -19761828"/>
            </a:avLst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5AA0BE8-CA84-85E7-5096-60456D8092E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3302196" y="3341822"/>
            <a:ext cx="324000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0D551BBE-CC42-6A26-DE83-2FD057359100}"/>
              </a:ext>
            </a:extLst>
          </p:cNvPr>
          <p:cNvCxnSpPr>
            <a:cxnSpLocks/>
            <a:endCxn id="529" idx="1"/>
          </p:cNvCxnSpPr>
          <p:nvPr/>
        </p:nvCxnSpPr>
        <p:spPr>
          <a:xfrm>
            <a:off x="3304618" y="5429822"/>
            <a:ext cx="321578" cy="0"/>
          </a:xfrm>
          <a:prstGeom prst="straightConnector1">
            <a:avLst/>
          </a:prstGeom>
          <a:ln w="9525"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E1DB721A-7F14-5593-6BDB-0AE17A092C96}"/>
              </a:ext>
            </a:extLst>
          </p:cNvPr>
          <p:cNvSpPr txBox="1">
            <a:spLocks/>
          </p:cNvSpPr>
          <p:nvPr/>
        </p:nvSpPr>
        <p:spPr>
          <a:xfrm rot="16200000">
            <a:off x="2708570" y="159620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copy     to      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83322-340B-3967-BE76-E0B7FE4C2E61}"/>
              </a:ext>
            </a:extLst>
          </p:cNvPr>
          <p:cNvSpPr txBox="1"/>
          <p:nvPr/>
        </p:nvSpPr>
        <p:spPr>
          <a:xfrm>
            <a:off x="234964" y="198000"/>
            <a:ext cx="56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Audit 3-of-5 24 words – MB Share 5 Page 2</a:t>
            </a:r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B9D32-94A6-4B0E-A85C-0DFBEA7C074F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5C6D45-027C-2A02-A3D7-645BFD620D26}"/>
              </a:ext>
            </a:extLst>
          </p:cNvPr>
          <p:cNvSpPr txBox="1"/>
          <p:nvPr/>
        </p:nvSpPr>
        <p:spPr>
          <a:xfrm>
            <a:off x="4748330" y="20282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KB5.S5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032E49-5E3E-110C-3CCB-19381DFF6DF1}"/>
              </a:ext>
            </a:extLst>
          </p:cNvPr>
          <p:cNvSpPr/>
          <p:nvPr/>
        </p:nvSpPr>
        <p:spPr>
          <a:xfrm>
            <a:off x="4748330" y="22262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E39C3-C516-86C0-0C35-E29F55C44F04}"/>
              </a:ext>
            </a:extLst>
          </p:cNvPr>
          <p:cNvSpPr txBox="1"/>
          <p:nvPr/>
        </p:nvSpPr>
        <p:spPr>
          <a:xfrm>
            <a:off x="4429290" y="222620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5BC34-07F6-3127-9A8F-C8AB28A61778}"/>
              </a:ext>
            </a:extLst>
          </p:cNvPr>
          <p:cNvSpPr txBox="1"/>
          <p:nvPr/>
        </p:nvSpPr>
        <p:spPr>
          <a:xfrm>
            <a:off x="5999926" y="202744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MB5.S5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351E87-DB1D-B448-3A4E-4CDFA1A80E1B}"/>
              </a:ext>
            </a:extLst>
          </p:cNvPr>
          <p:cNvSpPr/>
          <p:nvPr/>
        </p:nvSpPr>
        <p:spPr>
          <a:xfrm>
            <a:off x="5999926" y="222544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31599F-9787-8D52-0E0F-F3746C08ADAB}"/>
              </a:ext>
            </a:extLst>
          </p:cNvPr>
          <p:cNvSpPr txBox="1"/>
          <p:nvPr/>
        </p:nvSpPr>
        <p:spPr>
          <a:xfrm>
            <a:off x="5447807" y="4309080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991FB-0190-7645-6A2B-0C336771D9BA}"/>
              </a:ext>
            </a:extLst>
          </p:cNvPr>
          <p:cNvSpPr txBox="1"/>
          <p:nvPr/>
        </p:nvSpPr>
        <p:spPr>
          <a:xfrm>
            <a:off x="4756942" y="41110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KB6.S5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B3D31F-B94A-BBA4-D308-CE672321073E}"/>
              </a:ext>
            </a:extLst>
          </p:cNvPr>
          <p:cNvSpPr/>
          <p:nvPr/>
        </p:nvSpPr>
        <p:spPr>
          <a:xfrm>
            <a:off x="4756942" y="43090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C23CD1-0E5B-B27B-3440-B25663451556}"/>
              </a:ext>
            </a:extLst>
          </p:cNvPr>
          <p:cNvSpPr txBox="1"/>
          <p:nvPr/>
        </p:nvSpPr>
        <p:spPr>
          <a:xfrm>
            <a:off x="4437902" y="4309080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83F3BE-52FA-F4CE-DC9B-64B91472B4B7}"/>
              </a:ext>
            </a:extLst>
          </p:cNvPr>
          <p:cNvSpPr txBox="1"/>
          <p:nvPr/>
        </p:nvSpPr>
        <p:spPr>
          <a:xfrm>
            <a:off x="6008538" y="411032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MB6.S5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ACCD3B-C12B-0B93-5494-2679029EE22D}"/>
              </a:ext>
            </a:extLst>
          </p:cNvPr>
          <p:cNvSpPr/>
          <p:nvPr/>
        </p:nvSpPr>
        <p:spPr>
          <a:xfrm>
            <a:off x="6008538" y="430832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908C1-4C87-0727-79CC-417FAF3B1A3D}"/>
              </a:ext>
            </a:extLst>
          </p:cNvPr>
          <p:cNvSpPr txBox="1"/>
          <p:nvPr/>
        </p:nvSpPr>
        <p:spPr>
          <a:xfrm>
            <a:off x="5438325" y="6397459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270D68-319B-DB56-988C-9E663B0924F7}"/>
              </a:ext>
            </a:extLst>
          </p:cNvPr>
          <p:cNvSpPr txBox="1"/>
          <p:nvPr/>
        </p:nvSpPr>
        <p:spPr>
          <a:xfrm>
            <a:off x="4747460" y="6199459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KB7.S5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7F14D-8E63-53C0-93DA-1D3018C44440}"/>
              </a:ext>
            </a:extLst>
          </p:cNvPr>
          <p:cNvSpPr/>
          <p:nvPr/>
        </p:nvSpPr>
        <p:spPr>
          <a:xfrm>
            <a:off x="4747460" y="6397459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6DA055-F33A-F5BE-4131-7B68CF7FD25B}"/>
              </a:ext>
            </a:extLst>
          </p:cNvPr>
          <p:cNvSpPr txBox="1"/>
          <p:nvPr/>
        </p:nvSpPr>
        <p:spPr>
          <a:xfrm>
            <a:off x="4428420" y="6397459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4C70D-AB91-9875-41D1-EBADCA02693E}"/>
              </a:ext>
            </a:extLst>
          </p:cNvPr>
          <p:cNvSpPr txBox="1"/>
          <p:nvPr/>
        </p:nvSpPr>
        <p:spPr>
          <a:xfrm>
            <a:off x="5999056" y="6198702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MB7.S5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119684-33B9-DDC1-9A00-5B5A76A10250}"/>
              </a:ext>
            </a:extLst>
          </p:cNvPr>
          <p:cNvSpPr/>
          <p:nvPr/>
        </p:nvSpPr>
        <p:spPr>
          <a:xfrm>
            <a:off x="5999056" y="6396702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8EAF08-EF54-1A94-2E00-F7C4E8EC138B}"/>
              </a:ext>
            </a:extLst>
          </p:cNvPr>
          <p:cNvSpPr txBox="1"/>
          <p:nvPr/>
        </p:nvSpPr>
        <p:spPr>
          <a:xfrm>
            <a:off x="5452000" y="8489673"/>
            <a:ext cx="594000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 noProof="0" dirty="0"/>
              <a:t>Mod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7F8412-1E9E-1EF8-E0B9-AD83E3717430}"/>
              </a:ext>
            </a:extLst>
          </p:cNvPr>
          <p:cNvSpPr txBox="1"/>
          <p:nvPr/>
        </p:nvSpPr>
        <p:spPr>
          <a:xfrm>
            <a:off x="4761135" y="8291673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KB8.S5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F670803-AD74-E025-86D4-23E31A17C2D4}"/>
              </a:ext>
            </a:extLst>
          </p:cNvPr>
          <p:cNvSpPr/>
          <p:nvPr/>
        </p:nvSpPr>
        <p:spPr>
          <a:xfrm>
            <a:off x="4761135" y="8489673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40E5EF-C686-43C3-941E-0334A09DB570}"/>
              </a:ext>
            </a:extLst>
          </p:cNvPr>
          <p:cNvSpPr txBox="1"/>
          <p:nvPr/>
        </p:nvSpPr>
        <p:spPr>
          <a:xfrm>
            <a:off x="4442095" y="8489673"/>
            <a:ext cx="360000" cy="3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89C84-1D96-E6F5-8CDD-3FC716F6DB01}"/>
              </a:ext>
            </a:extLst>
          </p:cNvPr>
          <p:cNvSpPr txBox="1"/>
          <p:nvPr/>
        </p:nvSpPr>
        <p:spPr>
          <a:xfrm>
            <a:off x="6012731" y="8290916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MB8.S5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C87F370-C563-BDC2-6A4D-0C2F1BF94943}"/>
              </a:ext>
            </a:extLst>
          </p:cNvPr>
          <p:cNvSpPr/>
          <p:nvPr/>
        </p:nvSpPr>
        <p:spPr>
          <a:xfrm>
            <a:off x="6012731" y="8488916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857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19742</TotalTime>
  <Words>4460</Words>
  <Application>Microsoft Macintosh PowerPoint</Application>
  <PresentationFormat>A4 Paper (210x297 mm)</PresentationFormat>
  <Paragraphs>1360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Schiavinato Lopez</dc:creator>
  <cp:lastModifiedBy>Renato Schiavinato Lopez</cp:lastModifiedBy>
  <cp:revision>55</cp:revision>
  <cp:lastPrinted>2026-09-10T18:42:51Z</cp:lastPrinted>
  <dcterms:created xsi:type="dcterms:W3CDTF">2025-12-07T22:50:14Z</dcterms:created>
  <dcterms:modified xsi:type="dcterms:W3CDTF">2026-10-06T19:24:22Z</dcterms:modified>
</cp:coreProperties>
</file>