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14"/>
  </p:notesMasterIdLst>
  <p:sldIdLst>
    <p:sldId id="271" r:id="rId2"/>
    <p:sldId id="270" r:id="rId3"/>
    <p:sldId id="269" r:id="rId4"/>
    <p:sldId id="268" r:id="rId5"/>
    <p:sldId id="266" r:id="rId6"/>
    <p:sldId id="265" r:id="rId7"/>
    <p:sldId id="261" r:id="rId8"/>
    <p:sldId id="260" r:id="rId9"/>
    <p:sldId id="262" r:id="rId10"/>
    <p:sldId id="263" r:id="rId11"/>
    <p:sldId id="264" r:id="rId12"/>
    <p:sldId id="259" r:id="rId1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132"/>
    <a:srgbClr val="0F9ED5"/>
    <a:srgbClr val="4EA72E"/>
    <a:srgbClr val="A02A93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81"/>
    <p:restoredTop sz="95272"/>
  </p:normalViewPr>
  <p:slideViewPr>
    <p:cSldViewPr snapToGrid="0">
      <p:cViewPr>
        <p:scale>
          <a:sx n="147" d="100"/>
          <a:sy n="147" d="100"/>
        </p:scale>
        <p:origin x="2440" y="144"/>
      </p:cViewPr>
      <p:guideLst>
        <p:guide orient="horz" pos="3120"/>
        <p:guide pos="2160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7A1A1E-9FB4-C942-83F2-2E882B02486B}" type="datetimeFigureOut">
              <a:rPr lang="en-BR" smtClean="0"/>
              <a:t>11/10/26</a:t>
            </a:fld>
            <a:endParaRPr lang="en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E819C9-7153-B14B-B279-2EA491EAB301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659402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1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55063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2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066066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3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928007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4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1157693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5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5095024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6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5468363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7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9960361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8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4357109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9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724799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10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6877548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11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4483943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12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769812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024E4-3450-1046-AE64-B43B46F2996A}" type="datetime1">
              <a:rPr lang="en-US" smtClean="0"/>
              <a:t>10/11/26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574329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4AA9B-F3A6-4F48-BD85-6A6B912EC266}" type="datetime1">
              <a:rPr lang="en-US" smtClean="0"/>
              <a:t>10/11/26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059652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4EE2-7F41-7042-B8C8-244FFACED51B}" type="datetime1">
              <a:rPr lang="en-US" smtClean="0"/>
              <a:t>10/11/26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3207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AD08F-87E3-6540-8174-C4C0400AEFD8}" type="datetime1">
              <a:rPr lang="en-US" smtClean="0"/>
              <a:t>10/11/26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667980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540E6-6DFF-B44E-87E6-2292B84E18B6}" type="datetime1">
              <a:rPr lang="en-US" smtClean="0"/>
              <a:t>10/11/26</a:t>
            </a:fld>
            <a:endParaRPr lang="en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86391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9C164-A73D-0746-BC60-0B7DB9F0D311}" type="datetime1">
              <a:rPr lang="en-US" smtClean="0"/>
              <a:t>10/11/26</a:t>
            </a:fld>
            <a:endParaRPr lang="en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28289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3341A-C547-5442-B12A-0B5A50B11DC1}" type="datetime1">
              <a:rPr lang="en-US" smtClean="0"/>
              <a:t>10/11/26</a:t>
            </a:fld>
            <a:endParaRPr lang="en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815771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D2694-40D9-E741-A72D-E99892AFD2F2}" type="datetime1">
              <a:rPr lang="en-US" smtClean="0"/>
              <a:t>10/11/26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776749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CB594-C7C0-3742-B41F-E1BF6F153843}" type="datetime1">
              <a:rPr lang="en-US" smtClean="0"/>
              <a:t>10/11/26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297494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824CC-A669-5F43-9B46-C7099D091F19}" type="datetime1">
              <a:rPr lang="en-US" smtClean="0"/>
              <a:t>10/11/26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8468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7C900-83D4-C64B-86FB-0326E0E513F9}" type="datetime1">
              <a:rPr lang="en-US" smtClean="0"/>
              <a:t>10/11/26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053305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946F12-8C20-404E-A113-F20F2E247EA2}" type="datetime1">
              <a:rPr lang="en-US" smtClean="0"/>
              <a:t>10/11/26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608907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9DFF0E9-F7EC-9913-670C-80D9EB225A9F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E589BAD-6CA5-CE57-4EB3-FEFE75AD35C2}"/>
              </a:ext>
            </a:extLst>
          </p:cNvPr>
          <p:cNvSpPr/>
          <p:nvPr/>
        </p:nvSpPr>
        <p:spPr>
          <a:xfrm>
            <a:off x="361172" y="655703"/>
            <a:ext cx="722557" cy="359243"/>
          </a:xfrm>
          <a:prstGeom prst="rect">
            <a:avLst/>
          </a:prstGeom>
          <a:noFill/>
          <a:ln w="28575"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ECC5152-78F2-BB28-ACB9-8A7827936D3D}"/>
              </a:ext>
            </a:extLst>
          </p:cNvPr>
          <p:cNvSpPr/>
          <p:nvPr/>
        </p:nvSpPr>
        <p:spPr>
          <a:xfrm>
            <a:off x="361172" y="1081201"/>
            <a:ext cx="72255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1DB28A-873C-56A3-DC1A-BFDBB3EFC4E0}"/>
              </a:ext>
            </a:extLst>
          </p:cNvPr>
          <p:cNvSpPr/>
          <p:nvPr/>
        </p:nvSpPr>
        <p:spPr>
          <a:xfrm>
            <a:off x="361171" y="1506699"/>
            <a:ext cx="72255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E7F73F6-AAD6-2639-1729-78C14C091F9F}"/>
              </a:ext>
            </a:extLst>
          </p:cNvPr>
          <p:cNvSpPr/>
          <p:nvPr/>
        </p:nvSpPr>
        <p:spPr>
          <a:xfrm>
            <a:off x="361170" y="1932197"/>
            <a:ext cx="72255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C3B6D45-32F3-1224-392B-8EE14CBD222B}"/>
              </a:ext>
            </a:extLst>
          </p:cNvPr>
          <p:cNvSpPr/>
          <p:nvPr/>
        </p:nvSpPr>
        <p:spPr>
          <a:xfrm>
            <a:off x="361170" y="2357695"/>
            <a:ext cx="72255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5427A5-A424-7CEC-38FE-3522D7D0ECD6}"/>
              </a:ext>
            </a:extLst>
          </p:cNvPr>
          <p:cNvSpPr txBox="1"/>
          <p:nvPr/>
        </p:nvSpPr>
        <p:spPr>
          <a:xfrm>
            <a:off x="352750" y="459581"/>
            <a:ext cx="787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36FE7E6-1085-427A-2A06-1655A56B683B}"/>
              </a:ext>
            </a:extLst>
          </p:cNvPr>
          <p:cNvSpPr txBox="1"/>
          <p:nvPr/>
        </p:nvSpPr>
        <p:spPr>
          <a:xfrm>
            <a:off x="1778738" y="459574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W1.R1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DA1DA7C-AE1D-E424-C375-A3FD894B28AD}"/>
              </a:ext>
            </a:extLst>
          </p:cNvPr>
          <p:cNvSpPr/>
          <p:nvPr/>
        </p:nvSpPr>
        <p:spPr>
          <a:xfrm>
            <a:off x="1853139" y="655703"/>
            <a:ext cx="864539" cy="359243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43B58ED-9148-D208-3AB6-3330491BB764}"/>
              </a:ext>
            </a:extLst>
          </p:cNvPr>
          <p:cNvSpPr/>
          <p:nvPr/>
        </p:nvSpPr>
        <p:spPr>
          <a:xfrm>
            <a:off x="1853139" y="1081201"/>
            <a:ext cx="87164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68A0CAB-554C-3B7C-3870-3C3D61A5A51B}"/>
              </a:ext>
            </a:extLst>
          </p:cNvPr>
          <p:cNvSpPr/>
          <p:nvPr/>
        </p:nvSpPr>
        <p:spPr>
          <a:xfrm>
            <a:off x="1853137" y="1506699"/>
            <a:ext cx="871649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4678211-6344-0DC3-9344-410804AADEF6}"/>
              </a:ext>
            </a:extLst>
          </p:cNvPr>
          <p:cNvSpPr/>
          <p:nvPr/>
        </p:nvSpPr>
        <p:spPr>
          <a:xfrm>
            <a:off x="1853137" y="1932197"/>
            <a:ext cx="87165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D67C32B-19E8-9DB0-3EE0-741734D5B756}"/>
              </a:ext>
            </a:extLst>
          </p:cNvPr>
          <p:cNvSpPr/>
          <p:nvPr/>
        </p:nvSpPr>
        <p:spPr>
          <a:xfrm>
            <a:off x="1853137" y="2357695"/>
            <a:ext cx="87165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07" name="Elbow Connector 106">
            <a:extLst>
              <a:ext uri="{FF2B5EF4-FFF2-40B4-BE49-F238E27FC236}">
                <a16:creationId xmlns:a16="http://schemas.microsoft.com/office/drawing/2014/main" id="{38A37EB7-D810-2013-70C0-E77522E1920F}"/>
              </a:ext>
            </a:extLst>
          </p:cNvPr>
          <p:cNvCxnSpPr>
            <a:cxnSpLocks/>
            <a:stCxn id="98" idx="1"/>
            <a:endCxn id="99" idx="1"/>
          </p:cNvCxnSpPr>
          <p:nvPr/>
        </p:nvCxnSpPr>
        <p:spPr>
          <a:xfrm rot="10800000" flipV="1">
            <a:off x="1853139" y="835325"/>
            <a:ext cx="12700" cy="425498"/>
          </a:xfrm>
          <a:prstGeom prst="bentConnector3">
            <a:avLst>
              <a:gd name="adj1" fmla="val 2433803"/>
            </a:avLst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A2EE057D-4A92-B978-FBD3-79210A8A0999}"/>
              </a:ext>
            </a:extLst>
          </p:cNvPr>
          <p:cNvSpPr txBox="1">
            <a:spLocks/>
          </p:cNvSpPr>
          <p:nvPr/>
        </p:nvSpPr>
        <p:spPr>
          <a:xfrm>
            <a:off x="1531414" y="1026248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x2</a:t>
            </a:r>
          </a:p>
        </p:txBody>
      </p:sp>
      <p:cxnSp>
        <p:nvCxnSpPr>
          <p:cNvPr id="127" name="Elbow Connector 126">
            <a:extLst>
              <a:ext uri="{FF2B5EF4-FFF2-40B4-BE49-F238E27FC236}">
                <a16:creationId xmlns:a16="http://schemas.microsoft.com/office/drawing/2014/main" id="{A37D2884-8CE8-B6A2-C999-BFF69C835309}"/>
              </a:ext>
            </a:extLst>
          </p:cNvPr>
          <p:cNvCxnSpPr>
            <a:cxnSpLocks/>
            <a:endCxn id="100" idx="1"/>
          </p:cNvCxnSpPr>
          <p:nvPr/>
        </p:nvCxnSpPr>
        <p:spPr>
          <a:xfrm rot="16200000" flipH="1">
            <a:off x="1245976" y="1079160"/>
            <a:ext cx="850996" cy="363326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3" name="Elbow Connector 142">
            <a:extLst>
              <a:ext uri="{FF2B5EF4-FFF2-40B4-BE49-F238E27FC236}">
                <a16:creationId xmlns:a16="http://schemas.microsoft.com/office/drawing/2014/main" id="{56528FDA-29B2-E883-11D0-0A9E15EEE0D3}"/>
              </a:ext>
            </a:extLst>
          </p:cNvPr>
          <p:cNvCxnSpPr>
            <a:cxnSpLocks/>
            <a:endCxn id="101" idx="1"/>
          </p:cNvCxnSpPr>
          <p:nvPr/>
        </p:nvCxnSpPr>
        <p:spPr>
          <a:xfrm rot="16200000" flipH="1">
            <a:off x="995955" y="1254637"/>
            <a:ext cx="1276498" cy="437866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6" name="Elbow Connector 145">
            <a:extLst>
              <a:ext uri="{FF2B5EF4-FFF2-40B4-BE49-F238E27FC236}">
                <a16:creationId xmlns:a16="http://schemas.microsoft.com/office/drawing/2014/main" id="{E32F9306-73EA-D59E-F2E8-F5D4A91854C3}"/>
              </a:ext>
            </a:extLst>
          </p:cNvPr>
          <p:cNvCxnSpPr>
            <a:cxnSpLocks/>
            <a:endCxn id="102" idx="1"/>
          </p:cNvCxnSpPr>
          <p:nvPr/>
        </p:nvCxnSpPr>
        <p:spPr>
          <a:xfrm rot="16200000" flipH="1">
            <a:off x="747680" y="1431860"/>
            <a:ext cx="1701996" cy="508918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8150B952-A39E-CE02-52FE-54B74407763E}"/>
              </a:ext>
            </a:extLst>
          </p:cNvPr>
          <p:cNvSpPr txBox="1"/>
          <p:nvPr/>
        </p:nvSpPr>
        <p:spPr>
          <a:xfrm>
            <a:off x="1516624" y="1459701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x3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6785F86-F02B-4674-8381-982C69009EDE}"/>
              </a:ext>
            </a:extLst>
          </p:cNvPr>
          <p:cNvSpPr txBox="1"/>
          <p:nvPr/>
        </p:nvSpPr>
        <p:spPr>
          <a:xfrm>
            <a:off x="1516623" y="1883880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x4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3C2941E-AB1E-435C-0921-9CC9B2607FB9}"/>
              </a:ext>
            </a:extLst>
          </p:cNvPr>
          <p:cNvSpPr txBox="1"/>
          <p:nvPr/>
        </p:nvSpPr>
        <p:spPr>
          <a:xfrm>
            <a:off x="1501836" y="230900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x5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E3DA89C9-039D-9139-510B-E8E90637F0CF}"/>
              </a:ext>
            </a:extLst>
          </p:cNvPr>
          <p:cNvCxnSpPr>
            <a:cxnSpLocks/>
          </p:cNvCxnSpPr>
          <p:nvPr/>
        </p:nvCxnSpPr>
        <p:spPr>
          <a:xfrm>
            <a:off x="1334839" y="835320"/>
            <a:ext cx="254357" cy="0"/>
          </a:xfrm>
          <a:prstGeom prst="line">
            <a:avLst/>
          </a:prstGeom>
          <a:ln w="9525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D12601B4-DBB3-7B90-8DE2-6D25B5FB13C2}"/>
              </a:ext>
            </a:extLst>
          </p:cNvPr>
          <p:cNvSpPr txBox="1"/>
          <p:nvPr/>
        </p:nvSpPr>
        <p:spPr>
          <a:xfrm>
            <a:off x="2710148" y="65065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1B77402-C76B-7AAF-7631-515855822687}"/>
              </a:ext>
            </a:extLst>
          </p:cNvPr>
          <p:cNvSpPr txBox="1"/>
          <p:nvPr/>
        </p:nvSpPr>
        <p:spPr>
          <a:xfrm>
            <a:off x="3422967" y="459572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W1.R2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9E63A247-552E-5251-51CA-CEE16EDE8C42}"/>
              </a:ext>
            </a:extLst>
          </p:cNvPr>
          <p:cNvSpPr/>
          <p:nvPr/>
        </p:nvSpPr>
        <p:spPr>
          <a:xfrm>
            <a:off x="3486132" y="661960"/>
            <a:ext cx="864539" cy="359243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67DCBC86-D289-4707-8579-52172AA43F61}"/>
              </a:ext>
            </a:extLst>
          </p:cNvPr>
          <p:cNvSpPr/>
          <p:nvPr/>
        </p:nvSpPr>
        <p:spPr>
          <a:xfrm>
            <a:off x="3486132" y="1087458"/>
            <a:ext cx="87164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389C63D7-F522-A0FB-2A0C-0A7069D0AFA3}"/>
              </a:ext>
            </a:extLst>
          </p:cNvPr>
          <p:cNvSpPr/>
          <p:nvPr/>
        </p:nvSpPr>
        <p:spPr>
          <a:xfrm>
            <a:off x="3486130" y="1512956"/>
            <a:ext cx="871649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591095F6-CEAC-35A9-BE12-04A80C846E22}"/>
              </a:ext>
            </a:extLst>
          </p:cNvPr>
          <p:cNvSpPr/>
          <p:nvPr/>
        </p:nvSpPr>
        <p:spPr>
          <a:xfrm>
            <a:off x="3486130" y="1938454"/>
            <a:ext cx="87165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7CAA567C-725D-E8D5-561E-93455C328763}"/>
              </a:ext>
            </a:extLst>
          </p:cNvPr>
          <p:cNvSpPr/>
          <p:nvPr/>
        </p:nvSpPr>
        <p:spPr>
          <a:xfrm>
            <a:off x="3486130" y="2363952"/>
            <a:ext cx="87165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2" name="Elbow Connector 181">
            <a:extLst>
              <a:ext uri="{FF2B5EF4-FFF2-40B4-BE49-F238E27FC236}">
                <a16:creationId xmlns:a16="http://schemas.microsoft.com/office/drawing/2014/main" id="{7DF6FD0D-2E72-9C20-4798-089EA77E9461}"/>
              </a:ext>
            </a:extLst>
          </p:cNvPr>
          <p:cNvCxnSpPr>
            <a:cxnSpLocks/>
            <a:stCxn id="177" idx="1"/>
            <a:endCxn id="178" idx="1"/>
          </p:cNvCxnSpPr>
          <p:nvPr/>
        </p:nvCxnSpPr>
        <p:spPr>
          <a:xfrm rot="10800000" flipV="1">
            <a:off x="3486132" y="841582"/>
            <a:ext cx="12700" cy="425498"/>
          </a:xfrm>
          <a:prstGeom prst="bentConnector3">
            <a:avLst>
              <a:gd name="adj1" fmla="val 2433803"/>
            </a:avLst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3992E111-57A8-3032-C17A-DF533A65DEBD}"/>
              </a:ext>
            </a:extLst>
          </p:cNvPr>
          <p:cNvSpPr txBox="1">
            <a:spLocks/>
          </p:cNvSpPr>
          <p:nvPr/>
        </p:nvSpPr>
        <p:spPr>
          <a:xfrm>
            <a:off x="3164407" y="1032505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x4</a:t>
            </a:r>
          </a:p>
        </p:txBody>
      </p:sp>
      <p:cxnSp>
        <p:nvCxnSpPr>
          <p:cNvPr id="184" name="Elbow Connector 183">
            <a:extLst>
              <a:ext uri="{FF2B5EF4-FFF2-40B4-BE49-F238E27FC236}">
                <a16:creationId xmlns:a16="http://schemas.microsoft.com/office/drawing/2014/main" id="{55CFE194-F918-5C62-9497-FA14B921A3C4}"/>
              </a:ext>
            </a:extLst>
          </p:cNvPr>
          <p:cNvCxnSpPr>
            <a:cxnSpLocks/>
            <a:endCxn id="179" idx="1"/>
          </p:cNvCxnSpPr>
          <p:nvPr/>
        </p:nvCxnSpPr>
        <p:spPr>
          <a:xfrm rot="16200000" flipH="1">
            <a:off x="2878969" y="1085417"/>
            <a:ext cx="850996" cy="363326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5" name="Elbow Connector 184">
            <a:extLst>
              <a:ext uri="{FF2B5EF4-FFF2-40B4-BE49-F238E27FC236}">
                <a16:creationId xmlns:a16="http://schemas.microsoft.com/office/drawing/2014/main" id="{AF0CDE28-E6A9-1FF6-5B1B-0D7C421868B5}"/>
              </a:ext>
            </a:extLst>
          </p:cNvPr>
          <p:cNvCxnSpPr>
            <a:cxnSpLocks/>
            <a:endCxn id="180" idx="1"/>
          </p:cNvCxnSpPr>
          <p:nvPr/>
        </p:nvCxnSpPr>
        <p:spPr>
          <a:xfrm rot="16200000" flipH="1">
            <a:off x="2628948" y="1260894"/>
            <a:ext cx="1276498" cy="437866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6" name="Elbow Connector 185">
            <a:extLst>
              <a:ext uri="{FF2B5EF4-FFF2-40B4-BE49-F238E27FC236}">
                <a16:creationId xmlns:a16="http://schemas.microsoft.com/office/drawing/2014/main" id="{C18B9EDD-2A67-5EE5-CC44-31E2F5E0B469}"/>
              </a:ext>
            </a:extLst>
          </p:cNvPr>
          <p:cNvCxnSpPr>
            <a:cxnSpLocks/>
            <a:endCxn id="181" idx="1"/>
          </p:cNvCxnSpPr>
          <p:nvPr/>
        </p:nvCxnSpPr>
        <p:spPr>
          <a:xfrm rot="16200000" flipH="1">
            <a:off x="2380673" y="1438117"/>
            <a:ext cx="1701996" cy="508918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DF285E21-86A0-0FA2-E26E-F64D7B7356B8}"/>
              </a:ext>
            </a:extLst>
          </p:cNvPr>
          <p:cNvSpPr txBox="1"/>
          <p:nvPr/>
        </p:nvSpPr>
        <p:spPr>
          <a:xfrm>
            <a:off x="3149617" y="1465958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x9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1B06B6BA-EA11-8B95-0ABC-FF8242405ADB}"/>
              </a:ext>
            </a:extLst>
          </p:cNvPr>
          <p:cNvSpPr txBox="1"/>
          <p:nvPr/>
        </p:nvSpPr>
        <p:spPr>
          <a:xfrm>
            <a:off x="3115151" y="1890137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x16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695C1BDD-BE8E-2F9F-DF7F-C6C93526412A}"/>
              </a:ext>
            </a:extLst>
          </p:cNvPr>
          <p:cNvSpPr txBox="1"/>
          <p:nvPr/>
        </p:nvSpPr>
        <p:spPr>
          <a:xfrm>
            <a:off x="3100364" y="2315264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x25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252E1DF-BDBD-D32F-F8D5-9BA70920366B}"/>
              </a:ext>
            </a:extLst>
          </p:cNvPr>
          <p:cNvCxnSpPr>
            <a:cxnSpLocks/>
          </p:cNvCxnSpPr>
          <p:nvPr/>
        </p:nvCxnSpPr>
        <p:spPr>
          <a:xfrm>
            <a:off x="2967832" y="841577"/>
            <a:ext cx="254357" cy="0"/>
          </a:xfrm>
          <a:prstGeom prst="line">
            <a:avLst/>
          </a:prstGeom>
          <a:ln w="9525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1BFA5C08-A4A6-85B9-B5A2-F53FA0FF1E81}"/>
              </a:ext>
            </a:extLst>
          </p:cNvPr>
          <p:cNvSpPr txBox="1"/>
          <p:nvPr/>
        </p:nvSpPr>
        <p:spPr>
          <a:xfrm>
            <a:off x="2713368" y="1078059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D9734090-D78F-556D-8E63-8050410465A8}"/>
              </a:ext>
            </a:extLst>
          </p:cNvPr>
          <p:cNvSpPr txBox="1"/>
          <p:nvPr/>
        </p:nvSpPr>
        <p:spPr>
          <a:xfrm>
            <a:off x="2713368" y="149846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10431365-5150-4000-3785-0CAA98453940}"/>
              </a:ext>
            </a:extLst>
          </p:cNvPr>
          <p:cNvSpPr txBox="1"/>
          <p:nvPr/>
        </p:nvSpPr>
        <p:spPr>
          <a:xfrm>
            <a:off x="2713368" y="1930205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30C8F69E-3EB6-7D81-D32F-1270ABEC0DB5}"/>
              </a:ext>
            </a:extLst>
          </p:cNvPr>
          <p:cNvSpPr txBox="1"/>
          <p:nvPr/>
        </p:nvSpPr>
        <p:spPr>
          <a:xfrm>
            <a:off x="2713368" y="2353369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9F77D25A-DA31-9599-F887-C5A6F1AAC8BC}"/>
              </a:ext>
            </a:extLst>
          </p:cNvPr>
          <p:cNvSpPr txBox="1"/>
          <p:nvPr/>
        </p:nvSpPr>
        <p:spPr>
          <a:xfrm>
            <a:off x="1078898" y="65065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BE8ACF3F-6DB2-4D93-3DEE-4EF77EEAC144}"/>
              </a:ext>
            </a:extLst>
          </p:cNvPr>
          <p:cNvSpPr txBox="1"/>
          <p:nvPr/>
        </p:nvSpPr>
        <p:spPr>
          <a:xfrm>
            <a:off x="1082118" y="1078059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9A879-FEB0-132E-EF00-4B8123987BF0}"/>
              </a:ext>
            </a:extLst>
          </p:cNvPr>
          <p:cNvSpPr txBox="1"/>
          <p:nvPr/>
        </p:nvSpPr>
        <p:spPr>
          <a:xfrm>
            <a:off x="1082118" y="149846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1A17ADC3-34C0-42C4-0507-3CDD57BBDDC5}"/>
              </a:ext>
            </a:extLst>
          </p:cNvPr>
          <p:cNvSpPr txBox="1"/>
          <p:nvPr/>
        </p:nvSpPr>
        <p:spPr>
          <a:xfrm>
            <a:off x="1082118" y="1930205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3CE2F034-6E07-44B3-9209-7F38A5C2F2C2}"/>
              </a:ext>
            </a:extLst>
          </p:cNvPr>
          <p:cNvSpPr txBox="1"/>
          <p:nvPr/>
        </p:nvSpPr>
        <p:spPr>
          <a:xfrm>
            <a:off x="1082118" y="2353369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B356EAB5-946C-4455-F225-0EC02DACEBFF}"/>
              </a:ext>
            </a:extLst>
          </p:cNvPr>
          <p:cNvSpPr txBox="1"/>
          <p:nvPr/>
        </p:nvSpPr>
        <p:spPr>
          <a:xfrm>
            <a:off x="4336143" y="712209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4C93D9F2-E36A-ABB9-E5E7-DC48A68A98F7}"/>
              </a:ext>
            </a:extLst>
          </p:cNvPr>
          <p:cNvSpPr txBox="1"/>
          <p:nvPr/>
        </p:nvSpPr>
        <p:spPr>
          <a:xfrm>
            <a:off x="5496858" y="722038"/>
            <a:ext cx="622208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W1.S1</a:t>
            </a: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4BD8ED64-728D-BE40-EC73-0156A083B6A0}"/>
              </a:ext>
            </a:extLst>
          </p:cNvPr>
          <p:cNvSpPr/>
          <p:nvPr/>
        </p:nvSpPr>
        <p:spPr>
          <a:xfrm>
            <a:off x="4802400" y="666249"/>
            <a:ext cx="722557" cy="35924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012A86FD-EB5B-9F20-4250-1B4679FC225F}"/>
              </a:ext>
            </a:extLst>
          </p:cNvPr>
          <p:cNvSpPr/>
          <p:nvPr/>
        </p:nvSpPr>
        <p:spPr>
          <a:xfrm>
            <a:off x="4802400" y="1091747"/>
            <a:ext cx="722557" cy="3592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9FE7CD5B-4221-AB3D-1B6D-60DF4A11731B}"/>
              </a:ext>
            </a:extLst>
          </p:cNvPr>
          <p:cNvSpPr/>
          <p:nvPr/>
        </p:nvSpPr>
        <p:spPr>
          <a:xfrm>
            <a:off x="4802400" y="1517245"/>
            <a:ext cx="722557" cy="359243"/>
          </a:xfrm>
          <a:prstGeom prst="rect">
            <a:avLst/>
          </a:prstGeom>
          <a:noFill/>
          <a:ln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65732AD-8F0C-6D1C-03A6-61AA6B6A8B14}"/>
              </a:ext>
            </a:extLst>
          </p:cNvPr>
          <p:cNvSpPr/>
          <p:nvPr/>
        </p:nvSpPr>
        <p:spPr>
          <a:xfrm>
            <a:off x="4802400" y="1942743"/>
            <a:ext cx="722557" cy="35924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3CA35BE1-B30F-2700-B668-67C55D187785}"/>
              </a:ext>
            </a:extLst>
          </p:cNvPr>
          <p:cNvSpPr/>
          <p:nvPr/>
        </p:nvSpPr>
        <p:spPr>
          <a:xfrm>
            <a:off x="4802400" y="2368241"/>
            <a:ext cx="722557" cy="35924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FA955A86-1554-83A3-3E4A-BA8D714D58A2}"/>
              </a:ext>
            </a:extLst>
          </p:cNvPr>
          <p:cNvSpPr txBox="1"/>
          <p:nvPr/>
        </p:nvSpPr>
        <p:spPr>
          <a:xfrm>
            <a:off x="4340376" y="1139614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0BDB347-53D5-F71B-F55E-53EFFBDE7C06}"/>
              </a:ext>
            </a:extLst>
          </p:cNvPr>
          <p:cNvSpPr txBox="1"/>
          <p:nvPr/>
        </p:nvSpPr>
        <p:spPr>
          <a:xfrm>
            <a:off x="4340835" y="1548593"/>
            <a:ext cx="5229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01550370-E1CA-CC0C-DED3-5B447E072F26}"/>
              </a:ext>
            </a:extLst>
          </p:cNvPr>
          <p:cNvSpPr txBox="1"/>
          <p:nvPr/>
        </p:nvSpPr>
        <p:spPr>
          <a:xfrm>
            <a:off x="4341734" y="1987035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0BAC42F3-4635-03AC-170D-09004E734D16}"/>
              </a:ext>
            </a:extLst>
          </p:cNvPr>
          <p:cNvSpPr txBox="1"/>
          <p:nvPr/>
        </p:nvSpPr>
        <p:spPr>
          <a:xfrm>
            <a:off x="4340087" y="2424818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ED40151D-5759-16FE-6657-23C1782B36D1}"/>
              </a:ext>
            </a:extLst>
          </p:cNvPr>
          <p:cNvSpPr txBox="1"/>
          <p:nvPr/>
        </p:nvSpPr>
        <p:spPr>
          <a:xfrm>
            <a:off x="5496859" y="1148516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W1.S2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699BA70D-0BF3-83C9-98D2-2DCEFF65CDF3}"/>
              </a:ext>
            </a:extLst>
          </p:cNvPr>
          <p:cNvSpPr txBox="1"/>
          <p:nvPr/>
        </p:nvSpPr>
        <p:spPr>
          <a:xfrm>
            <a:off x="5497954" y="1575145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W1.S3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D12F5D04-6EC9-2A6A-A773-789FDC90FC6E}"/>
              </a:ext>
            </a:extLst>
          </p:cNvPr>
          <p:cNvSpPr txBox="1"/>
          <p:nvPr/>
        </p:nvSpPr>
        <p:spPr>
          <a:xfrm>
            <a:off x="5497954" y="2001623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W1.S4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90A39020-C440-51CC-82EB-CCB81123E57C}"/>
              </a:ext>
            </a:extLst>
          </p:cNvPr>
          <p:cNvSpPr txBox="1"/>
          <p:nvPr/>
        </p:nvSpPr>
        <p:spPr>
          <a:xfrm>
            <a:off x="5496859" y="2422671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W1.S5</a:t>
            </a: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5E67941C-EDCC-6EF9-DD80-D21907A2AA65}"/>
              </a:ext>
            </a:extLst>
          </p:cNvPr>
          <p:cNvSpPr/>
          <p:nvPr/>
        </p:nvSpPr>
        <p:spPr>
          <a:xfrm>
            <a:off x="356341" y="7484746"/>
            <a:ext cx="722557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01F4ADEA-ED57-5A96-3ED8-7B74F42F5E7A}"/>
              </a:ext>
            </a:extLst>
          </p:cNvPr>
          <p:cNvSpPr/>
          <p:nvPr/>
        </p:nvSpPr>
        <p:spPr>
          <a:xfrm>
            <a:off x="356341" y="7910244"/>
            <a:ext cx="72255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071B9C17-8ACC-EA57-3956-9361E1551A76}"/>
              </a:ext>
            </a:extLst>
          </p:cNvPr>
          <p:cNvSpPr/>
          <p:nvPr/>
        </p:nvSpPr>
        <p:spPr>
          <a:xfrm>
            <a:off x="356340" y="8335742"/>
            <a:ext cx="72255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E8802721-4777-4CB6-FCB2-941EB4F41A06}"/>
              </a:ext>
            </a:extLst>
          </p:cNvPr>
          <p:cNvSpPr/>
          <p:nvPr/>
        </p:nvSpPr>
        <p:spPr>
          <a:xfrm>
            <a:off x="356339" y="8761240"/>
            <a:ext cx="72255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99C756E2-2422-C889-8E23-F289CEA90548}"/>
              </a:ext>
            </a:extLst>
          </p:cNvPr>
          <p:cNvSpPr/>
          <p:nvPr/>
        </p:nvSpPr>
        <p:spPr>
          <a:xfrm>
            <a:off x="356339" y="9186738"/>
            <a:ext cx="72255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32C6F720-2A71-1231-90F8-922386280EC9}"/>
              </a:ext>
            </a:extLst>
          </p:cNvPr>
          <p:cNvSpPr txBox="1"/>
          <p:nvPr/>
        </p:nvSpPr>
        <p:spPr>
          <a:xfrm>
            <a:off x="41292" y="7288624"/>
            <a:ext cx="13567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W2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W3</a:t>
            </a:r>
            <a:r>
              <a:rPr lang="en-US" sz="1000" b="1" noProof="0" dirty="0"/>
              <a:t>+1</a:t>
            </a:r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80E3F286-41E3-D94B-4784-8C5688B7CC5D}"/>
              </a:ext>
            </a:extLst>
          </p:cNvPr>
          <p:cNvSpPr txBox="1"/>
          <p:nvPr/>
        </p:nvSpPr>
        <p:spPr>
          <a:xfrm>
            <a:off x="1336235" y="7288617"/>
            <a:ext cx="18934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97132"/>
                </a:solidFill>
              </a:rPr>
              <a:t>W1.R1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W2.R1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W3.R1</a:t>
            </a:r>
            <a:endParaRPr lang="en-US" sz="1000" noProof="0" dirty="0"/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D70A748E-69DE-2C66-B82F-9D1E6D51B6B2}"/>
              </a:ext>
            </a:extLst>
          </p:cNvPr>
          <p:cNvSpPr/>
          <p:nvPr/>
        </p:nvSpPr>
        <p:spPr>
          <a:xfrm>
            <a:off x="1848308" y="7484746"/>
            <a:ext cx="864539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BC896361-FF36-6473-4D16-D4CAC699921B}"/>
              </a:ext>
            </a:extLst>
          </p:cNvPr>
          <p:cNvSpPr/>
          <p:nvPr/>
        </p:nvSpPr>
        <p:spPr>
          <a:xfrm>
            <a:off x="1848308" y="7910244"/>
            <a:ext cx="87164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CA2EE003-A86B-BA9D-99D1-60BC58C486D3}"/>
              </a:ext>
            </a:extLst>
          </p:cNvPr>
          <p:cNvSpPr/>
          <p:nvPr/>
        </p:nvSpPr>
        <p:spPr>
          <a:xfrm>
            <a:off x="1848306" y="8335742"/>
            <a:ext cx="871649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BB14ECAF-7DBE-0431-113D-AB217E5C2F16}"/>
              </a:ext>
            </a:extLst>
          </p:cNvPr>
          <p:cNvSpPr/>
          <p:nvPr/>
        </p:nvSpPr>
        <p:spPr>
          <a:xfrm>
            <a:off x="1848306" y="8761240"/>
            <a:ext cx="871650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D3046548-8169-5987-4068-39EDFB28027A}"/>
              </a:ext>
            </a:extLst>
          </p:cNvPr>
          <p:cNvSpPr/>
          <p:nvPr/>
        </p:nvSpPr>
        <p:spPr>
          <a:xfrm>
            <a:off x="1848306" y="9186738"/>
            <a:ext cx="871650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69" name="Elbow Connector 368">
            <a:extLst>
              <a:ext uri="{FF2B5EF4-FFF2-40B4-BE49-F238E27FC236}">
                <a16:creationId xmlns:a16="http://schemas.microsoft.com/office/drawing/2014/main" id="{13473A79-81BA-FC8C-6B30-C721CAD8E019}"/>
              </a:ext>
            </a:extLst>
          </p:cNvPr>
          <p:cNvCxnSpPr>
            <a:cxnSpLocks/>
            <a:stCxn id="364" idx="1"/>
            <a:endCxn id="365" idx="1"/>
          </p:cNvCxnSpPr>
          <p:nvPr/>
        </p:nvCxnSpPr>
        <p:spPr>
          <a:xfrm rot="10800000" flipV="1">
            <a:off x="1848308" y="7664368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0" name="TextBox 369">
            <a:extLst>
              <a:ext uri="{FF2B5EF4-FFF2-40B4-BE49-F238E27FC236}">
                <a16:creationId xmlns:a16="http://schemas.microsoft.com/office/drawing/2014/main" id="{4C3BACD6-CB7A-1185-FF0E-4A4732BF57CF}"/>
              </a:ext>
            </a:extLst>
          </p:cNvPr>
          <p:cNvSpPr txBox="1">
            <a:spLocks/>
          </p:cNvSpPr>
          <p:nvPr/>
        </p:nvSpPr>
        <p:spPr>
          <a:xfrm>
            <a:off x="1526583" y="7855291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x2</a:t>
            </a:r>
          </a:p>
        </p:txBody>
      </p:sp>
      <p:cxnSp>
        <p:nvCxnSpPr>
          <p:cNvPr id="371" name="Elbow Connector 370">
            <a:extLst>
              <a:ext uri="{FF2B5EF4-FFF2-40B4-BE49-F238E27FC236}">
                <a16:creationId xmlns:a16="http://schemas.microsoft.com/office/drawing/2014/main" id="{B7859023-CC19-7FD9-AB82-07357112E78D}"/>
              </a:ext>
            </a:extLst>
          </p:cNvPr>
          <p:cNvCxnSpPr>
            <a:cxnSpLocks/>
            <a:endCxn id="366" idx="1"/>
          </p:cNvCxnSpPr>
          <p:nvPr/>
        </p:nvCxnSpPr>
        <p:spPr>
          <a:xfrm rot="16200000" flipH="1">
            <a:off x="1241145" y="7908203"/>
            <a:ext cx="850996" cy="363326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2" name="Elbow Connector 371">
            <a:extLst>
              <a:ext uri="{FF2B5EF4-FFF2-40B4-BE49-F238E27FC236}">
                <a16:creationId xmlns:a16="http://schemas.microsoft.com/office/drawing/2014/main" id="{2FDD5A8E-BD75-B33F-03DA-52F3AC4F07A6}"/>
              </a:ext>
            </a:extLst>
          </p:cNvPr>
          <p:cNvCxnSpPr>
            <a:cxnSpLocks/>
            <a:endCxn id="367" idx="1"/>
          </p:cNvCxnSpPr>
          <p:nvPr/>
        </p:nvCxnSpPr>
        <p:spPr>
          <a:xfrm rot="16200000" flipH="1">
            <a:off x="991124" y="8083680"/>
            <a:ext cx="1276498" cy="437866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3" name="Elbow Connector 372">
            <a:extLst>
              <a:ext uri="{FF2B5EF4-FFF2-40B4-BE49-F238E27FC236}">
                <a16:creationId xmlns:a16="http://schemas.microsoft.com/office/drawing/2014/main" id="{F07DD8A2-E16D-0ED8-728B-93B94FCC0B92}"/>
              </a:ext>
            </a:extLst>
          </p:cNvPr>
          <p:cNvCxnSpPr>
            <a:cxnSpLocks/>
            <a:endCxn id="368" idx="1"/>
          </p:cNvCxnSpPr>
          <p:nvPr/>
        </p:nvCxnSpPr>
        <p:spPr>
          <a:xfrm rot="16200000" flipH="1">
            <a:off x="742849" y="8260903"/>
            <a:ext cx="1701996" cy="508918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4" name="TextBox 373">
            <a:extLst>
              <a:ext uri="{FF2B5EF4-FFF2-40B4-BE49-F238E27FC236}">
                <a16:creationId xmlns:a16="http://schemas.microsoft.com/office/drawing/2014/main" id="{E88397AF-A6E0-F620-3C58-1B8BB834CFB4}"/>
              </a:ext>
            </a:extLst>
          </p:cNvPr>
          <p:cNvSpPr txBox="1"/>
          <p:nvPr/>
        </p:nvSpPr>
        <p:spPr>
          <a:xfrm>
            <a:off x="1511793" y="8288744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x3</a:t>
            </a: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442492E5-FBEA-B949-C6BA-B1551A1A4029}"/>
              </a:ext>
            </a:extLst>
          </p:cNvPr>
          <p:cNvSpPr txBox="1"/>
          <p:nvPr/>
        </p:nvSpPr>
        <p:spPr>
          <a:xfrm>
            <a:off x="1511792" y="8712923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x4</a:t>
            </a: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03124403-64AD-C318-6156-D582D984D95E}"/>
              </a:ext>
            </a:extLst>
          </p:cNvPr>
          <p:cNvSpPr txBox="1"/>
          <p:nvPr/>
        </p:nvSpPr>
        <p:spPr>
          <a:xfrm>
            <a:off x="1497005" y="9138050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x5</a:t>
            </a:r>
          </a:p>
        </p:txBody>
      </p:sp>
      <p:cxnSp>
        <p:nvCxnSpPr>
          <p:cNvPr id="377" name="Straight Connector 376">
            <a:extLst>
              <a:ext uri="{FF2B5EF4-FFF2-40B4-BE49-F238E27FC236}">
                <a16:creationId xmlns:a16="http://schemas.microsoft.com/office/drawing/2014/main" id="{9A6A96E1-9830-044D-EB63-47C20C3D4DBE}"/>
              </a:ext>
            </a:extLst>
          </p:cNvPr>
          <p:cNvCxnSpPr>
            <a:cxnSpLocks/>
          </p:cNvCxnSpPr>
          <p:nvPr/>
        </p:nvCxnSpPr>
        <p:spPr>
          <a:xfrm>
            <a:off x="1330008" y="7664363"/>
            <a:ext cx="254357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D3B713BE-AD85-40B0-4FE5-5C4E0FC5929A}"/>
              </a:ext>
            </a:extLst>
          </p:cNvPr>
          <p:cNvSpPr txBox="1"/>
          <p:nvPr/>
        </p:nvSpPr>
        <p:spPr>
          <a:xfrm>
            <a:off x="2705317" y="747969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7B1D8E2C-30D2-96F0-DA9E-AB32DF442EB1}"/>
              </a:ext>
            </a:extLst>
          </p:cNvPr>
          <p:cNvSpPr txBox="1"/>
          <p:nvPr/>
        </p:nvSpPr>
        <p:spPr>
          <a:xfrm>
            <a:off x="2948400" y="7290000"/>
            <a:ext cx="19375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W1.R2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W2.R2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W3.R2</a:t>
            </a:r>
            <a:endParaRPr lang="en-US" sz="1000" noProof="0" dirty="0"/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A0E60E46-FB2F-B675-6C15-25171B4AD6E7}"/>
              </a:ext>
            </a:extLst>
          </p:cNvPr>
          <p:cNvSpPr/>
          <p:nvPr/>
        </p:nvSpPr>
        <p:spPr>
          <a:xfrm>
            <a:off x="3481301" y="7491003"/>
            <a:ext cx="864539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7577C829-0B44-7A94-AE1B-9506B37E0A73}"/>
              </a:ext>
            </a:extLst>
          </p:cNvPr>
          <p:cNvSpPr/>
          <p:nvPr/>
        </p:nvSpPr>
        <p:spPr>
          <a:xfrm>
            <a:off x="3481301" y="7916501"/>
            <a:ext cx="87164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156D1F46-675E-05E7-4A98-FFB9935913AD}"/>
              </a:ext>
            </a:extLst>
          </p:cNvPr>
          <p:cNvSpPr/>
          <p:nvPr/>
        </p:nvSpPr>
        <p:spPr>
          <a:xfrm>
            <a:off x="3481299" y="8341999"/>
            <a:ext cx="871649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9154664C-00B4-7681-EA21-57ACE85B655F}"/>
              </a:ext>
            </a:extLst>
          </p:cNvPr>
          <p:cNvSpPr/>
          <p:nvPr/>
        </p:nvSpPr>
        <p:spPr>
          <a:xfrm>
            <a:off x="3481299" y="8767497"/>
            <a:ext cx="871650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0DE64335-0BB6-8BE2-0D48-6B3B5615EC8E}"/>
              </a:ext>
            </a:extLst>
          </p:cNvPr>
          <p:cNvSpPr/>
          <p:nvPr/>
        </p:nvSpPr>
        <p:spPr>
          <a:xfrm>
            <a:off x="3481299" y="9192995"/>
            <a:ext cx="871650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85" name="Elbow Connector 384">
            <a:extLst>
              <a:ext uri="{FF2B5EF4-FFF2-40B4-BE49-F238E27FC236}">
                <a16:creationId xmlns:a16="http://schemas.microsoft.com/office/drawing/2014/main" id="{2656734B-FFC4-5CE9-BFBF-C7FB3111B545}"/>
              </a:ext>
            </a:extLst>
          </p:cNvPr>
          <p:cNvCxnSpPr>
            <a:cxnSpLocks/>
            <a:stCxn id="380" idx="1"/>
            <a:endCxn id="381" idx="1"/>
          </p:cNvCxnSpPr>
          <p:nvPr/>
        </p:nvCxnSpPr>
        <p:spPr>
          <a:xfrm rot="10800000" flipV="1">
            <a:off x="3481301" y="7670625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6" name="TextBox 385">
            <a:extLst>
              <a:ext uri="{FF2B5EF4-FFF2-40B4-BE49-F238E27FC236}">
                <a16:creationId xmlns:a16="http://schemas.microsoft.com/office/drawing/2014/main" id="{C750C1B1-31DB-774B-169E-1BE0C4291FAA}"/>
              </a:ext>
            </a:extLst>
          </p:cNvPr>
          <p:cNvSpPr txBox="1">
            <a:spLocks/>
          </p:cNvSpPr>
          <p:nvPr/>
        </p:nvSpPr>
        <p:spPr>
          <a:xfrm>
            <a:off x="3159576" y="7861548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x4</a:t>
            </a:r>
          </a:p>
        </p:txBody>
      </p:sp>
      <p:cxnSp>
        <p:nvCxnSpPr>
          <p:cNvPr id="387" name="Elbow Connector 386">
            <a:extLst>
              <a:ext uri="{FF2B5EF4-FFF2-40B4-BE49-F238E27FC236}">
                <a16:creationId xmlns:a16="http://schemas.microsoft.com/office/drawing/2014/main" id="{37C8B93E-E3F5-9A38-B923-34A8E597F477}"/>
              </a:ext>
            </a:extLst>
          </p:cNvPr>
          <p:cNvCxnSpPr>
            <a:cxnSpLocks/>
            <a:endCxn id="382" idx="1"/>
          </p:cNvCxnSpPr>
          <p:nvPr/>
        </p:nvCxnSpPr>
        <p:spPr>
          <a:xfrm rot="16200000" flipH="1">
            <a:off x="2874138" y="7914460"/>
            <a:ext cx="850996" cy="363326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8" name="Elbow Connector 387">
            <a:extLst>
              <a:ext uri="{FF2B5EF4-FFF2-40B4-BE49-F238E27FC236}">
                <a16:creationId xmlns:a16="http://schemas.microsoft.com/office/drawing/2014/main" id="{6B4DFE0E-D9F5-131D-6287-9EDF0C59BF9D}"/>
              </a:ext>
            </a:extLst>
          </p:cNvPr>
          <p:cNvCxnSpPr>
            <a:cxnSpLocks/>
            <a:endCxn id="383" idx="1"/>
          </p:cNvCxnSpPr>
          <p:nvPr/>
        </p:nvCxnSpPr>
        <p:spPr>
          <a:xfrm rot="16200000" flipH="1">
            <a:off x="2624117" y="8089937"/>
            <a:ext cx="1276498" cy="437866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9" name="Elbow Connector 388">
            <a:extLst>
              <a:ext uri="{FF2B5EF4-FFF2-40B4-BE49-F238E27FC236}">
                <a16:creationId xmlns:a16="http://schemas.microsoft.com/office/drawing/2014/main" id="{F2F03BC3-7526-0330-EEFA-8F3F38D41A5C}"/>
              </a:ext>
            </a:extLst>
          </p:cNvPr>
          <p:cNvCxnSpPr>
            <a:cxnSpLocks/>
            <a:endCxn id="384" idx="1"/>
          </p:cNvCxnSpPr>
          <p:nvPr/>
        </p:nvCxnSpPr>
        <p:spPr>
          <a:xfrm rot="16200000" flipH="1">
            <a:off x="2375842" y="8267160"/>
            <a:ext cx="1701996" cy="508918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0" name="TextBox 389">
            <a:extLst>
              <a:ext uri="{FF2B5EF4-FFF2-40B4-BE49-F238E27FC236}">
                <a16:creationId xmlns:a16="http://schemas.microsoft.com/office/drawing/2014/main" id="{139A6212-0F52-0654-2BB3-CF03898B90A9}"/>
              </a:ext>
            </a:extLst>
          </p:cNvPr>
          <p:cNvSpPr txBox="1"/>
          <p:nvPr/>
        </p:nvSpPr>
        <p:spPr>
          <a:xfrm>
            <a:off x="3144786" y="8295001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x9</a:t>
            </a: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4F29D4EC-C4D9-68D1-C58D-A055AF97A167}"/>
              </a:ext>
            </a:extLst>
          </p:cNvPr>
          <p:cNvSpPr txBox="1"/>
          <p:nvPr/>
        </p:nvSpPr>
        <p:spPr>
          <a:xfrm>
            <a:off x="3110320" y="8719180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x16</a:t>
            </a: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72FB3210-5AA1-83A3-15DA-308998B65E9F}"/>
              </a:ext>
            </a:extLst>
          </p:cNvPr>
          <p:cNvSpPr txBox="1"/>
          <p:nvPr/>
        </p:nvSpPr>
        <p:spPr>
          <a:xfrm>
            <a:off x="3095533" y="9144307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x25</a:t>
            </a:r>
          </a:p>
        </p:txBody>
      </p:sp>
      <p:cxnSp>
        <p:nvCxnSpPr>
          <p:cNvPr id="393" name="Straight Connector 392">
            <a:extLst>
              <a:ext uri="{FF2B5EF4-FFF2-40B4-BE49-F238E27FC236}">
                <a16:creationId xmlns:a16="http://schemas.microsoft.com/office/drawing/2014/main" id="{BACBDF31-7A52-7B9E-60EE-824C5553C58D}"/>
              </a:ext>
            </a:extLst>
          </p:cNvPr>
          <p:cNvCxnSpPr>
            <a:cxnSpLocks/>
          </p:cNvCxnSpPr>
          <p:nvPr/>
        </p:nvCxnSpPr>
        <p:spPr>
          <a:xfrm>
            <a:off x="2963001" y="7670620"/>
            <a:ext cx="254357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4" name="TextBox 393">
            <a:extLst>
              <a:ext uri="{FF2B5EF4-FFF2-40B4-BE49-F238E27FC236}">
                <a16:creationId xmlns:a16="http://schemas.microsoft.com/office/drawing/2014/main" id="{F80E1085-C32C-1BAA-B144-7DC8D4C04C84}"/>
              </a:ext>
            </a:extLst>
          </p:cNvPr>
          <p:cNvSpPr txBox="1"/>
          <p:nvPr/>
        </p:nvSpPr>
        <p:spPr>
          <a:xfrm>
            <a:off x="2708537" y="790710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5" name="TextBox 394">
            <a:extLst>
              <a:ext uri="{FF2B5EF4-FFF2-40B4-BE49-F238E27FC236}">
                <a16:creationId xmlns:a16="http://schemas.microsoft.com/office/drawing/2014/main" id="{6DDD8B72-D558-6B94-3513-01B486C94AB5}"/>
              </a:ext>
            </a:extLst>
          </p:cNvPr>
          <p:cNvSpPr txBox="1"/>
          <p:nvPr/>
        </p:nvSpPr>
        <p:spPr>
          <a:xfrm>
            <a:off x="2708537" y="8327511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8FD7DD8F-F907-0BE5-64BD-52C3E71BC6B4}"/>
              </a:ext>
            </a:extLst>
          </p:cNvPr>
          <p:cNvSpPr txBox="1"/>
          <p:nvPr/>
        </p:nvSpPr>
        <p:spPr>
          <a:xfrm>
            <a:off x="2708537" y="875924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7" name="TextBox 396">
            <a:extLst>
              <a:ext uri="{FF2B5EF4-FFF2-40B4-BE49-F238E27FC236}">
                <a16:creationId xmlns:a16="http://schemas.microsoft.com/office/drawing/2014/main" id="{CD357D82-4758-24A2-CAD6-D18CE8CF162C}"/>
              </a:ext>
            </a:extLst>
          </p:cNvPr>
          <p:cNvSpPr txBox="1"/>
          <p:nvPr/>
        </p:nvSpPr>
        <p:spPr>
          <a:xfrm>
            <a:off x="2708537" y="918241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7A26B3B5-4609-AD14-6E88-25069151DE9A}"/>
              </a:ext>
            </a:extLst>
          </p:cNvPr>
          <p:cNvSpPr txBox="1"/>
          <p:nvPr/>
        </p:nvSpPr>
        <p:spPr>
          <a:xfrm>
            <a:off x="1074067" y="747969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3675884A-97E3-73C8-A1DB-010796F547C7}"/>
              </a:ext>
            </a:extLst>
          </p:cNvPr>
          <p:cNvSpPr txBox="1"/>
          <p:nvPr/>
        </p:nvSpPr>
        <p:spPr>
          <a:xfrm>
            <a:off x="1077287" y="790710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3DD64A71-5982-3F67-20E4-1392D9C3DB79}"/>
              </a:ext>
            </a:extLst>
          </p:cNvPr>
          <p:cNvSpPr txBox="1"/>
          <p:nvPr/>
        </p:nvSpPr>
        <p:spPr>
          <a:xfrm>
            <a:off x="1077287" y="8327511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5B060534-9D9C-7BB5-43CA-C78F0DE09897}"/>
              </a:ext>
            </a:extLst>
          </p:cNvPr>
          <p:cNvSpPr txBox="1"/>
          <p:nvPr/>
        </p:nvSpPr>
        <p:spPr>
          <a:xfrm>
            <a:off x="1077287" y="875924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3FBD1E96-1E03-E82B-7C7A-CA7400EEC0F9}"/>
              </a:ext>
            </a:extLst>
          </p:cNvPr>
          <p:cNvSpPr txBox="1"/>
          <p:nvPr/>
        </p:nvSpPr>
        <p:spPr>
          <a:xfrm>
            <a:off x="1077287" y="918241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B2B9DA2B-AF46-3A33-9929-CC3AAB3FC818}"/>
              </a:ext>
            </a:extLst>
          </p:cNvPr>
          <p:cNvSpPr txBox="1"/>
          <p:nvPr/>
        </p:nvSpPr>
        <p:spPr>
          <a:xfrm>
            <a:off x="4331312" y="7541252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8E5E1A7E-7EB5-5D5E-D44B-E453233DF2DA}"/>
              </a:ext>
            </a:extLst>
          </p:cNvPr>
          <p:cNvSpPr txBox="1"/>
          <p:nvPr/>
        </p:nvSpPr>
        <p:spPr>
          <a:xfrm>
            <a:off x="5870634" y="7440406"/>
            <a:ext cx="62220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W1.S1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W2.S1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W3.S1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7673E26F-8B50-563C-3A5A-7EA5B45C761B}"/>
              </a:ext>
            </a:extLst>
          </p:cNvPr>
          <p:cNvSpPr/>
          <p:nvPr/>
        </p:nvSpPr>
        <p:spPr>
          <a:xfrm>
            <a:off x="4800676" y="7495292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5655D3A3-5663-9436-DF3E-EEEFBD3593B9}"/>
              </a:ext>
            </a:extLst>
          </p:cNvPr>
          <p:cNvSpPr/>
          <p:nvPr/>
        </p:nvSpPr>
        <p:spPr>
          <a:xfrm>
            <a:off x="4800676" y="7920790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2AAFF0C3-947E-091D-BC5B-1426A0A476FA}"/>
              </a:ext>
            </a:extLst>
          </p:cNvPr>
          <p:cNvSpPr/>
          <p:nvPr/>
        </p:nvSpPr>
        <p:spPr>
          <a:xfrm>
            <a:off x="4800675" y="8346288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55BA792B-FFCF-B586-1C42-1A6F32F343C0}"/>
              </a:ext>
            </a:extLst>
          </p:cNvPr>
          <p:cNvSpPr/>
          <p:nvPr/>
        </p:nvSpPr>
        <p:spPr>
          <a:xfrm>
            <a:off x="4800674" y="8771786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C066EFB2-79F0-535D-4E58-9DA3F3D6AE2E}"/>
              </a:ext>
            </a:extLst>
          </p:cNvPr>
          <p:cNvSpPr/>
          <p:nvPr/>
        </p:nvSpPr>
        <p:spPr>
          <a:xfrm>
            <a:off x="4800674" y="9197284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4821EFDC-2A30-1114-63F4-4804F2F266F5}"/>
              </a:ext>
            </a:extLst>
          </p:cNvPr>
          <p:cNvSpPr txBox="1"/>
          <p:nvPr/>
        </p:nvSpPr>
        <p:spPr>
          <a:xfrm>
            <a:off x="4335545" y="7968657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6858A913-009A-1AB0-E3F4-76723AADCE4A}"/>
              </a:ext>
            </a:extLst>
          </p:cNvPr>
          <p:cNvSpPr txBox="1"/>
          <p:nvPr/>
        </p:nvSpPr>
        <p:spPr>
          <a:xfrm>
            <a:off x="4336004" y="8377636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FB7EB238-A662-114B-AFD8-5F0ED8D9F074}"/>
              </a:ext>
            </a:extLst>
          </p:cNvPr>
          <p:cNvSpPr txBox="1"/>
          <p:nvPr/>
        </p:nvSpPr>
        <p:spPr>
          <a:xfrm>
            <a:off x="4336903" y="8816078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DAA4B6EE-838F-FAC4-7D08-D2499D841017}"/>
              </a:ext>
            </a:extLst>
          </p:cNvPr>
          <p:cNvSpPr txBox="1"/>
          <p:nvPr/>
        </p:nvSpPr>
        <p:spPr>
          <a:xfrm>
            <a:off x="4335256" y="9253861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CF8892D4-FF2B-4172-6C29-8D99C4C380C2}"/>
              </a:ext>
            </a:extLst>
          </p:cNvPr>
          <p:cNvSpPr/>
          <p:nvPr/>
        </p:nvSpPr>
        <p:spPr>
          <a:xfrm>
            <a:off x="356339" y="2928852"/>
            <a:ext cx="722557" cy="359243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5346CD05-9DC3-6E7D-0026-F1EB44168CB0}"/>
              </a:ext>
            </a:extLst>
          </p:cNvPr>
          <p:cNvSpPr/>
          <p:nvPr/>
        </p:nvSpPr>
        <p:spPr>
          <a:xfrm>
            <a:off x="356339" y="3354350"/>
            <a:ext cx="72255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2" name="Rectangle 541">
            <a:extLst>
              <a:ext uri="{FF2B5EF4-FFF2-40B4-BE49-F238E27FC236}">
                <a16:creationId xmlns:a16="http://schemas.microsoft.com/office/drawing/2014/main" id="{9FDDA30E-6868-5A01-8F73-7752C8C36A68}"/>
              </a:ext>
            </a:extLst>
          </p:cNvPr>
          <p:cNvSpPr/>
          <p:nvPr/>
        </p:nvSpPr>
        <p:spPr>
          <a:xfrm>
            <a:off x="356338" y="3779848"/>
            <a:ext cx="72255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3" name="Rectangle 542">
            <a:extLst>
              <a:ext uri="{FF2B5EF4-FFF2-40B4-BE49-F238E27FC236}">
                <a16:creationId xmlns:a16="http://schemas.microsoft.com/office/drawing/2014/main" id="{3C440FE3-2523-18D3-E4C8-E9306BE2E3FE}"/>
              </a:ext>
            </a:extLst>
          </p:cNvPr>
          <p:cNvSpPr/>
          <p:nvPr/>
        </p:nvSpPr>
        <p:spPr>
          <a:xfrm>
            <a:off x="356337" y="4205346"/>
            <a:ext cx="72255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4" name="Rectangle 543">
            <a:extLst>
              <a:ext uri="{FF2B5EF4-FFF2-40B4-BE49-F238E27FC236}">
                <a16:creationId xmlns:a16="http://schemas.microsoft.com/office/drawing/2014/main" id="{EEFA6783-4E57-75A6-F4ED-11C029AEDC1C}"/>
              </a:ext>
            </a:extLst>
          </p:cNvPr>
          <p:cNvSpPr/>
          <p:nvPr/>
        </p:nvSpPr>
        <p:spPr>
          <a:xfrm>
            <a:off x="356337" y="4630844"/>
            <a:ext cx="72255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5" name="TextBox 544">
            <a:extLst>
              <a:ext uri="{FF2B5EF4-FFF2-40B4-BE49-F238E27FC236}">
                <a16:creationId xmlns:a16="http://schemas.microsoft.com/office/drawing/2014/main" id="{C6B340D5-402D-5613-C0E1-5530791A7965}"/>
              </a:ext>
            </a:extLst>
          </p:cNvPr>
          <p:cNvSpPr txBox="1"/>
          <p:nvPr/>
        </p:nvSpPr>
        <p:spPr>
          <a:xfrm>
            <a:off x="321413" y="2732730"/>
            <a:ext cx="787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4"/>
                </a:solidFill>
              </a:rPr>
              <a:t>W2</a:t>
            </a:r>
          </a:p>
        </p:txBody>
      </p:sp>
      <p:sp>
        <p:nvSpPr>
          <p:cNvPr id="546" name="TextBox 545">
            <a:extLst>
              <a:ext uri="{FF2B5EF4-FFF2-40B4-BE49-F238E27FC236}">
                <a16:creationId xmlns:a16="http://schemas.microsoft.com/office/drawing/2014/main" id="{DABC3C28-8F56-4CC3-F28E-95233A258EDC}"/>
              </a:ext>
            </a:extLst>
          </p:cNvPr>
          <p:cNvSpPr txBox="1"/>
          <p:nvPr/>
        </p:nvSpPr>
        <p:spPr>
          <a:xfrm>
            <a:off x="1747401" y="2732723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4"/>
                </a:solidFill>
              </a:rPr>
              <a:t>W2.R1</a:t>
            </a: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7D367A97-EF5A-C2BB-5A2B-7E58F53BCDE1}"/>
              </a:ext>
            </a:extLst>
          </p:cNvPr>
          <p:cNvSpPr/>
          <p:nvPr/>
        </p:nvSpPr>
        <p:spPr>
          <a:xfrm>
            <a:off x="1848306" y="2928852"/>
            <a:ext cx="864539" cy="359243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11760054-108C-B8D4-1151-2F400C1970A5}"/>
              </a:ext>
            </a:extLst>
          </p:cNvPr>
          <p:cNvSpPr/>
          <p:nvPr/>
        </p:nvSpPr>
        <p:spPr>
          <a:xfrm>
            <a:off x="1848306" y="3354350"/>
            <a:ext cx="87164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4CBCDB63-121C-6124-572D-8FCC797EA90C}"/>
              </a:ext>
            </a:extLst>
          </p:cNvPr>
          <p:cNvSpPr/>
          <p:nvPr/>
        </p:nvSpPr>
        <p:spPr>
          <a:xfrm>
            <a:off x="1848304" y="3779848"/>
            <a:ext cx="871649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380362B5-AF76-6BE3-D6EC-56D0E1956A51}"/>
              </a:ext>
            </a:extLst>
          </p:cNvPr>
          <p:cNvSpPr/>
          <p:nvPr/>
        </p:nvSpPr>
        <p:spPr>
          <a:xfrm>
            <a:off x="1848304" y="4205346"/>
            <a:ext cx="871650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88F794CE-3D3D-6BF0-F9D1-192F00579809}"/>
              </a:ext>
            </a:extLst>
          </p:cNvPr>
          <p:cNvSpPr/>
          <p:nvPr/>
        </p:nvSpPr>
        <p:spPr>
          <a:xfrm>
            <a:off x="1848304" y="4630844"/>
            <a:ext cx="871650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552" name="Elbow Connector 551">
            <a:extLst>
              <a:ext uri="{FF2B5EF4-FFF2-40B4-BE49-F238E27FC236}">
                <a16:creationId xmlns:a16="http://schemas.microsoft.com/office/drawing/2014/main" id="{638D83E1-3060-9147-8377-ED643B11D08F}"/>
              </a:ext>
            </a:extLst>
          </p:cNvPr>
          <p:cNvCxnSpPr>
            <a:cxnSpLocks/>
            <a:stCxn id="547" idx="1"/>
            <a:endCxn id="548" idx="1"/>
          </p:cNvCxnSpPr>
          <p:nvPr/>
        </p:nvCxnSpPr>
        <p:spPr>
          <a:xfrm rot="10800000" flipV="1">
            <a:off x="1848306" y="3108474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53" name="TextBox 552">
            <a:extLst>
              <a:ext uri="{FF2B5EF4-FFF2-40B4-BE49-F238E27FC236}">
                <a16:creationId xmlns:a16="http://schemas.microsoft.com/office/drawing/2014/main" id="{C7DA5B8E-5DE4-8F81-7ACB-43C254CB85E4}"/>
              </a:ext>
            </a:extLst>
          </p:cNvPr>
          <p:cNvSpPr txBox="1">
            <a:spLocks/>
          </p:cNvSpPr>
          <p:nvPr/>
        </p:nvSpPr>
        <p:spPr>
          <a:xfrm>
            <a:off x="1526581" y="329939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x2</a:t>
            </a:r>
          </a:p>
        </p:txBody>
      </p:sp>
      <p:cxnSp>
        <p:nvCxnSpPr>
          <p:cNvPr id="554" name="Elbow Connector 553">
            <a:extLst>
              <a:ext uri="{FF2B5EF4-FFF2-40B4-BE49-F238E27FC236}">
                <a16:creationId xmlns:a16="http://schemas.microsoft.com/office/drawing/2014/main" id="{13C473CB-53E0-9E33-CD01-BC2BBF085E92}"/>
              </a:ext>
            </a:extLst>
          </p:cNvPr>
          <p:cNvCxnSpPr>
            <a:cxnSpLocks/>
            <a:endCxn id="549" idx="1"/>
          </p:cNvCxnSpPr>
          <p:nvPr/>
        </p:nvCxnSpPr>
        <p:spPr>
          <a:xfrm rot="16200000" flipH="1">
            <a:off x="1241143" y="3352309"/>
            <a:ext cx="850996" cy="363326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55" name="Elbow Connector 554">
            <a:extLst>
              <a:ext uri="{FF2B5EF4-FFF2-40B4-BE49-F238E27FC236}">
                <a16:creationId xmlns:a16="http://schemas.microsoft.com/office/drawing/2014/main" id="{F045EFBE-06E8-29F8-F0E0-FEA925702644}"/>
              </a:ext>
            </a:extLst>
          </p:cNvPr>
          <p:cNvCxnSpPr>
            <a:cxnSpLocks/>
            <a:endCxn id="550" idx="1"/>
          </p:cNvCxnSpPr>
          <p:nvPr/>
        </p:nvCxnSpPr>
        <p:spPr>
          <a:xfrm rot="16200000" flipH="1">
            <a:off x="991122" y="3527786"/>
            <a:ext cx="1276498" cy="437866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56" name="Elbow Connector 555">
            <a:extLst>
              <a:ext uri="{FF2B5EF4-FFF2-40B4-BE49-F238E27FC236}">
                <a16:creationId xmlns:a16="http://schemas.microsoft.com/office/drawing/2014/main" id="{BBE1F8CA-FBB7-AE55-CF8A-3983450E84F4}"/>
              </a:ext>
            </a:extLst>
          </p:cNvPr>
          <p:cNvCxnSpPr>
            <a:cxnSpLocks/>
            <a:endCxn id="551" idx="1"/>
          </p:cNvCxnSpPr>
          <p:nvPr/>
        </p:nvCxnSpPr>
        <p:spPr>
          <a:xfrm rot="16200000" flipH="1">
            <a:off x="742847" y="3705009"/>
            <a:ext cx="1701996" cy="508918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57" name="TextBox 556">
            <a:extLst>
              <a:ext uri="{FF2B5EF4-FFF2-40B4-BE49-F238E27FC236}">
                <a16:creationId xmlns:a16="http://schemas.microsoft.com/office/drawing/2014/main" id="{6C899E6C-56DD-705B-FA99-08A2C34B32B9}"/>
              </a:ext>
            </a:extLst>
          </p:cNvPr>
          <p:cNvSpPr txBox="1"/>
          <p:nvPr/>
        </p:nvSpPr>
        <p:spPr>
          <a:xfrm>
            <a:off x="1511791" y="3732850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x3</a:t>
            </a:r>
          </a:p>
        </p:txBody>
      </p:sp>
      <p:sp>
        <p:nvSpPr>
          <p:cNvPr id="558" name="TextBox 557">
            <a:extLst>
              <a:ext uri="{FF2B5EF4-FFF2-40B4-BE49-F238E27FC236}">
                <a16:creationId xmlns:a16="http://schemas.microsoft.com/office/drawing/2014/main" id="{887D3050-16A9-ADE5-5EBE-BDDA44A256BE}"/>
              </a:ext>
            </a:extLst>
          </p:cNvPr>
          <p:cNvSpPr txBox="1"/>
          <p:nvPr/>
        </p:nvSpPr>
        <p:spPr>
          <a:xfrm>
            <a:off x="1511790" y="4157029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x4</a:t>
            </a:r>
          </a:p>
        </p:txBody>
      </p:sp>
      <p:sp>
        <p:nvSpPr>
          <p:cNvPr id="559" name="TextBox 558">
            <a:extLst>
              <a:ext uri="{FF2B5EF4-FFF2-40B4-BE49-F238E27FC236}">
                <a16:creationId xmlns:a16="http://schemas.microsoft.com/office/drawing/2014/main" id="{CF803C55-F7DA-A66C-317A-4739DF2CC187}"/>
              </a:ext>
            </a:extLst>
          </p:cNvPr>
          <p:cNvSpPr txBox="1"/>
          <p:nvPr/>
        </p:nvSpPr>
        <p:spPr>
          <a:xfrm>
            <a:off x="1497003" y="4582156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x5</a:t>
            </a:r>
          </a:p>
        </p:txBody>
      </p:sp>
      <p:cxnSp>
        <p:nvCxnSpPr>
          <p:cNvPr id="560" name="Straight Connector 559">
            <a:extLst>
              <a:ext uri="{FF2B5EF4-FFF2-40B4-BE49-F238E27FC236}">
                <a16:creationId xmlns:a16="http://schemas.microsoft.com/office/drawing/2014/main" id="{4C7D39AF-BEC2-673E-0CC7-0B0913B1C88D}"/>
              </a:ext>
            </a:extLst>
          </p:cNvPr>
          <p:cNvCxnSpPr>
            <a:cxnSpLocks/>
          </p:cNvCxnSpPr>
          <p:nvPr/>
        </p:nvCxnSpPr>
        <p:spPr>
          <a:xfrm>
            <a:off x="1330006" y="3108469"/>
            <a:ext cx="254357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61" name="TextBox 560">
            <a:extLst>
              <a:ext uri="{FF2B5EF4-FFF2-40B4-BE49-F238E27FC236}">
                <a16:creationId xmlns:a16="http://schemas.microsoft.com/office/drawing/2014/main" id="{D0A5B062-1F48-674C-4544-C98AA0E82293}"/>
              </a:ext>
            </a:extLst>
          </p:cNvPr>
          <p:cNvSpPr txBox="1"/>
          <p:nvPr/>
        </p:nvSpPr>
        <p:spPr>
          <a:xfrm>
            <a:off x="2705315" y="2923803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62" name="TextBox 561">
            <a:extLst>
              <a:ext uri="{FF2B5EF4-FFF2-40B4-BE49-F238E27FC236}">
                <a16:creationId xmlns:a16="http://schemas.microsoft.com/office/drawing/2014/main" id="{2390306B-65B8-D54C-18AA-877BD1EE2DCD}"/>
              </a:ext>
            </a:extLst>
          </p:cNvPr>
          <p:cNvSpPr txBox="1"/>
          <p:nvPr/>
        </p:nvSpPr>
        <p:spPr>
          <a:xfrm>
            <a:off x="3391631" y="2732721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4"/>
                </a:solidFill>
              </a:rPr>
              <a:t>W2.R2</a:t>
            </a:r>
          </a:p>
        </p:txBody>
      </p:sp>
      <p:sp>
        <p:nvSpPr>
          <p:cNvPr id="563" name="Rectangle 562">
            <a:extLst>
              <a:ext uri="{FF2B5EF4-FFF2-40B4-BE49-F238E27FC236}">
                <a16:creationId xmlns:a16="http://schemas.microsoft.com/office/drawing/2014/main" id="{869E1654-DBB9-8690-9FCA-6352EC858F9F}"/>
              </a:ext>
            </a:extLst>
          </p:cNvPr>
          <p:cNvSpPr/>
          <p:nvPr/>
        </p:nvSpPr>
        <p:spPr>
          <a:xfrm>
            <a:off x="3481299" y="2935109"/>
            <a:ext cx="864539" cy="359243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4" name="Rectangle 563">
            <a:extLst>
              <a:ext uri="{FF2B5EF4-FFF2-40B4-BE49-F238E27FC236}">
                <a16:creationId xmlns:a16="http://schemas.microsoft.com/office/drawing/2014/main" id="{BD60CAD3-CA76-95D2-2DDF-E1252CA644A8}"/>
              </a:ext>
            </a:extLst>
          </p:cNvPr>
          <p:cNvSpPr/>
          <p:nvPr/>
        </p:nvSpPr>
        <p:spPr>
          <a:xfrm>
            <a:off x="3481299" y="3360607"/>
            <a:ext cx="87164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5" name="Rectangle 564">
            <a:extLst>
              <a:ext uri="{FF2B5EF4-FFF2-40B4-BE49-F238E27FC236}">
                <a16:creationId xmlns:a16="http://schemas.microsoft.com/office/drawing/2014/main" id="{E91179D2-0393-8E26-4CFF-843DDC5589BB}"/>
              </a:ext>
            </a:extLst>
          </p:cNvPr>
          <p:cNvSpPr/>
          <p:nvPr/>
        </p:nvSpPr>
        <p:spPr>
          <a:xfrm>
            <a:off x="3481297" y="3786105"/>
            <a:ext cx="871649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6" name="Rectangle 565">
            <a:extLst>
              <a:ext uri="{FF2B5EF4-FFF2-40B4-BE49-F238E27FC236}">
                <a16:creationId xmlns:a16="http://schemas.microsoft.com/office/drawing/2014/main" id="{1B21B7FF-0FD2-0D76-5835-A9E65FE6C7B4}"/>
              </a:ext>
            </a:extLst>
          </p:cNvPr>
          <p:cNvSpPr/>
          <p:nvPr/>
        </p:nvSpPr>
        <p:spPr>
          <a:xfrm>
            <a:off x="3481297" y="4211603"/>
            <a:ext cx="871650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7" name="Rectangle 566">
            <a:extLst>
              <a:ext uri="{FF2B5EF4-FFF2-40B4-BE49-F238E27FC236}">
                <a16:creationId xmlns:a16="http://schemas.microsoft.com/office/drawing/2014/main" id="{92FD25DA-C9CF-AB4F-5684-279E88215DB3}"/>
              </a:ext>
            </a:extLst>
          </p:cNvPr>
          <p:cNvSpPr/>
          <p:nvPr/>
        </p:nvSpPr>
        <p:spPr>
          <a:xfrm>
            <a:off x="3481297" y="4637101"/>
            <a:ext cx="871650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568" name="Elbow Connector 567">
            <a:extLst>
              <a:ext uri="{FF2B5EF4-FFF2-40B4-BE49-F238E27FC236}">
                <a16:creationId xmlns:a16="http://schemas.microsoft.com/office/drawing/2014/main" id="{07B3985A-1403-72C8-01FF-85746E389FB6}"/>
              </a:ext>
            </a:extLst>
          </p:cNvPr>
          <p:cNvCxnSpPr>
            <a:cxnSpLocks/>
            <a:stCxn id="563" idx="1"/>
            <a:endCxn id="564" idx="1"/>
          </p:cNvCxnSpPr>
          <p:nvPr/>
        </p:nvCxnSpPr>
        <p:spPr>
          <a:xfrm rot="10800000" flipV="1">
            <a:off x="3481299" y="3114731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52F98FD6-116A-770D-05FC-E266108D6CFD}"/>
              </a:ext>
            </a:extLst>
          </p:cNvPr>
          <p:cNvSpPr txBox="1">
            <a:spLocks/>
          </p:cNvSpPr>
          <p:nvPr/>
        </p:nvSpPr>
        <p:spPr>
          <a:xfrm>
            <a:off x="3159574" y="3305654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x4</a:t>
            </a:r>
          </a:p>
        </p:txBody>
      </p:sp>
      <p:cxnSp>
        <p:nvCxnSpPr>
          <p:cNvPr id="570" name="Elbow Connector 569">
            <a:extLst>
              <a:ext uri="{FF2B5EF4-FFF2-40B4-BE49-F238E27FC236}">
                <a16:creationId xmlns:a16="http://schemas.microsoft.com/office/drawing/2014/main" id="{02D04763-2E80-5A15-2096-F34DE8004968}"/>
              </a:ext>
            </a:extLst>
          </p:cNvPr>
          <p:cNvCxnSpPr>
            <a:cxnSpLocks/>
            <a:endCxn id="565" idx="1"/>
          </p:cNvCxnSpPr>
          <p:nvPr/>
        </p:nvCxnSpPr>
        <p:spPr>
          <a:xfrm rot="16200000" flipH="1">
            <a:off x="2874136" y="3358566"/>
            <a:ext cx="850996" cy="363326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71" name="Elbow Connector 570">
            <a:extLst>
              <a:ext uri="{FF2B5EF4-FFF2-40B4-BE49-F238E27FC236}">
                <a16:creationId xmlns:a16="http://schemas.microsoft.com/office/drawing/2014/main" id="{4327DAE3-B0C6-DE7A-90C4-0F738D9CA430}"/>
              </a:ext>
            </a:extLst>
          </p:cNvPr>
          <p:cNvCxnSpPr>
            <a:cxnSpLocks/>
            <a:endCxn id="566" idx="1"/>
          </p:cNvCxnSpPr>
          <p:nvPr/>
        </p:nvCxnSpPr>
        <p:spPr>
          <a:xfrm rot="16200000" flipH="1">
            <a:off x="2624115" y="3534043"/>
            <a:ext cx="1276498" cy="437866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72" name="Elbow Connector 571">
            <a:extLst>
              <a:ext uri="{FF2B5EF4-FFF2-40B4-BE49-F238E27FC236}">
                <a16:creationId xmlns:a16="http://schemas.microsoft.com/office/drawing/2014/main" id="{80E80D34-9E06-6EF1-0605-E4F6B22E659C}"/>
              </a:ext>
            </a:extLst>
          </p:cNvPr>
          <p:cNvCxnSpPr>
            <a:cxnSpLocks/>
            <a:endCxn id="567" idx="1"/>
          </p:cNvCxnSpPr>
          <p:nvPr/>
        </p:nvCxnSpPr>
        <p:spPr>
          <a:xfrm rot="16200000" flipH="1">
            <a:off x="2375840" y="3711266"/>
            <a:ext cx="1701996" cy="508918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73" name="TextBox 572">
            <a:extLst>
              <a:ext uri="{FF2B5EF4-FFF2-40B4-BE49-F238E27FC236}">
                <a16:creationId xmlns:a16="http://schemas.microsoft.com/office/drawing/2014/main" id="{A2AA4972-0DB3-897F-C4BC-073F0CAB8DE2}"/>
              </a:ext>
            </a:extLst>
          </p:cNvPr>
          <p:cNvSpPr txBox="1"/>
          <p:nvPr/>
        </p:nvSpPr>
        <p:spPr>
          <a:xfrm>
            <a:off x="3144784" y="373910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x9</a:t>
            </a:r>
          </a:p>
        </p:txBody>
      </p:sp>
      <p:sp>
        <p:nvSpPr>
          <p:cNvPr id="574" name="TextBox 573">
            <a:extLst>
              <a:ext uri="{FF2B5EF4-FFF2-40B4-BE49-F238E27FC236}">
                <a16:creationId xmlns:a16="http://schemas.microsoft.com/office/drawing/2014/main" id="{F2619C66-DF6E-5491-4F37-9C955CFE9268}"/>
              </a:ext>
            </a:extLst>
          </p:cNvPr>
          <p:cNvSpPr txBox="1"/>
          <p:nvPr/>
        </p:nvSpPr>
        <p:spPr>
          <a:xfrm>
            <a:off x="3110318" y="4163286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x16</a:t>
            </a:r>
          </a:p>
        </p:txBody>
      </p:sp>
      <p:sp>
        <p:nvSpPr>
          <p:cNvPr id="575" name="TextBox 574">
            <a:extLst>
              <a:ext uri="{FF2B5EF4-FFF2-40B4-BE49-F238E27FC236}">
                <a16:creationId xmlns:a16="http://schemas.microsoft.com/office/drawing/2014/main" id="{5E8B4EAB-E9FA-4F9E-DFAD-CF94D6ED4BD1}"/>
              </a:ext>
            </a:extLst>
          </p:cNvPr>
          <p:cNvSpPr txBox="1"/>
          <p:nvPr/>
        </p:nvSpPr>
        <p:spPr>
          <a:xfrm>
            <a:off x="3095531" y="4588413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x25</a:t>
            </a:r>
          </a:p>
        </p:txBody>
      </p:sp>
      <p:cxnSp>
        <p:nvCxnSpPr>
          <p:cNvPr id="576" name="Straight Connector 575">
            <a:extLst>
              <a:ext uri="{FF2B5EF4-FFF2-40B4-BE49-F238E27FC236}">
                <a16:creationId xmlns:a16="http://schemas.microsoft.com/office/drawing/2014/main" id="{24FBB3D6-45C2-FA9E-0C7E-5419B73BB658}"/>
              </a:ext>
            </a:extLst>
          </p:cNvPr>
          <p:cNvCxnSpPr>
            <a:cxnSpLocks/>
          </p:cNvCxnSpPr>
          <p:nvPr/>
        </p:nvCxnSpPr>
        <p:spPr>
          <a:xfrm>
            <a:off x="2962999" y="3114726"/>
            <a:ext cx="254357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77" name="TextBox 576">
            <a:extLst>
              <a:ext uri="{FF2B5EF4-FFF2-40B4-BE49-F238E27FC236}">
                <a16:creationId xmlns:a16="http://schemas.microsoft.com/office/drawing/2014/main" id="{69441A86-E021-A790-333A-F15930DC6163}"/>
              </a:ext>
            </a:extLst>
          </p:cNvPr>
          <p:cNvSpPr txBox="1"/>
          <p:nvPr/>
        </p:nvSpPr>
        <p:spPr>
          <a:xfrm>
            <a:off x="2708535" y="335120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78" name="TextBox 577">
            <a:extLst>
              <a:ext uri="{FF2B5EF4-FFF2-40B4-BE49-F238E27FC236}">
                <a16:creationId xmlns:a16="http://schemas.microsoft.com/office/drawing/2014/main" id="{97EE85B6-419C-D761-DEAE-E8B2E304236B}"/>
              </a:ext>
            </a:extLst>
          </p:cNvPr>
          <p:cNvSpPr txBox="1"/>
          <p:nvPr/>
        </p:nvSpPr>
        <p:spPr>
          <a:xfrm>
            <a:off x="2708535" y="377161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79" name="TextBox 578">
            <a:extLst>
              <a:ext uri="{FF2B5EF4-FFF2-40B4-BE49-F238E27FC236}">
                <a16:creationId xmlns:a16="http://schemas.microsoft.com/office/drawing/2014/main" id="{68F91933-3E48-80DF-6689-04DAF482FDF2}"/>
              </a:ext>
            </a:extLst>
          </p:cNvPr>
          <p:cNvSpPr txBox="1"/>
          <p:nvPr/>
        </p:nvSpPr>
        <p:spPr>
          <a:xfrm>
            <a:off x="2708535" y="420335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0" name="TextBox 579">
            <a:extLst>
              <a:ext uri="{FF2B5EF4-FFF2-40B4-BE49-F238E27FC236}">
                <a16:creationId xmlns:a16="http://schemas.microsoft.com/office/drawing/2014/main" id="{66383992-44FF-4336-FEE5-DBC8AC5955D9}"/>
              </a:ext>
            </a:extLst>
          </p:cNvPr>
          <p:cNvSpPr txBox="1"/>
          <p:nvPr/>
        </p:nvSpPr>
        <p:spPr>
          <a:xfrm>
            <a:off x="2708535" y="462651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1" name="TextBox 580">
            <a:extLst>
              <a:ext uri="{FF2B5EF4-FFF2-40B4-BE49-F238E27FC236}">
                <a16:creationId xmlns:a16="http://schemas.microsoft.com/office/drawing/2014/main" id="{8AA0ADA9-D847-EB09-977E-AB9B19C4DC90}"/>
              </a:ext>
            </a:extLst>
          </p:cNvPr>
          <p:cNvSpPr txBox="1"/>
          <p:nvPr/>
        </p:nvSpPr>
        <p:spPr>
          <a:xfrm>
            <a:off x="1074065" y="2923803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2" name="TextBox 581">
            <a:extLst>
              <a:ext uri="{FF2B5EF4-FFF2-40B4-BE49-F238E27FC236}">
                <a16:creationId xmlns:a16="http://schemas.microsoft.com/office/drawing/2014/main" id="{19D85DB5-EF65-BFBF-2834-F554E4318DC6}"/>
              </a:ext>
            </a:extLst>
          </p:cNvPr>
          <p:cNvSpPr txBox="1"/>
          <p:nvPr/>
        </p:nvSpPr>
        <p:spPr>
          <a:xfrm>
            <a:off x="1077285" y="335120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3" name="TextBox 582">
            <a:extLst>
              <a:ext uri="{FF2B5EF4-FFF2-40B4-BE49-F238E27FC236}">
                <a16:creationId xmlns:a16="http://schemas.microsoft.com/office/drawing/2014/main" id="{934F0D38-3F7D-F6EB-4A20-B34F66AA6AEF}"/>
              </a:ext>
            </a:extLst>
          </p:cNvPr>
          <p:cNvSpPr txBox="1"/>
          <p:nvPr/>
        </p:nvSpPr>
        <p:spPr>
          <a:xfrm>
            <a:off x="1077285" y="377161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4" name="TextBox 583">
            <a:extLst>
              <a:ext uri="{FF2B5EF4-FFF2-40B4-BE49-F238E27FC236}">
                <a16:creationId xmlns:a16="http://schemas.microsoft.com/office/drawing/2014/main" id="{B3D6EB12-E206-D7A3-DFA3-4BA029AD9D53}"/>
              </a:ext>
            </a:extLst>
          </p:cNvPr>
          <p:cNvSpPr txBox="1"/>
          <p:nvPr/>
        </p:nvSpPr>
        <p:spPr>
          <a:xfrm>
            <a:off x="1077285" y="420335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5" name="TextBox 584">
            <a:extLst>
              <a:ext uri="{FF2B5EF4-FFF2-40B4-BE49-F238E27FC236}">
                <a16:creationId xmlns:a16="http://schemas.microsoft.com/office/drawing/2014/main" id="{EFA40991-BCEE-6EC4-A694-0AF109FD7EED}"/>
              </a:ext>
            </a:extLst>
          </p:cNvPr>
          <p:cNvSpPr txBox="1"/>
          <p:nvPr/>
        </p:nvSpPr>
        <p:spPr>
          <a:xfrm>
            <a:off x="1077285" y="462651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6" name="TextBox 585">
            <a:extLst>
              <a:ext uri="{FF2B5EF4-FFF2-40B4-BE49-F238E27FC236}">
                <a16:creationId xmlns:a16="http://schemas.microsoft.com/office/drawing/2014/main" id="{E5A4120C-2A53-F059-F897-D26D612F8216}"/>
              </a:ext>
            </a:extLst>
          </p:cNvPr>
          <p:cNvSpPr txBox="1"/>
          <p:nvPr/>
        </p:nvSpPr>
        <p:spPr>
          <a:xfrm>
            <a:off x="4331310" y="2985358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87" name="TextBox 586">
            <a:extLst>
              <a:ext uri="{FF2B5EF4-FFF2-40B4-BE49-F238E27FC236}">
                <a16:creationId xmlns:a16="http://schemas.microsoft.com/office/drawing/2014/main" id="{0CF5ADE8-F820-8737-F3D4-BAD7A6A77359}"/>
              </a:ext>
            </a:extLst>
          </p:cNvPr>
          <p:cNvSpPr txBox="1"/>
          <p:nvPr/>
        </p:nvSpPr>
        <p:spPr>
          <a:xfrm>
            <a:off x="5497200" y="2995187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W2.S1</a:t>
            </a:r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ECB92905-12B8-94E9-5C08-009E8DA20067}"/>
              </a:ext>
            </a:extLst>
          </p:cNvPr>
          <p:cNvSpPr/>
          <p:nvPr/>
        </p:nvSpPr>
        <p:spPr>
          <a:xfrm>
            <a:off x="4800674" y="2939398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241D70A0-6AF3-89CB-92EE-B0924D29887E}"/>
              </a:ext>
            </a:extLst>
          </p:cNvPr>
          <p:cNvSpPr/>
          <p:nvPr/>
        </p:nvSpPr>
        <p:spPr>
          <a:xfrm>
            <a:off x="4800674" y="3364896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9E5DF7DA-6D30-8B4A-A685-0C4107DC2734}"/>
              </a:ext>
            </a:extLst>
          </p:cNvPr>
          <p:cNvSpPr/>
          <p:nvPr/>
        </p:nvSpPr>
        <p:spPr>
          <a:xfrm>
            <a:off x="4800673" y="3790394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6B1F6E26-5814-3690-728A-07F1FF94801A}"/>
              </a:ext>
            </a:extLst>
          </p:cNvPr>
          <p:cNvSpPr/>
          <p:nvPr/>
        </p:nvSpPr>
        <p:spPr>
          <a:xfrm>
            <a:off x="4800672" y="4215892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02242A0F-CEEC-54F6-04D7-7CC6210B1AA6}"/>
              </a:ext>
            </a:extLst>
          </p:cNvPr>
          <p:cNvSpPr/>
          <p:nvPr/>
        </p:nvSpPr>
        <p:spPr>
          <a:xfrm>
            <a:off x="4800672" y="4641390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3" name="TextBox 592">
            <a:extLst>
              <a:ext uri="{FF2B5EF4-FFF2-40B4-BE49-F238E27FC236}">
                <a16:creationId xmlns:a16="http://schemas.microsoft.com/office/drawing/2014/main" id="{702321B3-44F7-94E8-39BC-1E153858983E}"/>
              </a:ext>
            </a:extLst>
          </p:cNvPr>
          <p:cNvSpPr txBox="1"/>
          <p:nvPr/>
        </p:nvSpPr>
        <p:spPr>
          <a:xfrm>
            <a:off x="4335543" y="3412763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94" name="TextBox 593">
            <a:extLst>
              <a:ext uri="{FF2B5EF4-FFF2-40B4-BE49-F238E27FC236}">
                <a16:creationId xmlns:a16="http://schemas.microsoft.com/office/drawing/2014/main" id="{3C22B5A5-2180-B773-64E2-42829D8A51DC}"/>
              </a:ext>
            </a:extLst>
          </p:cNvPr>
          <p:cNvSpPr txBox="1"/>
          <p:nvPr/>
        </p:nvSpPr>
        <p:spPr>
          <a:xfrm>
            <a:off x="4336002" y="3821742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95" name="TextBox 594">
            <a:extLst>
              <a:ext uri="{FF2B5EF4-FFF2-40B4-BE49-F238E27FC236}">
                <a16:creationId xmlns:a16="http://schemas.microsoft.com/office/drawing/2014/main" id="{D558FF26-6785-535D-5B71-ADEF4422D216}"/>
              </a:ext>
            </a:extLst>
          </p:cNvPr>
          <p:cNvSpPr txBox="1"/>
          <p:nvPr/>
        </p:nvSpPr>
        <p:spPr>
          <a:xfrm>
            <a:off x="4336901" y="4260184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96" name="TextBox 595">
            <a:extLst>
              <a:ext uri="{FF2B5EF4-FFF2-40B4-BE49-F238E27FC236}">
                <a16:creationId xmlns:a16="http://schemas.microsoft.com/office/drawing/2014/main" id="{07B5481D-1CCA-D013-3D7A-BC593D57CD89}"/>
              </a:ext>
            </a:extLst>
          </p:cNvPr>
          <p:cNvSpPr txBox="1"/>
          <p:nvPr/>
        </p:nvSpPr>
        <p:spPr>
          <a:xfrm>
            <a:off x="4335254" y="4697967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97" name="TextBox 596">
            <a:extLst>
              <a:ext uri="{FF2B5EF4-FFF2-40B4-BE49-F238E27FC236}">
                <a16:creationId xmlns:a16="http://schemas.microsoft.com/office/drawing/2014/main" id="{392A94E3-596F-C917-B47A-37883CEF1E03}"/>
              </a:ext>
            </a:extLst>
          </p:cNvPr>
          <p:cNvSpPr txBox="1"/>
          <p:nvPr/>
        </p:nvSpPr>
        <p:spPr>
          <a:xfrm>
            <a:off x="5497200" y="3421665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W2.S2</a:t>
            </a:r>
          </a:p>
        </p:txBody>
      </p:sp>
      <p:sp>
        <p:nvSpPr>
          <p:cNvPr id="598" name="TextBox 597">
            <a:extLst>
              <a:ext uri="{FF2B5EF4-FFF2-40B4-BE49-F238E27FC236}">
                <a16:creationId xmlns:a16="http://schemas.microsoft.com/office/drawing/2014/main" id="{8072670E-58B9-0C5B-5540-59980A22E92C}"/>
              </a:ext>
            </a:extLst>
          </p:cNvPr>
          <p:cNvSpPr txBox="1"/>
          <p:nvPr/>
        </p:nvSpPr>
        <p:spPr>
          <a:xfrm>
            <a:off x="5497200" y="3848294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W2.S3</a:t>
            </a: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CEC152B6-5618-D4F0-BCA9-DF0A713C6291}"/>
              </a:ext>
            </a:extLst>
          </p:cNvPr>
          <p:cNvSpPr txBox="1"/>
          <p:nvPr/>
        </p:nvSpPr>
        <p:spPr>
          <a:xfrm>
            <a:off x="5497200" y="4274772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W2.S4</a:t>
            </a:r>
          </a:p>
        </p:txBody>
      </p:sp>
      <p:sp>
        <p:nvSpPr>
          <p:cNvPr id="600" name="TextBox 599">
            <a:extLst>
              <a:ext uri="{FF2B5EF4-FFF2-40B4-BE49-F238E27FC236}">
                <a16:creationId xmlns:a16="http://schemas.microsoft.com/office/drawing/2014/main" id="{464D2D80-D317-8423-ABBF-13FE4BAB07DA}"/>
              </a:ext>
            </a:extLst>
          </p:cNvPr>
          <p:cNvSpPr txBox="1"/>
          <p:nvPr/>
        </p:nvSpPr>
        <p:spPr>
          <a:xfrm>
            <a:off x="5497200" y="4695820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W2.S5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601" name="Rectangle 600">
            <a:extLst>
              <a:ext uri="{FF2B5EF4-FFF2-40B4-BE49-F238E27FC236}">
                <a16:creationId xmlns:a16="http://schemas.microsoft.com/office/drawing/2014/main" id="{D192EC95-590F-AB90-002E-2883741C1361}"/>
              </a:ext>
            </a:extLst>
          </p:cNvPr>
          <p:cNvSpPr/>
          <p:nvPr/>
        </p:nvSpPr>
        <p:spPr>
          <a:xfrm>
            <a:off x="360077" y="5200822"/>
            <a:ext cx="722557" cy="359243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2" name="Rectangle 601">
            <a:extLst>
              <a:ext uri="{FF2B5EF4-FFF2-40B4-BE49-F238E27FC236}">
                <a16:creationId xmlns:a16="http://schemas.microsoft.com/office/drawing/2014/main" id="{8AA9211F-51D2-9840-F68F-C81EA3D60AB2}"/>
              </a:ext>
            </a:extLst>
          </p:cNvPr>
          <p:cNvSpPr/>
          <p:nvPr/>
        </p:nvSpPr>
        <p:spPr>
          <a:xfrm>
            <a:off x="360077" y="5626320"/>
            <a:ext cx="72255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3" name="Rectangle 602">
            <a:extLst>
              <a:ext uri="{FF2B5EF4-FFF2-40B4-BE49-F238E27FC236}">
                <a16:creationId xmlns:a16="http://schemas.microsoft.com/office/drawing/2014/main" id="{18156187-9EB1-EE62-D3F1-E207BC6B9434}"/>
              </a:ext>
            </a:extLst>
          </p:cNvPr>
          <p:cNvSpPr/>
          <p:nvPr/>
        </p:nvSpPr>
        <p:spPr>
          <a:xfrm>
            <a:off x="360076" y="6051818"/>
            <a:ext cx="72255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4" name="Rectangle 603">
            <a:extLst>
              <a:ext uri="{FF2B5EF4-FFF2-40B4-BE49-F238E27FC236}">
                <a16:creationId xmlns:a16="http://schemas.microsoft.com/office/drawing/2014/main" id="{6AF01ABC-E792-328F-EB97-6B02254CB3E8}"/>
              </a:ext>
            </a:extLst>
          </p:cNvPr>
          <p:cNvSpPr/>
          <p:nvPr/>
        </p:nvSpPr>
        <p:spPr>
          <a:xfrm>
            <a:off x="360075" y="6477316"/>
            <a:ext cx="72255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5" name="Rectangle 604">
            <a:extLst>
              <a:ext uri="{FF2B5EF4-FFF2-40B4-BE49-F238E27FC236}">
                <a16:creationId xmlns:a16="http://schemas.microsoft.com/office/drawing/2014/main" id="{190367A3-A931-7839-CA5D-CA0B364B01D7}"/>
              </a:ext>
            </a:extLst>
          </p:cNvPr>
          <p:cNvSpPr/>
          <p:nvPr/>
        </p:nvSpPr>
        <p:spPr>
          <a:xfrm>
            <a:off x="360075" y="6902814"/>
            <a:ext cx="72255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6" name="TextBox 605">
            <a:extLst>
              <a:ext uri="{FF2B5EF4-FFF2-40B4-BE49-F238E27FC236}">
                <a16:creationId xmlns:a16="http://schemas.microsoft.com/office/drawing/2014/main" id="{86B34B25-86C7-C3C2-0AFD-57C197E6EE3D}"/>
              </a:ext>
            </a:extLst>
          </p:cNvPr>
          <p:cNvSpPr txBox="1"/>
          <p:nvPr/>
        </p:nvSpPr>
        <p:spPr>
          <a:xfrm>
            <a:off x="325151" y="5004700"/>
            <a:ext cx="787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6"/>
                </a:solidFill>
              </a:rPr>
              <a:t>W3</a:t>
            </a:r>
          </a:p>
        </p:txBody>
      </p:sp>
      <p:sp>
        <p:nvSpPr>
          <p:cNvPr id="607" name="TextBox 606">
            <a:extLst>
              <a:ext uri="{FF2B5EF4-FFF2-40B4-BE49-F238E27FC236}">
                <a16:creationId xmlns:a16="http://schemas.microsoft.com/office/drawing/2014/main" id="{75B908F0-E614-8511-8932-07874A685B4F}"/>
              </a:ext>
            </a:extLst>
          </p:cNvPr>
          <p:cNvSpPr txBox="1"/>
          <p:nvPr/>
        </p:nvSpPr>
        <p:spPr>
          <a:xfrm>
            <a:off x="1751138" y="5004693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6"/>
                </a:solidFill>
              </a:rPr>
              <a:t>W3.R1</a:t>
            </a:r>
          </a:p>
        </p:txBody>
      </p:sp>
      <p:sp>
        <p:nvSpPr>
          <p:cNvPr id="608" name="Rectangle 607">
            <a:extLst>
              <a:ext uri="{FF2B5EF4-FFF2-40B4-BE49-F238E27FC236}">
                <a16:creationId xmlns:a16="http://schemas.microsoft.com/office/drawing/2014/main" id="{4F4E6C9E-5BA3-C42E-8496-355DF6749A4C}"/>
              </a:ext>
            </a:extLst>
          </p:cNvPr>
          <p:cNvSpPr/>
          <p:nvPr/>
        </p:nvSpPr>
        <p:spPr>
          <a:xfrm>
            <a:off x="1852044" y="5200822"/>
            <a:ext cx="864539" cy="359243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9" name="Rectangle 608">
            <a:extLst>
              <a:ext uri="{FF2B5EF4-FFF2-40B4-BE49-F238E27FC236}">
                <a16:creationId xmlns:a16="http://schemas.microsoft.com/office/drawing/2014/main" id="{A4997FBF-3DF0-2B20-AED0-D0866192F6A5}"/>
              </a:ext>
            </a:extLst>
          </p:cNvPr>
          <p:cNvSpPr/>
          <p:nvPr/>
        </p:nvSpPr>
        <p:spPr>
          <a:xfrm>
            <a:off x="1852044" y="5626320"/>
            <a:ext cx="87164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10" name="Rectangle 609">
            <a:extLst>
              <a:ext uri="{FF2B5EF4-FFF2-40B4-BE49-F238E27FC236}">
                <a16:creationId xmlns:a16="http://schemas.microsoft.com/office/drawing/2014/main" id="{18CD440C-E2A5-C976-FEAC-18527D2A32A1}"/>
              </a:ext>
            </a:extLst>
          </p:cNvPr>
          <p:cNvSpPr/>
          <p:nvPr/>
        </p:nvSpPr>
        <p:spPr>
          <a:xfrm>
            <a:off x="1852042" y="6051818"/>
            <a:ext cx="871649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31C2AC9B-4B03-A9B3-A3ED-BA298BA58673}"/>
              </a:ext>
            </a:extLst>
          </p:cNvPr>
          <p:cNvSpPr/>
          <p:nvPr/>
        </p:nvSpPr>
        <p:spPr>
          <a:xfrm>
            <a:off x="1852042" y="6477316"/>
            <a:ext cx="871650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12" name="Rectangle 611">
            <a:extLst>
              <a:ext uri="{FF2B5EF4-FFF2-40B4-BE49-F238E27FC236}">
                <a16:creationId xmlns:a16="http://schemas.microsoft.com/office/drawing/2014/main" id="{64212FCA-1C04-9941-7ECC-5DCE14B2D449}"/>
              </a:ext>
            </a:extLst>
          </p:cNvPr>
          <p:cNvSpPr/>
          <p:nvPr/>
        </p:nvSpPr>
        <p:spPr>
          <a:xfrm>
            <a:off x="1852042" y="6902814"/>
            <a:ext cx="871650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613" name="Elbow Connector 612">
            <a:extLst>
              <a:ext uri="{FF2B5EF4-FFF2-40B4-BE49-F238E27FC236}">
                <a16:creationId xmlns:a16="http://schemas.microsoft.com/office/drawing/2014/main" id="{38A0E427-09A6-84BD-66E7-D8EE6BF485CC}"/>
              </a:ext>
            </a:extLst>
          </p:cNvPr>
          <p:cNvCxnSpPr>
            <a:cxnSpLocks/>
            <a:stCxn id="608" idx="1"/>
            <a:endCxn id="609" idx="1"/>
          </p:cNvCxnSpPr>
          <p:nvPr/>
        </p:nvCxnSpPr>
        <p:spPr>
          <a:xfrm rot="10800000" flipV="1">
            <a:off x="1852044" y="5380444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14" name="TextBox 613">
            <a:extLst>
              <a:ext uri="{FF2B5EF4-FFF2-40B4-BE49-F238E27FC236}">
                <a16:creationId xmlns:a16="http://schemas.microsoft.com/office/drawing/2014/main" id="{BDD37408-15B9-D735-EAB7-45BA27045768}"/>
              </a:ext>
            </a:extLst>
          </p:cNvPr>
          <p:cNvSpPr txBox="1">
            <a:spLocks/>
          </p:cNvSpPr>
          <p:nvPr/>
        </p:nvSpPr>
        <p:spPr>
          <a:xfrm>
            <a:off x="1530319" y="557136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x2</a:t>
            </a:r>
          </a:p>
        </p:txBody>
      </p:sp>
      <p:cxnSp>
        <p:nvCxnSpPr>
          <p:cNvPr id="615" name="Elbow Connector 614">
            <a:extLst>
              <a:ext uri="{FF2B5EF4-FFF2-40B4-BE49-F238E27FC236}">
                <a16:creationId xmlns:a16="http://schemas.microsoft.com/office/drawing/2014/main" id="{B0C77532-0C73-96DE-DD9E-FF4CAFA3A486}"/>
              </a:ext>
            </a:extLst>
          </p:cNvPr>
          <p:cNvCxnSpPr>
            <a:cxnSpLocks/>
            <a:endCxn id="610" idx="1"/>
          </p:cNvCxnSpPr>
          <p:nvPr/>
        </p:nvCxnSpPr>
        <p:spPr>
          <a:xfrm rot="16200000" flipH="1">
            <a:off x="1244881" y="5624279"/>
            <a:ext cx="850996" cy="363326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16" name="Elbow Connector 615">
            <a:extLst>
              <a:ext uri="{FF2B5EF4-FFF2-40B4-BE49-F238E27FC236}">
                <a16:creationId xmlns:a16="http://schemas.microsoft.com/office/drawing/2014/main" id="{1D909391-D64C-5EA2-2840-F18D1939958E}"/>
              </a:ext>
            </a:extLst>
          </p:cNvPr>
          <p:cNvCxnSpPr>
            <a:cxnSpLocks/>
            <a:endCxn id="611" idx="1"/>
          </p:cNvCxnSpPr>
          <p:nvPr/>
        </p:nvCxnSpPr>
        <p:spPr>
          <a:xfrm rot="16200000" flipH="1">
            <a:off x="994860" y="5799756"/>
            <a:ext cx="1276498" cy="437866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17" name="Elbow Connector 616">
            <a:extLst>
              <a:ext uri="{FF2B5EF4-FFF2-40B4-BE49-F238E27FC236}">
                <a16:creationId xmlns:a16="http://schemas.microsoft.com/office/drawing/2014/main" id="{89D509CA-A285-CAC2-FFA7-74D6C3863876}"/>
              </a:ext>
            </a:extLst>
          </p:cNvPr>
          <p:cNvCxnSpPr>
            <a:cxnSpLocks/>
            <a:endCxn id="612" idx="1"/>
          </p:cNvCxnSpPr>
          <p:nvPr/>
        </p:nvCxnSpPr>
        <p:spPr>
          <a:xfrm rot="16200000" flipH="1">
            <a:off x="746585" y="5976979"/>
            <a:ext cx="1701996" cy="508918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18" name="TextBox 617">
            <a:extLst>
              <a:ext uri="{FF2B5EF4-FFF2-40B4-BE49-F238E27FC236}">
                <a16:creationId xmlns:a16="http://schemas.microsoft.com/office/drawing/2014/main" id="{8231BAF7-0A9D-E88F-3CDF-3E6EC18766C1}"/>
              </a:ext>
            </a:extLst>
          </p:cNvPr>
          <p:cNvSpPr txBox="1"/>
          <p:nvPr/>
        </p:nvSpPr>
        <p:spPr>
          <a:xfrm>
            <a:off x="1515529" y="6004820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x3</a:t>
            </a:r>
          </a:p>
        </p:txBody>
      </p:sp>
      <p:sp>
        <p:nvSpPr>
          <p:cNvPr id="619" name="TextBox 618">
            <a:extLst>
              <a:ext uri="{FF2B5EF4-FFF2-40B4-BE49-F238E27FC236}">
                <a16:creationId xmlns:a16="http://schemas.microsoft.com/office/drawing/2014/main" id="{97A9F849-4FA8-0147-5A61-ADF0C6419BE8}"/>
              </a:ext>
            </a:extLst>
          </p:cNvPr>
          <p:cNvSpPr txBox="1"/>
          <p:nvPr/>
        </p:nvSpPr>
        <p:spPr>
          <a:xfrm>
            <a:off x="1515528" y="6428999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x4</a:t>
            </a:r>
          </a:p>
        </p:txBody>
      </p:sp>
      <p:sp>
        <p:nvSpPr>
          <p:cNvPr id="620" name="TextBox 619">
            <a:extLst>
              <a:ext uri="{FF2B5EF4-FFF2-40B4-BE49-F238E27FC236}">
                <a16:creationId xmlns:a16="http://schemas.microsoft.com/office/drawing/2014/main" id="{61B0C228-613E-1EB1-FEBA-4FC9B19DDFFD}"/>
              </a:ext>
            </a:extLst>
          </p:cNvPr>
          <p:cNvSpPr txBox="1"/>
          <p:nvPr/>
        </p:nvSpPr>
        <p:spPr>
          <a:xfrm>
            <a:off x="1500741" y="6854126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x5</a:t>
            </a:r>
          </a:p>
        </p:txBody>
      </p:sp>
      <p:cxnSp>
        <p:nvCxnSpPr>
          <p:cNvPr id="621" name="Straight Connector 620">
            <a:extLst>
              <a:ext uri="{FF2B5EF4-FFF2-40B4-BE49-F238E27FC236}">
                <a16:creationId xmlns:a16="http://schemas.microsoft.com/office/drawing/2014/main" id="{A6603284-749A-3C19-327B-256771CC4A1C}"/>
              </a:ext>
            </a:extLst>
          </p:cNvPr>
          <p:cNvCxnSpPr>
            <a:cxnSpLocks/>
          </p:cNvCxnSpPr>
          <p:nvPr/>
        </p:nvCxnSpPr>
        <p:spPr>
          <a:xfrm>
            <a:off x="1333744" y="5380439"/>
            <a:ext cx="254357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22" name="TextBox 621">
            <a:extLst>
              <a:ext uri="{FF2B5EF4-FFF2-40B4-BE49-F238E27FC236}">
                <a16:creationId xmlns:a16="http://schemas.microsoft.com/office/drawing/2014/main" id="{32B4B23B-6D8D-BF2E-7870-14F777ECA520}"/>
              </a:ext>
            </a:extLst>
          </p:cNvPr>
          <p:cNvSpPr txBox="1"/>
          <p:nvPr/>
        </p:nvSpPr>
        <p:spPr>
          <a:xfrm>
            <a:off x="2709053" y="5195773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9F150286-C16B-8EEC-8619-7A9363EAAD6F}"/>
              </a:ext>
            </a:extLst>
          </p:cNvPr>
          <p:cNvSpPr txBox="1"/>
          <p:nvPr/>
        </p:nvSpPr>
        <p:spPr>
          <a:xfrm>
            <a:off x="3395370" y="5004691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6"/>
                </a:solidFill>
              </a:rPr>
              <a:t>W3.R2</a:t>
            </a:r>
          </a:p>
        </p:txBody>
      </p:sp>
      <p:sp>
        <p:nvSpPr>
          <p:cNvPr id="624" name="Rectangle 623">
            <a:extLst>
              <a:ext uri="{FF2B5EF4-FFF2-40B4-BE49-F238E27FC236}">
                <a16:creationId xmlns:a16="http://schemas.microsoft.com/office/drawing/2014/main" id="{3577C7BF-7B5B-F5B4-59EF-A1EFC55BC582}"/>
              </a:ext>
            </a:extLst>
          </p:cNvPr>
          <p:cNvSpPr/>
          <p:nvPr/>
        </p:nvSpPr>
        <p:spPr>
          <a:xfrm>
            <a:off x="3485037" y="5207079"/>
            <a:ext cx="864539" cy="359243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5" name="Rectangle 624">
            <a:extLst>
              <a:ext uri="{FF2B5EF4-FFF2-40B4-BE49-F238E27FC236}">
                <a16:creationId xmlns:a16="http://schemas.microsoft.com/office/drawing/2014/main" id="{4ACAAF8D-FDD8-CFF9-3555-782D4930EBBD}"/>
              </a:ext>
            </a:extLst>
          </p:cNvPr>
          <p:cNvSpPr/>
          <p:nvPr/>
        </p:nvSpPr>
        <p:spPr>
          <a:xfrm>
            <a:off x="3485037" y="5632577"/>
            <a:ext cx="87164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6" name="Rectangle 625">
            <a:extLst>
              <a:ext uri="{FF2B5EF4-FFF2-40B4-BE49-F238E27FC236}">
                <a16:creationId xmlns:a16="http://schemas.microsoft.com/office/drawing/2014/main" id="{CE147E69-5E6B-0FBB-9E8F-8E1E4950B40B}"/>
              </a:ext>
            </a:extLst>
          </p:cNvPr>
          <p:cNvSpPr/>
          <p:nvPr/>
        </p:nvSpPr>
        <p:spPr>
          <a:xfrm>
            <a:off x="3485035" y="6058075"/>
            <a:ext cx="871649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7" name="Rectangle 626">
            <a:extLst>
              <a:ext uri="{FF2B5EF4-FFF2-40B4-BE49-F238E27FC236}">
                <a16:creationId xmlns:a16="http://schemas.microsoft.com/office/drawing/2014/main" id="{7E35D445-3A14-F5B5-AA1D-0C1D556A0F27}"/>
              </a:ext>
            </a:extLst>
          </p:cNvPr>
          <p:cNvSpPr/>
          <p:nvPr/>
        </p:nvSpPr>
        <p:spPr>
          <a:xfrm>
            <a:off x="3485035" y="6483573"/>
            <a:ext cx="871650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2D91E14C-2F18-1759-6F29-BAB6A0A307CB}"/>
              </a:ext>
            </a:extLst>
          </p:cNvPr>
          <p:cNvSpPr/>
          <p:nvPr/>
        </p:nvSpPr>
        <p:spPr>
          <a:xfrm>
            <a:off x="3485035" y="6909071"/>
            <a:ext cx="871650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629" name="Elbow Connector 628">
            <a:extLst>
              <a:ext uri="{FF2B5EF4-FFF2-40B4-BE49-F238E27FC236}">
                <a16:creationId xmlns:a16="http://schemas.microsoft.com/office/drawing/2014/main" id="{6330B87C-61EB-C549-EDE5-81B845268355}"/>
              </a:ext>
            </a:extLst>
          </p:cNvPr>
          <p:cNvCxnSpPr>
            <a:cxnSpLocks/>
            <a:stCxn id="624" idx="1"/>
            <a:endCxn id="625" idx="1"/>
          </p:cNvCxnSpPr>
          <p:nvPr/>
        </p:nvCxnSpPr>
        <p:spPr>
          <a:xfrm rot="10800000" flipV="1">
            <a:off x="3485037" y="5386701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0" name="TextBox 629">
            <a:extLst>
              <a:ext uri="{FF2B5EF4-FFF2-40B4-BE49-F238E27FC236}">
                <a16:creationId xmlns:a16="http://schemas.microsoft.com/office/drawing/2014/main" id="{CB32813C-D3F8-F034-EA3D-97CF8CE44517}"/>
              </a:ext>
            </a:extLst>
          </p:cNvPr>
          <p:cNvSpPr txBox="1">
            <a:spLocks/>
          </p:cNvSpPr>
          <p:nvPr/>
        </p:nvSpPr>
        <p:spPr>
          <a:xfrm>
            <a:off x="3163312" y="5577624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x4</a:t>
            </a:r>
          </a:p>
        </p:txBody>
      </p:sp>
      <p:cxnSp>
        <p:nvCxnSpPr>
          <p:cNvPr id="631" name="Elbow Connector 630">
            <a:extLst>
              <a:ext uri="{FF2B5EF4-FFF2-40B4-BE49-F238E27FC236}">
                <a16:creationId xmlns:a16="http://schemas.microsoft.com/office/drawing/2014/main" id="{3E62BC1D-0A5F-C325-089D-07F2B88D3706}"/>
              </a:ext>
            </a:extLst>
          </p:cNvPr>
          <p:cNvCxnSpPr>
            <a:cxnSpLocks/>
            <a:endCxn id="626" idx="1"/>
          </p:cNvCxnSpPr>
          <p:nvPr/>
        </p:nvCxnSpPr>
        <p:spPr>
          <a:xfrm rot="16200000" flipH="1">
            <a:off x="2877874" y="5630536"/>
            <a:ext cx="850996" cy="363326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32" name="Elbow Connector 631">
            <a:extLst>
              <a:ext uri="{FF2B5EF4-FFF2-40B4-BE49-F238E27FC236}">
                <a16:creationId xmlns:a16="http://schemas.microsoft.com/office/drawing/2014/main" id="{1291744F-399B-0CF9-B585-F6DB4C3AE685}"/>
              </a:ext>
            </a:extLst>
          </p:cNvPr>
          <p:cNvCxnSpPr>
            <a:cxnSpLocks/>
            <a:endCxn id="627" idx="1"/>
          </p:cNvCxnSpPr>
          <p:nvPr/>
        </p:nvCxnSpPr>
        <p:spPr>
          <a:xfrm rot="16200000" flipH="1">
            <a:off x="2627853" y="5806013"/>
            <a:ext cx="1276498" cy="437866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33" name="Elbow Connector 632">
            <a:extLst>
              <a:ext uri="{FF2B5EF4-FFF2-40B4-BE49-F238E27FC236}">
                <a16:creationId xmlns:a16="http://schemas.microsoft.com/office/drawing/2014/main" id="{641198E9-823A-0C68-1B05-619350B983DC}"/>
              </a:ext>
            </a:extLst>
          </p:cNvPr>
          <p:cNvCxnSpPr>
            <a:cxnSpLocks/>
            <a:endCxn id="628" idx="1"/>
          </p:cNvCxnSpPr>
          <p:nvPr/>
        </p:nvCxnSpPr>
        <p:spPr>
          <a:xfrm rot="16200000" flipH="1">
            <a:off x="2379578" y="5983236"/>
            <a:ext cx="1701996" cy="508918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4" name="TextBox 633">
            <a:extLst>
              <a:ext uri="{FF2B5EF4-FFF2-40B4-BE49-F238E27FC236}">
                <a16:creationId xmlns:a16="http://schemas.microsoft.com/office/drawing/2014/main" id="{E9B9BB43-0396-63BC-4310-FAEC5ABF9F52}"/>
              </a:ext>
            </a:extLst>
          </p:cNvPr>
          <p:cNvSpPr txBox="1"/>
          <p:nvPr/>
        </p:nvSpPr>
        <p:spPr>
          <a:xfrm>
            <a:off x="3148522" y="601107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x9</a:t>
            </a:r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52E6754C-5B77-9742-49DF-86E757155183}"/>
              </a:ext>
            </a:extLst>
          </p:cNvPr>
          <p:cNvSpPr txBox="1"/>
          <p:nvPr/>
        </p:nvSpPr>
        <p:spPr>
          <a:xfrm>
            <a:off x="3114056" y="6435256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x16</a:t>
            </a:r>
          </a:p>
        </p:txBody>
      </p:sp>
      <p:sp>
        <p:nvSpPr>
          <p:cNvPr id="636" name="TextBox 635">
            <a:extLst>
              <a:ext uri="{FF2B5EF4-FFF2-40B4-BE49-F238E27FC236}">
                <a16:creationId xmlns:a16="http://schemas.microsoft.com/office/drawing/2014/main" id="{47CB5CDF-B3A6-A6AC-E20F-066AEB0ACCBD}"/>
              </a:ext>
            </a:extLst>
          </p:cNvPr>
          <p:cNvSpPr txBox="1"/>
          <p:nvPr/>
        </p:nvSpPr>
        <p:spPr>
          <a:xfrm>
            <a:off x="3099269" y="6860383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x25</a:t>
            </a:r>
          </a:p>
        </p:txBody>
      </p:sp>
      <p:cxnSp>
        <p:nvCxnSpPr>
          <p:cNvPr id="637" name="Straight Connector 636">
            <a:extLst>
              <a:ext uri="{FF2B5EF4-FFF2-40B4-BE49-F238E27FC236}">
                <a16:creationId xmlns:a16="http://schemas.microsoft.com/office/drawing/2014/main" id="{6507539D-1A9D-4395-DDB1-F12F1FFAF652}"/>
              </a:ext>
            </a:extLst>
          </p:cNvPr>
          <p:cNvCxnSpPr>
            <a:cxnSpLocks/>
          </p:cNvCxnSpPr>
          <p:nvPr/>
        </p:nvCxnSpPr>
        <p:spPr>
          <a:xfrm>
            <a:off x="2966737" y="5386696"/>
            <a:ext cx="254357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8" name="TextBox 637">
            <a:extLst>
              <a:ext uri="{FF2B5EF4-FFF2-40B4-BE49-F238E27FC236}">
                <a16:creationId xmlns:a16="http://schemas.microsoft.com/office/drawing/2014/main" id="{032D5953-A3BD-54BF-3E57-7C5E6313D3BE}"/>
              </a:ext>
            </a:extLst>
          </p:cNvPr>
          <p:cNvSpPr txBox="1"/>
          <p:nvPr/>
        </p:nvSpPr>
        <p:spPr>
          <a:xfrm>
            <a:off x="2712273" y="562317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39" name="TextBox 638">
            <a:extLst>
              <a:ext uri="{FF2B5EF4-FFF2-40B4-BE49-F238E27FC236}">
                <a16:creationId xmlns:a16="http://schemas.microsoft.com/office/drawing/2014/main" id="{F891D29D-A2D1-7297-208C-E389E0B41401}"/>
              </a:ext>
            </a:extLst>
          </p:cNvPr>
          <p:cNvSpPr txBox="1"/>
          <p:nvPr/>
        </p:nvSpPr>
        <p:spPr>
          <a:xfrm>
            <a:off x="2712273" y="604358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0" name="TextBox 639">
            <a:extLst>
              <a:ext uri="{FF2B5EF4-FFF2-40B4-BE49-F238E27FC236}">
                <a16:creationId xmlns:a16="http://schemas.microsoft.com/office/drawing/2014/main" id="{ADF22612-B859-2B2C-5FB0-1F815339ACF3}"/>
              </a:ext>
            </a:extLst>
          </p:cNvPr>
          <p:cNvSpPr txBox="1"/>
          <p:nvPr/>
        </p:nvSpPr>
        <p:spPr>
          <a:xfrm>
            <a:off x="2712273" y="647532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1" name="TextBox 640">
            <a:extLst>
              <a:ext uri="{FF2B5EF4-FFF2-40B4-BE49-F238E27FC236}">
                <a16:creationId xmlns:a16="http://schemas.microsoft.com/office/drawing/2014/main" id="{6291FC8F-C591-65FE-3CDC-15C340F85C22}"/>
              </a:ext>
            </a:extLst>
          </p:cNvPr>
          <p:cNvSpPr txBox="1"/>
          <p:nvPr/>
        </p:nvSpPr>
        <p:spPr>
          <a:xfrm>
            <a:off x="2712273" y="689848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2" name="TextBox 641">
            <a:extLst>
              <a:ext uri="{FF2B5EF4-FFF2-40B4-BE49-F238E27FC236}">
                <a16:creationId xmlns:a16="http://schemas.microsoft.com/office/drawing/2014/main" id="{633DD1D6-BD9F-6EE4-D59E-7503CEE5D5C1}"/>
              </a:ext>
            </a:extLst>
          </p:cNvPr>
          <p:cNvSpPr txBox="1"/>
          <p:nvPr/>
        </p:nvSpPr>
        <p:spPr>
          <a:xfrm>
            <a:off x="1077803" y="5195773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3" name="TextBox 642">
            <a:extLst>
              <a:ext uri="{FF2B5EF4-FFF2-40B4-BE49-F238E27FC236}">
                <a16:creationId xmlns:a16="http://schemas.microsoft.com/office/drawing/2014/main" id="{C39FFBAC-E643-028B-7E09-E78544308D99}"/>
              </a:ext>
            </a:extLst>
          </p:cNvPr>
          <p:cNvSpPr txBox="1"/>
          <p:nvPr/>
        </p:nvSpPr>
        <p:spPr>
          <a:xfrm>
            <a:off x="1081023" y="562317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4" name="TextBox 643">
            <a:extLst>
              <a:ext uri="{FF2B5EF4-FFF2-40B4-BE49-F238E27FC236}">
                <a16:creationId xmlns:a16="http://schemas.microsoft.com/office/drawing/2014/main" id="{5A24C8C6-B050-32D0-F66C-8F7121FF7CB9}"/>
              </a:ext>
            </a:extLst>
          </p:cNvPr>
          <p:cNvSpPr txBox="1"/>
          <p:nvPr/>
        </p:nvSpPr>
        <p:spPr>
          <a:xfrm>
            <a:off x="1081023" y="604358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5" name="TextBox 644">
            <a:extLst>
              <a:ext uri="{FF2B5EF4-FFF2-40B4-BE49-F238E27FC236}">
                <a16:creationId xmlns:a16="http://schemas.microsoft.com/office/drawing/2014/main" id="{0FE55213-52B3-558B-B327-1CA6BD76023E}"/>
              </a:ext>
            </a:extLst>
          </p:cNvPr>
          <p:cNvSpPr txBox="1"/>
          <p:nvPr/>
        </p:nvSpPr>
        <p:spPr>
          <a:xfrm>
            <a:off x="1081023" y="647532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6" name="TextBox 645">
            <a:extLst>
              <a:ext uri="{FF2B5EF4-FFF2-40B4-BE49-F238E27FC236}">
                <a16:creationId xmlns:a16="http://schemas.microsoft.com/office/drawing/2014/main" id="{8DDADC15-7532-E999-0EDF-2AF7E3AF93B9}"/>
              </a:ext>
            </a:extLst>
          </p:cNvPr>
          <p:cNvSpPr txBox="1"/>
          <p:nvPr/>
        </p:nvSpPr>
        <p:spPr>
          <a:xfrm>
            <a:off x="1081023" y="689848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7" name="TextBox 646">
            <a:extLst>
              <a:ext uri="{FF2B5EF4-FFF2-40B4-BE49-F238E27FC236}">
                <a16:creationId xmlns:a16="http://schemas.microsoft.com/office/drawing/2014/main" id="{CD898894-E007-027D-95FA-79775667190D}"/>
              </a:ext>
            </a:extLst>
          </p:cNvPr>
          <p:cNvSpPr txBox="1"/>
          <p:nvPr/>
        </p:nvSpPr>
        <p:spPr>
          <a:xfrm>
            <a:off x="4335048" y="5257328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48" name="TextBox 647">
            <a:extLst>
              <a:ext uri="{FF2B5EF4-FFF2-40B4-BE49-F238E27FC236}">
                <a16:creationId xmlns:a16="http://schemas.microsoft.com/office/drawing/2014/main" id="{447F3BBB-0F5B-9487-F3CC-ADB43B777122}"/>
              </a:ext>
            </a:extLst>
          </p:cNvPr>
          <p:cNvSpPr txBox="1"/>
          <p:nvPr/>
        </p:nvSpPr>
        <p:spPr>
          <a:xfrm>
            <a:off x="5495764" y="5267157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W3.S1</a:t>
            </a:r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2CFBC5EB-55C9-1B8F-5C97-B3399684D48C}"/>
              </a:ext>
            </a:extLst>
          </p:cNvPr>
          <p:cNvSpPr/>
          <p:nvPr/>
        </p:nvSpPr>
        <p:spPr>
          <a:xfrm>
            <a:off x="4804412" y="5211368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0" name="Rectangle 649">
            <a:extLst>
              <a:ext uri="{FF2B5EF4-FFF2-40B4-BE49-F238E27FC236}">
                <a16:creationId xmlns:a16="http://schemas.microsoft.com/office/drawing/2014/main" id="{D47FCBB4-799E-A4F5-DCA6-F8AD69D285D4}"/>
              </a:ext>
            </a:extLst>
          </p:cNvPr>
          <p:cNvSpPr/>
          <p:nvPr/>
        </p:nvSpPr>
        <p:spPr>
          <a:xfrm>
            <a:off x="4804412" y="5636866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A021A42E-7C8E-B950-4113-B332D00D94DD}"/>
              </a:ext>
            </a:extLst>
          </p:cNvPr>
          <p:cNvSpPr/>
          <p:nvPr/>
        </p:nvSpPr>
        <p:spPr>
          <a:xfrm>
            <a:off x="4804411" y="6062364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2" name="Rectangle 651">
            <a:extLst>
              <a:ext uri="{FF2B5EF4-FFF2-40B4-BE49-F238E27FC236}">
                <a16:creationId xmlns:a16="http://schemas.microsoft.com/office/drawing/2014/main" id="{D16F91EF-F517-929F-35DB-2AC294E4EB98}"/>
              </a:ext>
            </a:extLst>
          </p:cNvPr>
          <p:cNvSpPr/>
          <p:nvPr/>
        </p:nvSpPr>
        <p:spPr>
          <a:xfrm>
            <a:off x="4804410" y="6487862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EF7CE9BB-77B2-60EB-4BB4-B4057381820E}"/>
              </a:ext>
            </a:extLst>
          </p:cNvPr>
          <p:cNvSpPr/>
          <p:nvPr/>
        </p:nvSpPr>
        <p:spPr>
          <a:xfrm>
            <a:off x="4804410" y="6913360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4" name="TextBox 653">
            <a:extLst>
              <a:ext uri="{FF2B5EF4-FFF2-40B4-BE49-F238E27FC236}">
                <a16:creationId xmlns:a16="http://schemas.microsoft.com/office/drawing/2014/main" id="{84C9B1EF-7825-A4D9-6940-1F4F0EBCA81E}"/>
              </a:ext>
            </a:extLst>
          </p:cNvPr>
          <p:cNvSpPr txBox="1"/>
          <p:nvPr/>
        </p:nvSpPr>
        <p:spPr>
          <a:xfrm>
            <a:off x="4339281" y="5684733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55" name="TextBox 654">
            <a:extLst>
              <a:ext uri="{FF2B5EF4-FFF2-40B4-BE49-F238E27FC236}">
                <a16:creationId xmlns:a16="http://schemas.microsoft.com/office/drawing/2014/main" id="{15EAD5C0-0AFE-1236-6E27-F851C6870EA7}"/>
              </a:ext>
            </a:extLst>
          </p:cNvPr>
          <p:cNvSpPr txBox="1"/>
          <p:nvPr/>
        </p:nvSpPr>
        <p:spPr>
          <a:xfrm>
            <a:off x="4339740" y="6093712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56" name="TextBox 655">
            <a:extLst>
              <a:ext uri="{FF2B5EF4-FFF2-40B4-BE49-F238E27FC236}">
                <a16:creationId xmlns:a16="http://schemas.microsoft.com/office/drawing/2014/main" id="{88B99426-4F24-968C-EAB4-E101C4D6F263}"/>
              </a:ext>
            </a:extLst>
          </p:cNvPr>
          <p:cNvSpPr txBox="1"/>
          <p:nvPr/>
        </p:nvSpPr>
        <p:spPr>
          <a:xfrm>
            <a:off x="4340639" y="6532154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57" name="TextBox 656">
            <a:extLst>
              <a:ext uri="{FF2B5EF4-FFF2-40B4-BE49-F238E27FC236}">
                <a16:creationId xmlns:a16="http://schemas.microsoft.com/office/drawing/2014/main" id="{1B49EA80-55E9-FD03-1D89-2E86BE7100FA}"/>
              </a:ext>
            </a:extLst>
          </p:cNvPr>
          <p:cNvSpPr txBox="1"/>
          <p:nvPr/>
        </p:nvSpPr>
        <p:spPr>
          <a:xfrm>
            <a:off x="4338992" y="6969937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58" name="TextBox 657">
            <a:extLst>
              <a:ext uri="{FF2B5EF4-FFF2-40B4-BE49-F238E27FC236}">
                <a16:creationId xmlns:a16="http://schemas.microsoft.com/office/drawing/2014/main" id="{CB31E201-F6C1-CC58-D5CB-90CC0B90613E}"/>
              </a:ext>
            </a:extLst>
          </p:cNvPr>
          <p:cNvSpPr txBox="1"/>
          <p:nvPr/>
        </p:nvSpPr>
        <p:spPr>
          <a:xfrm>
            <a:off x="5495765" y="5693635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W3.S2</a:t>
            </a:r>
          </a:p>
        </p:txBody>
      </p:sp>
      <p:sp>
        <p:nvSpPr>
          <p:cNvPr id="659" name="TextBox 658">
            <a:extLst>
              <a:ext uri="{FF2B5EF4-FFF2-40B4-BE49-F238E27FC236}">
                <a16:creationId xmlns:a16="http://schemas.microsoft.com/office/drawing/2014/main" id="{CF9F6C7F-6F7D-11E2-C4DD-93B957198A2B}"/>
              </a:ext>
            </a:extLst>
          </p:cNvPr>
          <p:cNvSpPr txBox="1"/>
          <p:nvPr/>
        </p:nvSpPr>
        <p:spPr>
          <a:xfrm>
            <a:off x="5496859" y="6120264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W3.S3</a:t>
            </a:r>
          </a:p>
        </p:txBody>
      </p:sp>
      <p:sp>
        <p:nvSpPr>
          <p:cNvPr id="660" name="TextBox 659">
            <a:extLst>
              <a:ext uri="{FF2B5EF4-FFF2-40B4-BE49-F238E27FC236}">
                <a16:creationId xmlns:a16="http://schemas.microsoft.com/office/drawing/2014/main" id="{C6DA1512-E652-00BC-34D3-69A9FE864053}"/>
              </a:ext>
            </a:extLst>
          </p:cNvPr>
          <p:cNvSpPr txBox="1"/>
          <p:nvPr/>
        </p:nvSpPr>
        <p:spPr>
          <a:xfrm>
            <a:off x="5496859" y="6546742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W3.S4</a:t>
            </a:r>
          </a:p>
        </p:txBody>
      </p:sp>
      <p:sp>
        <p:nvSpPr>
          <p:cNvPr id="661" name="TextBox 660">
            <a:extLst>
              <a:ext uri="{FF2B5EF4-FFF2-40B4-BE49-F238E27FC236}">
                <a16:creationId xmlns:a16="http://schemas.microsoft.com/office/drawing/2014/main" id="{BB4D1965-D0B6-03D9-DCCB-2D87AD76C007}"/>
              </a:ext>
            </a:extLst>
          </p:cNvPr>
          <p:cNvSpPr txBox="1"/>
          <p:nvPr/>
        </p:nvSpPr>
        <p:spPr>
          <a:xfrm>
            <a:off x="5495765" y="6967790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W3.S5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34C457-E217-2E49-7C5A-A0C4718EFA75}"/>
              </a:ext>
            </a:extLst>
          </p:cNvPr>
          <p:cNvSpPr txBox="1"/>
          <p:nvPr/>
        </p:nvSpPr>
        <p:spPr>
          <a:xfrm>
            <a:off x="5457753" y="7548128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R1.S1</a:t>
            </a:r>
            <a:r>
              <a:rPr lang="en-US" sz="1000" noProof="0" dirty="0"/>
              <a:t>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7BE00B-02D1-B7AD-D280-1546C40B8D59}"/>
              </a:ext>
            </a:extLst>
          </p:cNvPr>
          <p:cNvSpPr txBox="1"/>
          <p:nvPr/>
        </p:nvSpPr>
        <p:spPr>
          <a:xfrm>
            <a:off x="5871600" y="7863804"/>
            <a:ext cx="6228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W1.S2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W2.S2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W3.S2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37A159-F1AB-7971-CC7E-1603D6D2E2C1}"/>
              </a:ext>
            </a:extLst>
          </p:cNvPr>
          <p:cNvSpPr txBox="1"/>
          <p:nvPr/>
        </p:nvSpPr>
        <p:spPr>
          <a:xfrm>
            <a:off x="5457074" y="7971526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R1</a:t>
            </a:r>
            <a:r>
              <a:rPr lang="en-US" sz="1000" noProof="0" dirty="0">
                <a:solidFill>
                  <a:srgbClr val="A02A93"/>
                </a:solidFill>
              </a:rPr>
              <a:t>.S2</a:t>
            </a:r>
            <a:r>
              <a:rPr lang="en-US" sz="1000" noProof="0" dirty="0"/>
              <a:t>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91302C-F94C-F096-8220-11BBB635561A}"/>
              </a:ext>
            </a:extLst>
          </p:cNvPr>
          <p:cNvSpPr txBox="1"/>
          <p:nvPr/>
        </p:nvSpPr>
        <p:spPr>
          <a:xfrm>
            <a:off x="5871600" y="8292250"/>
            <a:ext cx="6228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W1.S3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W2.S3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W3.S3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BD5524-FE0E-1C5C-6F30-1ADDDFA9A578}"/>
              </a:ext>
            </a:extLst>
          </p:cNvPr>
          <p:cNvSpPr txBox="1"/>
          <p:nvPr/>
        </p:nvSpPr>
        <p:spPr>
          <a:xfrm>
            <a:off x="5457600" y="8401228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R1</a:t>
            </a:r>
            <a:r>
              <a:rPr lang="en-US" sz="1000" noProof="0" dirty="0">
                <a:solidFill>
                  <a:srgbClr val="A02A93"/>
                </a:solidFill>
              </a:rPr>
              <a:t>.S3</a:t>
            </a:r>
            <a:r>
              <a:rPr lang="en-US" sz="1000" noProof="0" dirty="0"/>
              <a:t>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CBA08E-B351-2719-D5DA-3641DC2D9E6B}"/>
              </a:ext>
            </a:extLst>
          </p:cNvPr>
          <p:cNvSpPr txBox="1"/>
          <p:nvPr/>
        </p:nvSpPr>
        <p:spPr>
          <a:xfrm>
            <a:off x="5871600" y="8717050"/>
            <a:ext cx="6228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W1.S4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W2.S4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W3.S4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72E69D-4696-56A9-BEDC-67B28D701FAC}"/>
              </a:ext>
            </a:extLst>
          </p:cNvPr>
          <p:cNvSpPr txBox="1"/>
          <p:nvPr/>
        </p:nvSpPr>
        <p:spPr>
          <a:xfrm>
            <a:off x="5457600" y="8824626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R1</a:t>
            </a:r>
            <a:r>
              <a:rPr lang="en-US" sz="1000" noProof="0" dirty="0">
                <a:solidFill>
                  <a:srgbClr val="A02A93"/>
                </a:solidFill>
              </a:rPr>
              <a:t>.S4</a:t>
            </a:r>
            <a:r>
              <a:rPr lang="en-US" sz="1000" noProof="0" dirty="0"/>
              <a:t>=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39B65F-71C1-56AE-2817-62603176E929}"/>
              </a:ext>
            </a:extLst>
          </p:cNvPr>
          <p:cNvSpPr txBox="1"/>
          <p:nvPr/>
        </p:nvSpPr>
        <p:spPr>
          <a:xfrm>
            <a:off x="5871600" y="9145450"/>
            <a:ext cx="6228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W1.S5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W2.S5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W3.S5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F42F3C-98AA-0E3C-D021-5AA5325CFF57}"/>
              </a:ext>
            </a:extLst>
          </p:cNvPr>
          <p:cNvSpPr txBox="1"/>
          <p:nvPr/>
        </p:nvSpPr>
        <p:spPr>
          <a:xfrm>
            <a:off x="5457600" y="9253210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R1.S5</a:t>
            </a:r>
            <a:r>
              <a:rPr lang="en-US" sz="1000" noProof="0" dirty="0"/>
              <a:t>=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63BBEF-9E67-0273-5E0A-BA61614807F8}"/>
              </a:ext>
            </a:extLst>
          </p:cNvPr>
          <p:cNvSpPr txBox="1"/>
          <p:nvPr/>
        </p:nvSpPr>
        <p:spPr>
          <a:xfrm>
            <a:off x="6019851" y="675822"/>
            <a:ext cx="55607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1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1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7E5831C-E5C2-0469-45B7-4C2EF9D026F9}"/>
              </a:ext>
            </a:extLst>
          </p:cNvPr>
          <p:cNvSpPr/>
          <p:nvPr/>
        </p:nvSpPr>
        <p:spPr>
          <a:xfrm>
            <a:off x="6536342" y="760658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165CD5-14C5-1707-9018-C08B5D338D12}"/>
              </a:ext>
            </a:extLst>
          </p:cNvPr>
          <p:cNvSpPr txBox="1"/>
          <p:nvPr/>
        </p:nvSpPr>
        <p:spPr>
          <a:xfrm>
            <a:off x="6019200" y="1106105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1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2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25AB88-9D29-67F8-4E68-8301280190DC}"/>
              </a:ext>
            </a:extLst>
          </p:cNvPr>
          <p:cNvSpPr/>
          <p:nvPr/>
        </p:nvSpPr>
        <p:spPr>
          <a:xfrm>
            <a:off x="6537600" y="1190941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95BDF9-DC0C-6284-E310-17951F685E8D}"/>
              </a:ext>
            </a:extLst>
          </p:cNvPr>
          <p:cNvSpPr txBox="1"/>
          <p:nvPr/>
        </p:nvSpPr>
        <p:spPr>
          <a:xfrm>
            <a:off x="6019852" y="1526116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1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3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98E06C9-1170-0F4D-6013-7EDC6364A134}"/>
              </a:ext>
            </a:extLst>
          </p:cNvPr>
          <p:cNvSpPr/>
          <p:nvPr/>
        </p:nvSpPr>
        <p:spPr>
          <a:xfrm>
            <a:off x="6536343" y="1610952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D6443F-E47D-D7DE-78F1-C99D029090CE}"/>
              </a:ext>
            </a:extLst>
          </p:cNvPr>
          <p:cNvSpPr txBox="1"/>
          <p:nvPr/>
        </p:nvSpPr>
        <p:spPr>
          <a:xfrm>
            <a:off x="6019200" y="1956399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1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4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6525FDF-8C3F-7D6A-6926-0B9A4F843B96}"/>
              </a:ext>
            </a:extLst>
          </p:cNvPr>
          <p:cNvSpPr/>
          <p:nvPr/>
        </p:nvSpPr>
        <p:spPr>
          <a:xfrm>
            <a:off x="6537600" y="2041235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5CBA6A-691B-4A11-FB31-9038CD31492D}"/>
              </a:ext>
            </a:extLst>
          </p:cNvPr>
          <p:cNvSpPr txBox="1"/>
          <p:nvPr/>
        </p:nvSpPr>
        <p:spPr>
          <a:xfrm>
            <a:off x="6019200" y="2376955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1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5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7539E13-CA68-322E-BBB4-198AC0BB287E}"/>
              </a:ext>
            </a:extLst>
          </p:cNvPr>
          <p:cNvSpPr/>
          <p:nvPr/>
        </p:nvSpPr>
        <p:spPr>
          <a:xfrm>
            <a:off x="6537600" y="2461791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7C65436-37DE-AE14-82E4-FB8476D863F0}"/>
              </a:ext>
            </a:extLst>
          </p:cNvPr>
          <p:cNvSpPr txBox="1"/>
          <p:nvPr/>
        </p:nvSpPr>
        <p:spPr>
          <a:xfrm>
            <a:off x="6019200" y="2950804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2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1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AE3135D-FDF3-B506-1121-F956971A0CE5}"/>
              </a:ext>
            </a:extLst>
          </p:cNvPr>
          <p:cNvSpPr/>
          <p:nvPr/>
        </p:nvSpPr>
        <p:spPr>
          <a:xfrm>
            <a:off x="6537600" y="3035640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52B2811-77D9-B9A8-95F7-357E7235DE4D}"/>
              </a:ext>
            </a:extLst>
          </p:cNvPr>
          <p:cNvSpPr txBox="1"/>
          <p:nvPr/>
        </p:nvSpPr>
        <p:spPr>
          <a:xfrm>
            <a:off x="6019200" y="3381087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2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2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5CFDEC4-2158-09DC-986E-96B8A0A419F9}"/>
              </a:ext>
            </a:extLst>
          </p:cNvPr>
          <p:cNvSpPr/>
          <p:nvPr/>
        </p:nvSpPr>
        <p:spPr>
          <a:xfrm>
            <a:off x="6537600" y="3465923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FE143CE-D57F-1A81-E933-AF3179F8A3A1}"/>
              </a:ext>
            </a:extLst>
          </p:cNvPr>
          <p:cNvSpPr txBox="1"/>
          <p:nvPr/>
        </p:nvSpPr>
        <p:spPr>
          <a:xfrm>
            <a:off x="6019200" y="3801098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2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3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258EDD2-0FA2-F3DC-2A93-1CFBDF8F9EC4}"/>
              </a:ext>
            </a:extLst>
          </p:cNvPr>
          <p:cNvSpPr/>
          <p:nvPr/>
        </p:nvSpPr>
        <p:spPr>
          <a:xfrm>
            <a:off x="6537600" y="3885934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EDD03A0-9731-B11B-8CB9-FADFA97F81CC}"/>
              </a:ext>
            </a:extLst>
          </p:cNvPr>
          <p:cNvSpPr txBox="1"/>
          <p:nvPr/>
        </p:nvSpPr>
        <p:spPr>
          <a:xfrm>
            <a:off x="6019200" y="4231381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2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4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2BC6ED4-C3B7-2362-28A3-874DDFF42CD1}"/>
              </a:ext>
            </a:extLst>
          </p:cNvPr>
          <p:cNvSpPr/>
          <p:nvPr/>
        </p:nvSpPr>
        <p:spPr>
          <a:xfrm>
            <a:off x="6537600" y="4316217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074A54D-18B1-E57D-90A1-5CE905BC23A0}"/>
              </a:ext>
            </a:extLst>
          </p:cNvPr>
          <p:cNvSpPr txBox="1"/>
          <p:nvPr/>
        </p:nvSpPr>
        <p:spPr>
          <a:xfrm>
            <a:off x="6019200" y="4651937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2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5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6F4CEEC-B02A-27AD-623E-A7BE9EFFAB17}"/>
              </a:ext>
            </a:extLst>
          </p:cNvPr>
          <p:cNvSpPr/>
          <p:nvPr/>
        </p:nvSpPr>
        <p:spPr>
          <a:xfrm>
            <a:off x="6537600" y="4735450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DEAEAEA-9682-21C7-772B-CB87459657D5}"/>
              </a:ext>
            </a:extLst>
          </p:cNvPr>
          <p:cNvSpPr txBox="1"/>
          <p:nvPr/>
        </p:nvSpPr>
        <p:spPr>
          <a:xfrm>
            <a:off x="6018565" y="5222288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3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1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D211E97-3F6D-185B-B8DD-6EC3E7B37F42}"/>
              </a:ext>
            </a:extLst>
          </p:cNvPr>
          <p:cNvSpPr/>
          <p:nvPr/>
        </p:nvSpPr>
        <p:spPr>
          <a:xfrm>
            <a:off x="6537600" y="5307124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AD2342F-CD4D-3A89-9F45-BBC2AFEACA65}"/>
              </a:ext>
            </a:extLst>
          </p:cNvPr>
          <p:cNvSpPr txBox="1"/>
          <p:nvPr/>
        </p:nvSpPr>
        <p:spPr>
          <a:xfrm>
            <a:off x="6019200" y="5652571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3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2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C05880F-4ECC-7788-35C1-7F47D60B6E68}"/>
              </a:ext>
            </a:extLst>
          </p:cNvPr>
          <p:cNvSpPr/>
          <p:nvPr/>
        </p:nvSpPr>
        <p:spPr>
          <a:xfrm>
            <a:off x="6538659" y="5737407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5395D45-59B0-6A7B-387A-F02B967E5B22}"/>
              </a:ext>
            </a:extLst>
          </p:cNvPr>
          <p:cNvSpPr txBox="1"/>
          <p:nvPr/>
        </p:nvSpPr>
        <p:spPr>
          <a:xfrm>
            <a:off x="6018566" y="6072582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3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3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46FE4C9-4F25-E7C5-55DC-55970B2651EF}"/>
              </a:ext>
            </a:extLst>
          </p:cNvPr>
          <p:cNvSpPr/>
          <p:nvPr/>
        </p:nvSpPr>
        <p:spPr>
          <a:xfrm>
            <a:off x="6537600" y="6157450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F7F74E8-09F2-B569-7C94-0472FD51B252}"/>
              </a:ext>
            </a:extLst>
          </p:cNvPr>
          <p:cNvSpPr txBox="1"/>
          <p:nvPr/>
        </p:nvSpPr>
        <p:spPr>
          <a:xfrm>
            <a:off x="6019200" y="6502865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3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4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1163581-EAEA-60E2-86FE-D0034816D337}"/>
              </a:ext>
            </a:extLst>
          </p:cNvPr>
          <p:cNvSpPr/>
          <p:nvPr/>
        </p:nvSpPr>
        <p:spPr>
          <a:xfrm>
            <a:off x="6538660" y="6587701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F71FE21-DD40-20AD-96B1-94033091E54A}"/>
              </a:ext>
            </a:extLst>
          </p:cNvPr>
          <p:cNvSpPr txBox="1"/>
          <p:nvPr/>
        </p:nvSpPr>
        <p:spPr>
          <a:xfrm>
            <a:off x="6019200" y="6923421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3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5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E1C2FCA-ADE7-2D35-842E-0B06566FE0B6}"/>
              </a:ext>
            </a:extLst>
          </p:cNvPr>
          <p:cNvSpPr/>
          <p:nvPr/>
        </p:nvSpPr>
        <p:spPr>
          <a:xfrm>
            <a:off x="6538661" y="7008257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481" y="141553"/>
            <a:ext cx="544198" cy="544198"/>
          </a:xfrm>
          <a:prstGeom prst="rect">
            <a:avLst/>
          </a:prstGeom>
          <a:noFill/>
        </p:spPr>
      </p:pic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CB0BBF29-A53B-6DD1-5960-6BBB923A28D7}"/>
              </a:ext>
            </a:extLst>
          </p:cNvPr>
          <p:cNvCxnSpPr>
            <a:cxnSpLocks/>
            <a:stCxn id="70" idx="1"/>
            <a:endCxn id="74" idx="1"/>
          </p:cNvCxnSpPr>
          <p:nvPr/>
        </p:nvCxnSpPr>
        <p:spPr>
          <a:xfrm rot="10800000" flipV="1">
            <a:off x="361170" y="835325"/>
            <a:ext cx="2" cy="1701992"/>
          </a:xfrm>
          <a:prstGeom prst="bentConnector3">
            <a:avLst>
              <a:gd name="adj1" fmla="val 11430100000"/>
            </a:avLst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9996377-DDB0-C0B6-E4E1-0651C308CD34}"/>
              </a:ext>
            </a:extLst>
          </p:cNvPr>
          <p:cNvSpPr txBox="1">
            <a:spLocks/>
          </p:cNvSpPr>
          <p:nvPr/>
        </p:nvSpPr>
        <p:spPr>
          <a:xfrm rot="16200000">
            <a:off x="-253419" y="156321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copy     to      all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FB3F566E-7899-B3E7-F9A0-7DAFD414E3AC}"/>
              </a:ext>
            </a:extLst>
          </p:cNvPr>
          <p:cNvCxnSpPr>
            <a:cxnSpLocks/>
            <a:stCxn id="540" idx="1"/>
            <a:endCxn id="544" idx="1"/>
          </p:cNvCxnSpPr>
          <p:nvPr/>
        </p:nvCxnSpPr>
        <p:spPr>
          <a:xfrm rot="10800000" flipV="1">
            <a:off x="356337" y="3108474"/>
            <a:ext cx="2" cy="1701992"/>
          </a:xfrm>
          <a:prstGeom prst="bentConnector3">
            <a:avLst>
              <a:gd name="adj1" fmla="val 11430100000"/>
            </a:avLst>
          </a:prstGeom>
          <a:ln w="9525">
            <a:solidFill>
              <a:srgbClr val="0F9ED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2BEE9059-2B0B-39F6-8048-B034D64AD84F}"/>
              </a:ext>
            </a:extLst>
          </p:cNvPr>
          <p:cNvSpPr txBox="1">
            <a:spLocks/>
          </p:cNvSpPr>
          <p:nvPr/>
        </p:nvSpPr>
        <p:spPr>
          <a:xfrm rot="16200000">
            <a:off x="-258254" y="3838816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copy     to      all</a:t>
            </a:r>
          </a:p>
        </p:txBody>
      </p: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766EC15C-032C-EB69-1464-F2FF02F71645}"/>
              </a:ext>
            </a:extLst>
          </p:cNvPr>
          <p:cNvCxnSpPr>
            <a:cxnSpLocks/>
            <a:stCxn id="601" idx="1"/>
            <a:endCxn id="605" idx="1"/>
          </p:cNvCxnSpPr>
          <p:nvPr/>
        </p:nvCxnSpPr>
        <p:spPr>
          <a:xfrm rot="10800000" flipV="1">
            <a:off x="360075" y="5380444"/>
            <a:ext cx="2" cy="1701992"/>
          </a:xfrm>
          <a:prstGeom prst="bentConnector3">
            <a:avLst>
              <a:gd name="adj1" fmla="val 11430100000"/>
            </a:avLst>
          </a:prstGeom>
          <a:ln w="9525">
            <a:solidFill>
              <a:srgbClr val="4EA72E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8C7DDE54-68EC-FC6A-A1E8-E77063C1134E}"/>
              </a:ext>
            </a:extLst>
          </p:cNvPr>
          <p:cNvSpPr txBox="1">
            <a:spLocks/>
          </p:cNvSpPr>
          <p:nvPr/>
        </p:nvSpPr>
        <p:spPr>
          <a:xfrm rot="16200000">
            <a:off x="-258252" y="6113948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copy     to      all</a:t>
            </a:r>
          </a:p>
        </p:txBody>
      </p: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DF333819-92C5-6152-3260-2A0F38010E0C}"/>
              </a:ext>
            </a:extLst>
          </p:cNvPr>
          <p:cNvCxnSpPr>
            <a:cxnSpLocks/>
            <a:stCxn id="357" idx="1"/>
            <a:endCxn id="361" idx="1"/>
          </p:cNvCxnSpPr>
          <p:nvPr/>
        </p:nvCxnSpPr>
        <p:spPr>
          <a:xfrm rot="10800000" flipV="1">
            <a:off x="356339" y="7664368"/>
            <a:ext cx="2" cy="1701992"/>
          </a:xfrm>
          <a:prstGeom prst="bentConnector3">
            <a:avLst>
              <a:gd name="adj1" fmla="val 11430100000"/>
            </a:avLst>
          </a:prstGeom>
          <a:ln w="9525">
            <a:solidFill>
              <a:srgbClr val="A02A93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56DD3FE2-3A48-7ADF-BDEF-FF35E11A4606}"/>
              </a:ext>
            </a:extLst>
          </p:cNvPr>
          <p:cNvSpPr txBox="1">
            <a:spLocks/>
          </p:cNvSpPr>
          <p:nvPr/>
        </p:nvSpPr>
        <p:spPr>
          <a:xfrm rot="16200000">
            <a:off x="-258255" y="8392254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copy     to      all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B3B773-A6E8-D7A7-4A30-9F5494F29C5F}"/>
              </a:ext>
            </a:extLst>
          </p:cNvPr>
          <p:cNvSpPr txBox="1"/>
          <p:nvPr/>
        </p:nvSpPr>
        <p:spPr>
          <a:xfrm>
            <a:off x="234965" y="88449"/>
            <a:ext cx="5696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Manua</a:t>
            </a:r>
            <a:r>
              <a:rPr lang="en-US" dirty="0"/>
              <a:t>l Sharing 3-of-5 24 words – Page 02</a:t>
            </a:r>
            <a:endParaRPr lang="en-US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80749A-EA19-4098-EC59-C8797066063B}"/>
              </a:ext>
            </a:extLst>
          </p:cNvPr>
          <p:cNvSpPr txBox="1"/>
          <p:nvPr/>
        </p:nvSpPr>
        <p:spPr>
          <a:xfrm>
            <a:off x="251727" y="339889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</a:t>
            </a:r>
            <a:r>
              <a:rPr lang="en-US" sz="800" b="1" dirty="0"/>
              <a:t>Mod</a:t>
            </a:r>
            <a:r>
              <a:rPr lang="en-US" sz="800" dirty="0"/>
              <a:t>, divide by 2053, subtract the number before the dot, multiply the result by 2053. Roud the result.</a:t>
            </a:r>
            <a:endParaRPr lang="en-US" sz="600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8FE13C-EDE0-443C-7258-FF5502849D25}"/>
              </a:ext>
            </a:extLst>
          </p:cNvPr>
          <p:cNvSpPr/>
          <p:nvPr/>
        </p:nvSpPr>
        <p:spPr>
          <a:xfrm>
            <a:off x="6612825" y="7529518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A6C802B-48E4-F6F2-38D3-99E66E59FA6D}"/>
              </a:ext>
            </a:extLst>
          </p:cNvPr>
          <p:cNvSpPr/>
          <p:nvPr/>
        </p:nvSpPr>
        <p:spPr>
          <a:xfrm>
            <a:off x="6612825" y="7690718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82A54F1-8C6F-F20D-AA2B-158301EE2B26}"/>
              </a:ext>
            </a:extLst>
          </p:cNvPr>
          <p:cNvSpPr/>
          <p:nvPr/>
        </p:nvSpPr>
        <p:spPr>
          <a:xfrm>
            <a:off x="6611922" y="79538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485AD23-9FB1-0B04-3BDB-DE9ED393B2F1}"/>
              </a:ext>
            </a:extLst>
          </p:cNvPr>
          <p:cNvSpPr/>
          <p:nvPr/>
        </p:nvSpPr>
        <p:spPr>
          <a:xfrm>
            <a:off x="6611922" y="81122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8186204-0598-CA08-BEE6-198653A64D48}"/>
              </a:ext>
            </a:extLst>
          </p:cNvPr>
          <p:cNvSpPr/>
          <p:nvPr/>
        </p:nvSpPr>
        <p:spPr>
          <a:xfrm>
            <a:off x="6611922" y="83822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8F8457F-2C9D-212C-92DB-433FB3DF22CC}"/>
              </a:ext>
            </a:extLst>
          </p:cNvPr>
          <p:cNvSpPr/>
          <p:nvPr/>
        </p:nvSpPr>
        <p:spPr>
          <a:xfrm>
            <a:off x="6611922" y="85442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E332E2F-CFA4-A4E9-7415-75087910CEDA}"/>
              </a:ext>
            </a:extLst>
          </p:cNvPr>
          <p:cNvSpPr/>
          <p:nvPr/>
        </p:nvSpPr>
        <p:spPr>
          <a:xfrm>
            <a:off x="6611922" y="88070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6D710B7-FA8D-05D4-A755-4EAF85D512AC}"/>
              </a:ext>
            </a:extLst>
          </p:cNvPr>
          <p:cNvSpPr/>
          <p:nvPr/>
        </p:nvSpPr>
        <p:spPr>
          <a:xfrm>
            <a:off x="6611922" y="89690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43D3A6E-982B-7AAA-8E5C-1F8F9F53AB15}"/>
              </a:ext>
            </a:extLst>
          </p:cNvPr>
          <p:cNvSpPr txBox="1"/>
          <p:nvPr/>
        </p:nvSpPr>
        <p:spPr>
          <a:xfrm>
            <a:off x="6234291" y="9386574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+1</a:t>
            </a:r>
            <a:r>
              <a:rPr lang="en-US" sz="600" noProof="0" dirty="0"/>
              <a:t> Mod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2FBF215-03B3-2E55-5478-73BE19D41BC3}"/>
              </a:ext>
            </a:extLst>
          </p:cNvPr>
          <p:cNvSpPr/>
          <p:nvPr/>
        </p:nvSpPr>
        <p:spPr>
          <a:xfrm>
            <a:off x="6611922" y="92390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D99DCA9-92D5-9CE9-3C9A-913279ED7EA1}"/>
              </a:ext>
            </a:extLst>
          </p:cNvPr>
          <p:cNvSpPr/>
          <p:nvPr/>
        </p:nvSpPr>
        <p:spPr>
          <a:xfrm>
            <a:off x="6611922" y="93974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912BB68-7E11-C148-ACB4-77654600045D}"/>
              </a:ext>
            </a:extLst>
          </p:cNvPr>
          <p:cNvSpPr txBox="1"/>
          <p:nvPr/>
        </p:nvSpPr>
        <p:spPr>
          <a:xfrm>
            <a:off x="6229962" y="8961407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+1</a:t>
            </a:r>
            <a:r>
              <a:rPr lang="en-US" sz="600" noProof="0" dirty="0"/>
              <a:t> Mod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462752E-6FB9-B7A6-3417-CFFA71ABE655}"/>
              </a:ext>
            </a:extLst>
          </p:cNvPr>
          <p:cNvSpPr txBox="1"/>
          <p:nvPr/>
        </p:nvSpPr>
        <p:spPr>
          <a:xfrm>
            <a:off x="6234061" y="8535909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+1</a:t>
            </a:r>
            <a:r>
              <a:rPr lang="en-US" sz="600" noProof="0" dirty="0"/>
              <a:t> Mod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271E6BE-0837-805A-6FC4-A3B673BDCBD5}"/>
              </a:ext>
            </a:extLst>
          </p:cNvPr>
          <p:cNvSpPr txBox="1"/>
          <p:nvPr/>
        </p:nvSpPr>
        <p:spPr>
          <a:xfrm>
            <a:off x="6232605" y="8108931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+1</a:t>
            </a:r>
            <a:r>
              <a:rPr lang="en-US" sz="600" noProof="0" dirty="0"/>
              <a:t> Mod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AD58C48-5476-251C-3DEF-EB599D841528}"/>
              </a:ext>
            </a:extLst>
          </p:cNvPr>
          <p:cNvSpPr txBox="1"/>
          <p:nvPr/>
        </p:nvSpPr>
        <p:spPr>
          <a:xfrm>
            <a:off x="6232006" y="7680767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+1</a:t>
            </a:r>
            <a:r>
              <a:rPr lang="en-US" sz="600" noProof="0" dirty="0"/>
              <a:t> Mod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7D4B00C-365C-3476-829D-6CABB39C1D7A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</p:spTree>
    <p:extLst>
      <p:ext uri="{BB962C8B-B14F-4D97-AF65-F5344CB8AC3E}">
        <p14:creationId xmlns:p14="http://schemas.microsoft.com/office/powerpoint/2010/main" val="4239803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9DFF0E9-F7EC-9913-670C-80D9EB225A9F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E589BAD-6CA5-CE57-4EB3-FEFE75AD35C2}"/>
              </a:ext>
            </a:extLst>
          </p:cNvPr>
          <p:cNvSpPr/>
          <p:nvPr/>
        </p:nvSpPr>
        <p:spPr>
          <a:xfrm>
            <a:off x="361172" y="655703"/>
            <a:ext cx="722557" cy="359243"/>
          </a:xfrm>
          <a:prstGeom prst="rect">
            <a:avLst/>
          </a:prstGeom>
          <a:noFill/>
          <a:ln w="28575"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ECC5152-78F2-BB28-ACB9-8A7827936D3D}"/>
              </a:ext>
            </a:extLst>
          </p:cNvPr>
          <p:cNvSpPr/>
          <p:nvPr/>
        </p:nvSpPr>
        <p:spPr>
          <a:xfrm>
            <a:off x="361172" y="1081201"/>
            <a:ext cx="72255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1DB28A-873C-56A3-DC1A-BFDBB3EFC4E0}"/>
              </a:ext>
            </a:extLst>
          </p:cNvPr>
          <p:cNvSpPr/>
          <p:nvPr/>
        </p:nvSpPr>
        <p:spPr>
          <a:xfrm>
            <a:off x="361171" y="1506699"/>
            <a:ext cx="72255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E7F73F6-AAD6-2639-1729-78C14C091F9F}"/>
              </a:ext>
            </a:extLst>
          </p:cNvPr>
          <p:cNvSpPr/>
          <p:nvPr/>
        </p:nvSpPr>
        <p:spPr>
          <a:xfrm>
            <a:off x="361170" y="1932197"/>
            <a:ext cx="72255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C3B6D45-32F3-1224-392B-8EE14CBD222B}"/>
              </a:ext>
            </a:extLst>
          </p:cNvPr>
          <p:cNvSpPr/>
          <p:nvPr/>
        </p:nvSpPr>
        <p:spPr>
          <a:xfrm>
            <a:off x="361170" y="2357695"/>
            <a:ext cx="72255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5427A5-A424-7CEC-38FE-3522D7D0ECD6}"/>
              </a:ext>
            </a:extLst>
          </p:cNvPr>
          <p:cNvSpPr txBox="1"/>
          <p:nvPr/>
        </p:nvSpPr>
        <p:spPr>
          <a:xfrm>
            <a:off x="352750" y="459581"/>
            <a:ext cx="787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W4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36FE7E6-1085-427A-2A06-1655A56B683B}"/>
              </a:ext>
            </a:extLst>
          </p:cNvPr>
          <p:cNvSpPr txBox="1"/>
          <p:nvPr/>
        </p:nvSpPr>
        <p:spPr>
          <a:xfrm>
            <a:off x="1778738" y="459574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W4.R1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DA1DA7C-AE1D-E424-C375-A3FD894B28AD}"/>
              </a:ext>
            </a:extLst>
          </p:cNvPr>
          <p:cNvSpPr/>
          <p:nvPr/>
        </p:nvSpPr>
        <p:spPr>
          <a:xfrm>
            <a:off x="1853139" y="655703"/>
            <a:ext cx="864539" cy="359243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43B58ED-9148-D208-3AB6-3330491BB764}"/>
              </a:ext>
            </a:extLst>
          </p:cNvPr>
          <p:cNvSpPr/>
          <p:nvPr/>
        </p:nvSpPr>
        <p:spPr>
          <a:xfrm>
            <a:off x="1853139" y="1081201"/>
            <a:ext cx="87164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68A0CAB-554C-3B7C-3870-3C3D61A5A51B}"/>
              </a:ext>
            </a:extLst>
          </p:cNvPr>
          <p:cNvSpPr/>
          <p:nvPr/>
        </p:nvSpPr>
        <p:spPr>
          <a:xfrm>
            <a:off x="1853137" y="1506699"/>
            <a:ext cx="871649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4678211-6344-0DC3-9344-410804AADEF6}"/>
              </a:ext>
            </a:extLst>
          </p:cNvPr>
          <p:cNvSpPr/>
          <p:nvPr/>
        </p:nvSpPr>
        <p:spPr>
          <a:xfrm>
            <a:off x="1853137" y="1932197"/>
            <a:ext cx="87165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D67C32B-19E8-9DB0-3EE0-741734D5B756}"/>
              </a:ext>
            </a:extLst>
          </p:cNvPr>
          <p:cNvSpPr/>
          <p:nvPr/>
        </p:nvSpPr>
        <p:spPr>
          <a:xfrm>
            <a:off x="1853137" y="2357695"/>
            <a:ext cx="87165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07" name="Elbow Connector 106">
            <a:extLst>
              <a:ext uri="{FF2B5EF4-FFF2-40B4-BE49-F238E27FC236}">
                <a16:creationId xmlns:a16="http://schemas.microsoft.com/office/drawing/2014/main" id="{38A37EB7-D810-2013-70C0-E77522E1920F}"/>
              </a:ext>
            </a:extLst>
          </p:cNvPr>
          <p:cNvCxnSpPr>
            <a:cxnSpLocks/>
            <a:stCxn id="98" idx="1"/>
            <a:endCxn id="99" idx="1"/>
          </p:cNvCxnSpPr>
          <p:nvPr/>
        </p:nvCxnSpPr>
        <p:spPr>
          <a:xfrm rot="10800000" flipV="1">
            <a:off x="1853139" y="835325"/>
            <a:ext cx="12700" cy="425498"/>
          </a:xfrm>
          <a:prstGeom prst="bentConnector3">
            <a:avLst>
              <a:gd name="adj1" fmla="val 2433803"/>
            </a:avLst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A2EE057D-4A92-B978-FBD3-79210A8A0999}"/>
              </a:ext>
            </a:extLst>
          </p:cNvPr>
          <p:cNvSpPr txBox="1">
            <a:spLocks/>
          </p:cNvSpPr>
          <p:nvPr/>
        </p:nvSpPr>
        <p:spPr>
          <a:xfrm>
            <a:off x="1531414" y="1026248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x2</a:t>
            </a:r>
          </a:p>
        </p:txBody>
      </p:sp>
      <p:cxnSp>
        <p:nvCxnSpPr>
          <p:cNvPr id="127" name="Elbow Connector 126">
            <a:extLst>
              <a:ext uri="{FF2B5EF4-FFF2-40B4-BE49-F238E27FC236}">
                <a16:creationId xmlns:a16="http://schemas.microsoft.com/office/drawing/2014/main" id="{A37D2884-8CE8-B6A2-C999-BFF69C835309}"/>
              </a:ext>
            </a:extLst>
          </p:cNvPr>
          <p:cNvCxnSpPr>
            <a:cxnSpLocks/>
            <a:endCxn id="100" idx="1"/>
          </p:cNvCxnSpPr>
          <p:nvPr/>
        </p:nvCxnSpPr>
        <p:spPr>
          <a:xfrm rot="16200000" flipH="1">
            <a:off x="1245976" y="1079160"/>
            <a:ext cx="850996" cy="363326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3" name="Elbow Connector 142">
            <a:extLst>
              <a:ext uri="{FF2B5EF4-FFF2-40B4-BE49-F238E27FC236}">
                <a16:creationId xmlns:a16="http://schemas.microsoft.com/office/drawing/2014/main" id="{56528FDA-29B2-E883-11D0-0A9E15EEE0D3}"/>
              </a:ext>
            </a:extLst>
          </p:cNvPr>
          <p:cNvCxnSpPr>
            <a:cxnSpLocks/>
            <a:endCxn id="101" idx="1"/>
          </p:cNvCxnSpPr>
          <p:nvPr/>
        </p:nvCxnSpPr>
        <p:spPr>
          <a:xfrm rot="16200000" flipH="1">
            <a:off x="995955" y="1254637"/>
            <a:ext cx="1276498" cy="437866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6" name="Elbow Connector 145">
            <a:extLst>
              <a:ext uri="{FF2B5EF4-FFF2-40B4-BE49-F238E27FC236}">
                <a16:creationId xmlns:a16="http://schemas.microsoft.com/office/drawing/2014/main" id="{E32F9306-73EA-D59E-F2E8-F5D4A91854C3}"/>
              </a:ext>
            </a:extLst>
          </p:cNvPr>
          <p:cNvCxnSpPr>
            <a:cxnSpLocks/>
            <a:endCxn id="102" idx="1"/>
          </p:cNvCxnSpPr>
          <p:nvPr/>
        </p:nvCxnSpPr>
        <p:spPr>
          <a:xfrm rot="16200000" flipH="1">
            <a:off x="747680" y="1431860"/>
            <a:ext cx="1701996" cy="508918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8150B952-A39E-CE02-52FE-54B74407763E}"/>
              </a:ext>
            </a:extLst>
          </p:cNvPr>
          <p:cNvSpPr txBox="1"/>
          <p:nvPr/>
        </p:nvSpPr>
        <p:spPr>
          <a:xfrm>
            <a:off x="1516624" y="1459701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x3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6785F86-F02B-4674-8381-982C69009EDE}"/>
              </a:ext>
            </a:extLst>
          </p:cNvPr>
          <p:cNvSpPr txBox="1"/>
          <p:nvPr/>
        </p:nvSpPr>
        <p:spPr>
          <a:xfrm>
            <a:off x="1516623" y="1883880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x4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3C2941E-AB1E-435C-0921-9CC9B2607FB9}"/>
              </a:ext>
            </a:extLst>
          </p:cNvPr>
          <p:cNvSpPr txBox="1"/>
          <p:nvPr/>
        </p:nvSpPr>
        <p:spPr>
          <a:xfrm>
            <a:off x="1501836" y="230900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x5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E3DA89C9-039D-9139-510B-E8E90637F0CF}"/>
              </a:ext>
            </a:extLst>
          </p:cNvPr>
          <p:cNvCxnSpPr>
            <a:cxnSpLocks/>
          </p:cNvCxnSpPr>
          <p:nvPr/>
        </p:nvCxnSpPr>
        <p:spPr>
          <a:xfrm>
            <a:off x="1334839" y="835320"/>
            <a:ext cx="254357" cy="0"/>
          </a:xfrm>
          <a:prstGeom prst="line">
            <a:avLst/>
          </a:prstGeom>
          <a:ln w="9525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D12601B4-DBB3-7B90-8DE2-6D25B5FB13C2}"/>
              </a:ext>
            </a:extLst>
          </p:cNvPr>
          <p:cNvSpPr txBox="1"/>
          <p:nvPr/>
        </p:nvSpPr>
        <p:spPr>
          <a:xfrm>
            <a:off x="2710148" y="65065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1B77402-C76B-7AAF-7631-515855822687}"/>
              </a:ext>
            </a:extLst>
          </p:cNvPr>
          <p:cNvSpPr txBox="1"/>
          <p:nvPr/>
        </p:nvSpPr>
        <p:spPr>
          <a:xfrm>
            <a:off x="3422967" y="459572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W4.R2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9E63A247-552E-5251-51CA-CEE16EDE8C42}"/>
              </a:ext>
            </a:extLst>
          </p:cNvPr>
          <p:cNvSpPr/>
          <p:nvPr/>
        </p:nvSpPr>
        <p:spPr>
          <a:xfrm>
            <a:off x="3486132" y="661960"/>
            <a:ext cx="864539" cy="359243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67DCBC86-D289-4707-8579-52172AA43F61}"/>
              </a:ext>
            </a:extLst>
          </p:cNvPr>
          <p:cNvSpPr/>
          <p:nvPr/>
        </p:nvSpPr>
        <p:spPr>
          <a:xfrm>
            <a:off x="3486132" y="1087458"/>
            <a:ext cx="87164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389C63D7-F522-A0FB-2A0C-0A7069D0AFA3}"/>
              </a:ext>
            </a:extLst>
          </p:cNvPr>
          <p:cNvSpPr/>
          <p:nvPr/>
        </p:nvSpPr>
        <p:spPr>
          <a:xfrm>
            <a:off x="3486130" y="1512956"/>
            <a:ext cx="871649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591095F6-CEAC-35A9-BE12-04A80C846E22}"/>
              </a:ext>
            </a:extLst>
          </p:cNvPr>
          <p:cNvSpPr/>
          <p:nvPr/>
        </p:nvSpPr>
        <p:spPr>
          <a:xfrm>
            <a:off x="3486130" y="1938454"/>
            <a:ext cx="87165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7CAA567C-725D-E8D5-561E-93455C328763}"/>
              </a:ext>
            </a:extLst>
          </p:cNvPr>
          <p:cNvSpPr/>
          <p:nvPr/>
        </p:nvSpPr>
        <p:spPr>
          <a:xfrm>
            <a:off x="3486130" y="2363952"/>
            <a:ext cx="87165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2" name="Elbow Connector 181">
            <a:extLst>
              <a:ext uri="{FF2B5EF4-FFF2-40B4-BE49-F238E27FC236}">
                <a16:creationId xmlns:a16="http://schemas.microsoft.com/office/drawing/2014/main" id="{7DF6FD0D-2E72-9C20-4798-089EA77E9461}"/>
              </a:ext>
            </a:extLst>
          </p:cNvPr>
          <p:cNvCxnSpPr>
            <a:cxnSpLocks/>
            <a:stCxn id="177" idx="1"/>
            <a:endCxn id="178" idx="1"/>
          </p:cNvCxnSpPr>
          <p:nvPr/>
        </p:nvCxnSpPr>
        <p:spPr>
          <a:xfrm rot="10800000" flipV="1">
            <a:off x="3486132" y="841582"/>
            <a:ext cx="12700" cy="425498"/>
          </a:xfrm>
          <a:prstGeom prst="bentConnector3">
            <a:avLst>
              <a:gd name="adj1" fmla="val 2433803"/>
            </a:avLst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3992E111-57A8-3032-C17A-DF533A65DEBD}"/>
              </a:ext>
            </a:extLst>
          </p:cNvPr>
          <p:cNvSpPr txBox="1">
            <a:spLocks/>
          </p:cNvSpPr>
          <p:nvPr/>
        </p:nvSpPr>
        <p:spPr>
          <a:xfrm>
            <a:off x="3164407" y="1032505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x4</a:t>
            </a:r>
          </a:p>
        </p:txBody>
      </p:sp>
      <p:cxnSp>
        <p:nvCxnSpPr>
          <p:cNvPr id="184" name="Elbow Connector 183">
            <a:extLst>
              <a:ext uri="{FF2B5EF4-FFF2-40B4-BE49-F238E27FC236}">
                <a16:creationId xmlns:a16="http://schemas.microsoft.com/office/drawing/2014/main" id="{55CFE194-F918-5C62-9497-FA14B921A3C4}"/>
              </a:ext>
            </a:extLst>
          </p:cNvPr>
          <p:cNvCxnSpPr>
            <a:cxnSpLocks/>
            <a:endCxn id="179" idx="1"/>
          </p:cNvCxnSpPr>
          <p:nvPr/>
        </p:nvCxnSpPr>
        <p:spPr>
          <a:xfrm rot="16200000" flipH="1">
            <a:off x="2878969" y="1085417"/>
            <a:ext cx="850996" cy="363326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5" name="Elbow Connector 184">
            <a:extLst>
              <a:ext uri="{FF2B5EF4-FFF2-40B4-BE49-F238E27FC236}">
                <a16:creationId xmlns:a16="http://schemas.microsoft.com/office/drawing/2014/main" id="{AF0CDE28-E6A9-1FF6-5B1B-0D7C421868B5}"/>
              </a:ext>
            </a:extLst>
          </p:cNvPr>
          <p:cNvCxnSpPr>
            <a:cxnSpLocks/>
            <a:endCxn id="180" idx="1"/>
          </p:cNvCxnSpPr>
          <p:nvPr/>
        </p:nvCxnSpPr>
        <p:spPr>
          <a:xfrm rot="16200000" flipH="1">
            <a:off x="2628948" y="1260894"/>
            <a:ext cx="1276498" cy="437866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6" name="Elbow Connector 185">
            <a:extLst>
              <a:ext uri="{FF2B5EF4-FFF2-40B4-BE49-F238E27FC236}">
                <a16:creationId xmlns:a16="http://schemas.microsoft.com/office/drawing/2014/main" id="{C18B9EDD-2A67-5EE5-CC44-31E2F5E0B469}"/>
              </a:ext>
            </a:extLst>
          </p:cNvPr>
          <p:cNvCxnSpPr>
            <a:cxnSpLocks/>
            <a:endCxn id="181" idx="1"/>
          </p:cNvCxnSpPr>
          <p:nvPr/>
        </p:nvCxnSpPr>
        <p:spPr>
          <a:xfrm rot="16200000" flipH="1">
            <a:off x="2380673" y="1438117"/>
            <a:ext cx="1701996" cy="508918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DF285E21-86A0-0FA2-E26E-F64D7B7356B8}"/>
              </a:ext>
            </a:extLst>
          </p:cNvPr>
          <p:cNvSpPr txBox="1"/>
          <p:nvPr/>
        </p:nvSpPr>
        <p:spPr>
          <a:xfrm>
            <a:off x="3149617" y="1465958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x9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1B06B6BA-EA11-8B95-0ABC-FF8242405ADB}"/>
              </a:ext>
            </a:extLst>
          </p:cNvPr>
          <p:cNvSpPr txBox="1"/>
          <p:nvPr/>
        </p:nvSpPr>
        <p:spPr>
          <a:xfrm>
            <a:off x="3115151" y="1890137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x16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695C1BDD-BE8E-2F9F-DF7F-C6C93526412A}"/>
              </a:ext>
            </a:extLst>
          </p:cNvPr>
          <p:cNvSpPr txBox="1"/>
          <p:nvPr/>
        </p:nvSpPr>
        <p:spPr>
          <a:xfrm>
            <a:off x="3100364" y="2315264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x25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252E1DF-BDBD-D32F-F8D5-9BA70920366B}"/>
              </a:ext>
            </a:extLst>
          </p:cNvPr>
          <p:cNvCxnSpPr>
            <a:cxnSpLocks/>
          </p:cNvCxnSpPr>
          <p:nvPr/>
        </p:nvCxnSpPr>
        <p:spPr>
          <a:xfrm>
            <a:off x="2967832" y="841577"/>
            <a:ext cx="254357" cy="0"/>
          </a:xfrm>
          <a:prstGeom prst="line">
            <a:avLst/>
          </a:prstGeom>
          <a:ln w="9525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1BFA5C08-A4A6-85B9-B5A2-F53FA0FF1E81}"/>
              </a:ext>
            </a:extLst>
          </p:cNvPr>
          <p:cNvSpPr txBox="1"/>
          <p:nvPr/>
        </p:nvSpPr>
        <p:spPr>
          <a:xfrm>
            <a:off x="2713368" y="1078059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D9734090-D78F-556D-8E63-8050410465A8}"/>
              </a:ext>
            </a:extLst>
          </p:cNvPr>
          <p:cNvSpPr txBox="1"/>
          <p:nvPr/>
        </p:nvSpPr>
        <p:spPr>
          <a:xfrm>
            <a:off x="2713368" y="149846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10431365-5150-4000-3785-0CAA98453940}"/>
              </a:ext>
            </a:extLst>
          </p:cNvPr>
          <p:cNvSpPr txBox="1"/>
          <p:nvPr/>
        </p:nvSpPr>
        <p:spPr>
          <a:xfrm>
            <a:off x="2713368" y="1930205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30C8F69E-3EB6-7D81-D32F-1270ABEC0DB5}"/>
              </a:ext>
            </a:extLst>
          </p:cNvPr>
          <p:cNvSpPr txBox="1"/>
          <p:nvPr/>
        </p:nvSpPr>
        <p:spPr>
          <a:xfrm>
            <a:off x="2713368" y="2353369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9F77D25A-DA31-9599-F887-C5A6F1AAC8BC}"/>
              </a:ext>
            </a:extLst>
          </p:cNvPr>
          <p:cNvSpPr txBox="1"/>
          <p:nvPr/>
        </p:nvSpPr>
        <p:spPr>
          <a:xfrm>
            <a:off x="1078898" y="65065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BE8ACF3F-6DB2-4D93-3DEE-4EF77EEAC144}"/>
              </a:ext>
            </a:extLst>
          </p:cNvPr>
          <p:cNvSpPr txBox="1"/>
          <p:nvPr/>
        </p:nvSpPr>
        <p:spPr>
          <a:xfrm>
            <a:off x="1082118" y="1078059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9A879-FEB0-132E-EF00-4B8123987BF0}"/>
              </a:ext>
            </a:extLst>
          </p:cNvPr>
          <p:cNvSpPr txBox="1"/>
          <p:nvPr/>
        </p:nvSpPr>
        <p:spPr>
          <a:xfrm>
            <a:off x="1082118" y="149846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1A17ADC3-34C0-42C4-0507-3CDD57BBDDC5}"/>
              </a:ext>
            </a:extLst>
          </p:cNvPr>
          <p:cNvSpPr txBox="1"/>
          <p:nvPr/>
        </p:nvSpPr>
        <p:spPr>
          <a:xfrm>
            <a:off x="1082118" y="1930205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3CE2F034-6E07-44B3-9209-7F38A5C2F2C2}"/>
              </a:ext>
            </a:extLst>
          </p:cNvPr>
          <p:cNvSpPr txBox="1"/>
          <p:nvPr/>
        </p:nvSpPr>
        <p:spPr>
          <a:xfrm>
            <a:off x="1082118" y="2353369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B356EAB5-946C-4455-F225-0EC02DACEBFF}"/>
              </a:ext>
            </a:extLst>
          </p:cNvPr>
          <p:cNvSpPr txBox="1"/>
          <p:nvPr/>
        </p:nvSpPr>
        <p:spPr>
          <a:xfrm>
            <a:off x="4336143" y="712209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4C93D9F2-E36A-ABB9-E5E7-DC48A68A98F7}"/>
              </a:ext>
            </a:extLst>
          </p:cNvPr>
          <p:cNvSpPr txBox="1"/>
          <p:nvPr/>
        </p:nvSpPr>
        <p:spPr>
          <a:xfrm>
            <a:off x="5496858" y="722038"/>
            <a:ext cx="622208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W4.S1</a:t>
            </a: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4BD8ED64-728D-BE40-EC73-0156A083B6A0}"/>
              </a:ext>
            </a:extLst>
          </p:cNvPr>
          <p:cNvSpPr/>
          <p:nvPr/>
        </p:nvSpPr>
        <p:spPr>
          <a:xfrm>
            <a:off x="4802400" y="666249"/>
            <a:ext cx="722557" cy="35924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012A86FD-EB5B-9F20-4250-1B4679FC225F}"/>
              </a:ext>
            </a:extLst>
          </p:cNvPr>
          <p:cNvSpPr/>
          <p:nvPr/>
        </p:nvSpPr>
        <p:spPr>
          <a:xfrm>
            <a:off x="4802400" y="1091747"/>
            <a:ext cx="722557" cy="3592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9FE7CD5B-4221-AB3D-1B6D-60DF4A11731B}"/>
              </a:ext>
            </a:extLst>
          </p:cNvPr>
          <p:cNvSpPr/>
          <p:nvPr/>
        </p:nvSpPr>
        <p:spPr>
          <a:xfrm>
            <a:off x="4802400" y="1517245"/>
            <a:ext cx="722557" cy="359243"/>
          </a:xfrm>
          <a:prstGeom prst="rect">
            <a:avLst/>
          </a:prstGeom>
          <a:noFill/>
          <a:ln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65732AD-8F0C-6D1C-03A6-61AA6B6A8B14}"/>
              </a:ext>
            </a:extLst>
          </p:cNvPr>
          <p:cNvSpPr/>
          <p:nvPr/>
        </p:nvSpPr>
        <p:spPr>
          <a:xfrm>
            <a:off x="4802400" y="1942743"/>
            <a:ext cx="722557" cy="35924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3CA35BE1-B30F-2700-B668-67C55D187785}"/>
              </a:ext>
            </a:extLst>
          </p:cNvPr>
          <p:cNvSpPr/>
          <p:nvPr/>
        </p:nvSpPr>
        <p:spPr>
          <a:xfrm>
            <a:off x="4802400" y="2368241"/>
            <a:ext cx="722557" cy="35924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FA955A86-1554-83A3-3E4A-BA8D714D58A2}"/>
              </a:ext>
            </a:extLst>
          </p:cNvPr>
          <p:cNvSpPr txBox="1"/>
          <p:nvPr/>
        </p:nvSpPr>
        <p:spPr>
          <a:xfrm>
            <a:off x="4340376" y="1139614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0BDB347-53D5-F71B-F55E-53EFFBDE7C06}"/>
              </a:ext>
            </a:extLst>
          </p:cNvPr>
          <p:cNvSpPr txBox="1"/>
          <p:nvPr/>
        </p:nvSpPr>
        <p:spPr>
          <a:xfrm>
            <a:off x="4340835" y="1548593"/>
            <a:ext cx="5229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01550370-E1CA-CC0C-DED3-5B447E072F26}"/>
              </a:ext>
            </a:extLst>
          </p:cNvPr>
          <p:cNvSpPr txBox="1"/>
          <p:nvPr/>
        </p:nvSpPr>
        <p:spPr>
          <a:xfrm>
            <a:off x="4341734" y="1987035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0BAC42F3-4635-03AC-170D-09004E734D16}"/>
              </a:ext>
            </a:extLst>
          </p:cNvPr>
          <p:cNvSpPr txBox="1"/>
          <p:nvPr/>
        </p:nvSpPr>
        <p:spPr>
          <a:xfrm>
            <a:off x="4340087" y="2424818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ED40151D-5759-16FE-6657-23C1782B36D1}"/>
              </a:ext>
            </a:extLst>
          </p:cNvPr>
          <p:cNvSpPr txBox="1"/>
          <p:nvPr/>
        </p:nvSpPr>
        <p:spPr>
          <a:xfrm>
            <a:off x="5496859" y="1148516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W4.S2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699BA70D-0BF3-83C9-98D2-2DCEFF65CDF3}"/>
              </a:ext>
            </a:extLst>
          </p:cNvPr>
          <p:cNvSpPr txBox="1"/>
          <p:nvPr/>
        </p:nvSpPr>
        <p:spPr>
          <a:xfrm>
            <a:off x="5497954" y="1575145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W4.S3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D12F5D04-6EC9-2A6A-A773-789FDC90FC6E}"/>
              </a:ext>
            </a:extLst>
          </p:cNvPr>
          <p:cNvSpPr txBox="1"/>
          <p:nvPr/>
        </p:nvSpPr>
        <p:spPr>
          <a:xfrm>
            <a:off x="5497954" y="2001623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W4.S4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90A39020-C440-51CC-82EB-CCB81123E57C}"/>
              </a:ext>
            </a:extLst>
          </p:cNvPr>
          <p:cNvSpPr txBox="1"/>
          <p:nvPr/>
        </p:nvSpPr>
        <p:spPr>
          <a:xfrm>
            <a:off x="5496859" y="2422671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W4.S5</a:t>
            </a: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5E67941C-EDCC-6EF9-DD80-D21907A2AA65}"/>
              </a:ext>
            </a:extLst>
          </p:cNvPr>
          <p:cNvSpPr/>
          <p:nvPr/>
        </p:nvSpPr>
        <p:spPr>
          <a:xfrm>
            <a:off x="356341" y="7484746"/>
            <a:ext cx="722557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01F4ADEA-ED57-5A96-3ED8-7B74F42F5E7A}"/>
              </a:ext>
            </a:extLst>
          </p:cNvPr>
          <p:cNvSpPr/>
          <p:nvPr/>
        </p:nvSpPr>
        <p:spPr>
          <a:xfrm>
            <a:off x="356341" y="7910244"/>
            <a:ext cx="72255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071B9C17-8ACC-EA57-3956-9361E1551A76}"/>
              </a:ext>
            </a:extLst>
          </p:cNvPr>
          <p:cNvSpPr/>
          <p:nvPr/>
        </p:nvSpPr>
        <p:spPr>
          <a:xfrm>
            <a:off x="356340" y="8335742"/>
            <a:ext cx="72255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E8802721-4777-4CB6-FCB2-941EB4F41A06}"/>
              </a:ext>
            </a:extLst>
          </p:cNvPr>
          <p:cNvSpPr/>
          <p:nvPr/>
        </p:nvSpPr>
        <p:spPr>
          <a:xfrm>
            <a:off x="356339" y="8761240"/>
            <a:ext cx="72255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99C756E2-2422-C889-8E23-F289CEA90548}"/>
              </a:ext>
            </a:extLst>
          </p:cNvPr>
          <p:cNvSpPr/>
          <p:nvPr/>
        </p:nvSpPr>
        <p:spPr>
          <a:xfrm>
            <a:off x="356339" y="9186738"/>
            <a:ext cx="72255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32C6F720-2A71-1231-90F8-922386280EC9}"/>
              </a:ext>
            </a:extLst>
          </p:cNvPr>
          <p:cNvSpPr txBox="1"/>
          <p:nvPr/>
        </p:nvSpPr>
        <p:spPr>
          <a:xfrm>
            <a:off x="41292" y="7288624"/>
            <a:ext cx="13567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W4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W5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W6</a:t>
            </a:r>
            <a:r>
              <a:rPr lang="en-US" sz="1000" b="1" noProof="0" dirty="0"/>
              <a:t>+2</a:t>
            </a:r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80E3F286-41E3-D94B-4784-8C5688B7CC5D}"/>
              </a:ext>
            </a:extLst>
          </p:cNvPr>
          <p:cNvSpPr txBox="1"/>
          <p:nvPr/>
        </p:nvSpPr>
        <p:spPr>
          <a:xfrm>
            <a:off x="1336235" y="7288617"/>
            <a:ext cx="18934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97132"/>
                </a:solidFill>
              </a:rPr>
              <a:t>W4.R1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W5.R1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W6.R1</a:t>
            </a:r>
            <a:endParaRPr lang="en-US" sz="1000" noProof="0" dirty="0"/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D70A748E-69DE-2C66-B82F-9D1E6D51B6B2}"/>
              </a:ext>
            </a:extLst>
          </p:cNvPr>
          <p:cNvSpPr/>
          <p:nvPr/>
        </p:nvSpPr>
        <p:spPr>
          <a:xfrm>
            <a:off x="1848308" y="7484746"/>
            <a:ext cx="864539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BC896361-FF36-6473-4D16-D4CAC699921B}"/>
              </a:ext>
            </a:extLst>
          </p:cNvPr>
          <p:cNvSpPr/>
          <p:nvPr/>
        </p:nvSpPr>
        <p:spPr>
          <a:xfrm>
            <a:off x="1848308" y="7910244"/>
            <a:ext cx="87164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CA2EE003-A86B-BA9D-99D1-60BC58C486D3}"/>
              </a:ext>
            </a:extLst>
          </p:cNvPr>
          <p:cNvSpPr/>
          <p:nvPr/>
        </p:nvSpPr>
        <p:spPr>
          <a:xfrm>
            <a:off x="1848306" y="8335742"/>
            <a:ext cx="871649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BB14ECAF-7DBE-0431-113D-AB217E5C2F16}"/>
              </a:ext>
            </a:extLst>
          </p:cNvPr>
          <p:cNvSpPr/>
          <p:nvPr/>
        </p:nvSpPr>
        <p:spPr>
          <a:xfrm>
            <a:off x="1848306" y="8761240"/>
            <a:ext cx="871650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D3046548-8169-5987-4068-39EDFB28027A}"/>
              </a:ext>
            </a:extLst>
          </p:cNvPr>
          <p:cNvSpPr/>
          <p:nvPr/>
        </p:nvSpPr>
        <p:spPr>
          <a:xfrm>
            <a:off x="1848306" y="9186738"/>
            <a:ext cx="871650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69" name="Elbow Connector 368">
            <a:extLst>
              <a:ext uri="{FF2B5EF4-FFF2-40B4-BE49-F238E27FC236}">
                <a16:creationId xmlns:a16="http://schemas.microsoft.com/office/drawing/2014/main" id="{13473A79-81BA-FC8C-6B30-C721CAD8E019}"/>
              </a:ext>
            </a:extLst>
          </p:cNvPr>
          <p:cNvCxnSpPr>
            <a:cxnSpLocks/>
            <a:stCxn id="364" idx="1"/>
            <a:endCxn id="365" idx="1"/>
          </p:cNvCxnSpPr>
          <p:nvPr/>
        </p:nvCxnSpPr>
        <p:spPr>
          <a:xfrm rot="10800000" flipV="1">
            <a:off x="1848308" y="7664368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0" name="TextBox 369">
            <a:extLst>
              <a:ext uri="{FF2B5EF4-FFF2-40B4-BE49-F238E27FC236}">
                <a16:creationId xmlns:a16="http://schemas.microsoft.com/office/drawing/2014/main" id="{4C3BACD6-CB7A-1185-FF0E-4A4732BF57CF}"/>
              </a:ext>
            </a:extLst>
          </p:cNvPr>
          <p:cNvSpPr txBox="1">
            <a:spLocks/>
          </p:cNvSpPr>
          <p:nvPr/>
        </p:nvSpPr>
        <p:spPr>
          <a:xfrm>
            <a:off x="1526583" y="7855291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x2</a:t>
            </a:r>
          </a:p>
        </p:txBody>
      </p:sp>
      <p:cxnSp>
        <p:nvCxnSpPr>
          <p:cNvPr id="371" name="Elbow Connector 370">
            <a:extLst>
              <a:ext uri="{FF2B5EF4-FFF2-40B4-BE49-F238E27FC236}">
                <a16:creationId xmlns:a16="http://schemas.microsoft.com/office/drawing/2014/main" id="{B7859023-CC19-7FD9-AB82-07357112E78D}"/>
              </a:ext>
            </a:extLst>
          </p:cNvPr>
          <p:cNvCxnSpPr>
            <a:cxnSpLocks/>
            <a:endCxn id="366" idx="1"/>
          </p:cNvCxnSpPr>
          <p:nvPr/>
        </p:nvCxnSpPr>
        <p:spPr>
          <a:xfrm rot="16200000" flipH="1">
            <a:off x="1241145" y="7908203"/>
            <a:ext cx="850996" cy="363326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2" name="Elbow Connector 371">
            <a:extLst>
              <a:ext uri="{FF2B5EF4-FFF2-40B4-BE49-F238E27FC236}">
                <a16:creationId xmlns:a16="http://schemas.microsoft.com/office/drawing/2014/main" id="{2FDD5A8E-BD75-B33F-03DA-52F3AC4F07A6}"/>
              </a:ext>
            </a:extLst>
          </p:cNvPr>
          <p:cNvCxnSpPr>
            <a:cxnSpLocks/>
            <a:endCxn id="367" idx="1"/>
          </p:cNvCxnSpPr>
          <p:nvPr/>
        </p:nvCxnSpPr>
        <p:spPr>
          <a:xfrm rot="16200000" flipH="1">
            <a:off x="991124" y="8083680"/>
            <a:ext cx="1276498" cy="437866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3" name="Elbow Connector 372">
            <a:extLst>
              <a:ext uri="{FF2B5EF4-FFF2-40B4-BE49-F238E27FC236}">
                <a16:creationId xmlns:a16="http://schemas.microsoft.com/office/drawing/2014/main" id="{F07DD8A2-E16D-0ED8-728B-93B94FCC0B92}"/>
              </a:ext>
            </a:extLst>
          </p:cNvPr>
          <p:cNvCxnSpPr>
            <a:cxnSpLocks/>
            <a:endCxn id="368" idx="1"/>
          </p:cNvCxnSpPr>
          <p:nvPr/>
        </p:nvCxnSpPr>
        <p:spPr>
          <a:xfrm rot="16200000" flipH="1">
            <a:off x="742849" y="8260903"/>
            <a:ext cx="1701996" cy="508918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4" name="TextBox 373">
            <a:extLst>
              <a:ext uri="{FF2B5EF4-FFF2-40B4-BE49-F238E27FC236}">
                <a16:creationId xmlns:a16="http://schemas.microsoft.com/office/drawing/2014/main" id="{E88397AF-A6E0-F620-3C58-1B8BB834CFB4}"/>
              </a:ext>
            </a:extLst>
          </p:cNvPr>
          <p:cNvSpPr txBox="1"/>
          <p:nvPr/>
        </p:nvSpPr>
        <p:spPr>
          <a:xfrm>
            <a:off x="1511793" y="8288744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x3</a:t>
            </a: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442492E5-FBEA-B949-C6BA-B1551A1A4029}"/>
              </a:ext>
            </a:extLst>
          </p:cNvPr>
          <p:cNvSpPr txBox="1"/>
          <p:nvPr/>
        </p:nvSpPr>
        <p:spPr>
          <a:xfrm>
            <a:off x="1511792" y="8712923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x4</a:t>
            </a: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03124403-64AD-C318-6156-D582D984D95E}"/>
              </a:ext>
            </a:extLst>
          </p:cNvPr>
          <p:cNvSpPr txBox="1"/>
          <p:nvPr/>
        </p:nvSpPr>
        <p:spPr>
          <a:xfrm>
            <a:off x="1497005" y="9138050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x5</a:t>
            </a:r>
          </a:p>
        </p:txBody>
      </p:sp>
      <p:cxnSp>
        <p:nvCxnSpPr>
          <p:cNvPr id="377" name="Straight Connector 376">
            <a:extLst>
              <a:ext uri="{FF2B5EF4-FFF2-40B4-BE49-F238E27FC236}">
                <a16:creationId xmlns:a16="http://schemas.microsoft.com/office/drawing/2014/main" id="{9A6A96E1-9830-044D-EB63-47C20C3D4DBE}"/>
              </a:ext>
            </a:extLst>
          </p:cNvPr>
          <p:cNvCxnSpPr>
            <a:cxnSpLocks/>
          </p:cNvCxnSpPr>
          <p:nvPr/>
        </p:nvCxnSpPr>
        <p:spPr>
          <a:xfrm>
            <a:off x="1330008" y="7664363"/>
            <a:ext cx="254357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D3B713BE-AD85-40B0-4FE5-5C4E0FC5929A}"/>
              </a:ext>
            </a:extLst>
          </p:cNvPr>
          <p:cNvSpPr txBox="1"/>
          <p:nvPr/>
        </p:nvSpPr>
        <p:spPr>
          <a:xfrm>
            <a:off x="2705317" y="747969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7B1D8E2C-30D2-96F0-DA9E-AB32DF442EB1}"/>
              </a:ext>
            </a:extLst>
          </p:cNvPr>
          <p:cNvSpPr txBox="1"/>
          <p:nvPr/>
        </p:nvSpPr>
        <p:spPr>
          <a:xfrm>
            <a:off x="2948400" y="7290000"/>
            <a:ext cx="19375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W4.R2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W5.R2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W6.R2</a:t>
            </a:r>
            <a:endParaRPr lang="en-US" sz="1000" noProof="0" dirty="0"/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A0E60E46-FB2F-B675-6C15-25171B4AD6E7}"/>
              </a:ext>
            </a:extLst>
          </p:cNvPr>
          <p:cNvSpPr/>
          <p:nvPr/>
        </p:nvSpPr>
        <p:spPr>
          <a:xfrm>
            <a:off x="3481301" y="7491003"/>
            <a:ext cx="864539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7577C829-0B44-7A94-AE1B-9506B37E0A73}"/>
              </a:ext>
            </a:extLst>
          </p:cNvPr>
          <p:cNvSpPr/>
          <p:nvPr/>
        </p:nvSpPr>
        <p:spPr>
          <a:xfrm>
            <a:off x="3481301" y="7916501"/>
            <a:ext cx="87164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156D1F46-675E-05E7-4A98-FFB9935913AD}"/>
              </a:ext>
            </a:extLst>
          </p:cNvPr>
          <p:cNvSpPr/>
          <p:nvPr/>
        </p:nvSpPr>
        <p:spPr>
          <a:xfrm>
            <a:off x="3481299" y="8341999"/>
            <a:ext cx="871649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9154664C-00B4-7681-EA21-57ACE85B655F}"/>
              </a:ext>
            </a:extLst>
          </p:cNvPr>
          <p:cNvSpPr/>
          <p:nvPr/>
        </p:nvSpPr>
        <p:spPr>
          <a:xfrm>
            <a:off x="3481299" y="8767497"/>
            <a:ext cx="871650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0DE64335-0BB6-8BE2-0D48-6B3B5615EC8E}"/>
              </a:ext>
            </a:extLst>
          </p:cNvPr>
          <p:cNvSpPr/>
          <p:nvPr/>
        </p:nvSpPr>
        <p:spPr>
          <a:xfrm>
            <a:off x="3481299" y="9192995"/>
            <a:ext cx="871650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85" name="Elbow Connector 384">
            <a:extLst>
              <a:ext uri="{FF2B5EF4-FFF2-40B4-BE49-F238E27FC236}">
                <a16:creationId xmlns:a16="http://schemas.microsoft.com/office/drawing/2014/main" id="{2656734B-FFC4-5CE9-BFBF-C7FB3111B545}"/>
              </a:ext>
            </a:extLst>
          </p:cNvPr>
          <p:cNvCxnSpPr>
            <a:cxnSpLocks/>
            <a:stCxn id="380" idx="1"/>
            <a:endCxn id="381" idx="1"/>
          </p:cNvCxnSpPr>
          <p:nvPr/>
        </p:nvCxnSpPr>
        <p:spPr>
          <a:xfrm rot="10800000" flipV="1">
            <a:off x="3481301" y="7670625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6" name="TextBox 385">
            <a:extLst>
              <a:ext uri="{FF2B5EF4-FFF2-40B4-BE49-F238E27FC236}">
                <a16:creationId xmlns:a16="http://schemas.microsoft.com/office/drawing/2014/main" id="{C750C1B1-31DB-774B-169E-1BE0C4291FAA}"/>
              </a:ext>
            </a:extLst>
          </p:cNvPr>
          <p:cNvSpPr txBox="1">
            <a:spLocks/>
          </p:cNvSpPr>
          <p:nvPr/>
        </p:nvSpPr>
        <p:spPr>
          <a:xfrm>
            <a:off x="3159576" y="7861548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x4</a:t>
            </a:r>
          </a:p>
        </p:txBody>
      </p:sp>
      <p:cxnSp>
        <p:nvCxnSpPr>
          <p:cNvPr id="387" name="Elbow Connector 386">
            <a:extLst>
              <a:ext uri="{FF2B5EF4-FFF2-40B4-BE49-F238E27FC236}">
                <a16:creationId xmlns:a16="http://schemas.microsoft.com/office/drawing/2014/main" id="{37C8B93E-E3F5-9A38-B923-34A8E597F477}"/>
              </a:ext>
            </a:extLst>
          </p:cNvPr>
          <p:cNvCxnSpPr>
            <a:cxnSpLocks/>
            <a:endCxn id="382" idx="1"/>
          </p:cNvCxnSpPr>
          <p:nvPr/>
        </p:nvCxnSpPr>
        <p:spPr>
          <a:xfrm rot="16200000" flipH="1">
            <a:off x="2874138" y="7914460"/>
            <a:ext cx="850996" cy="363326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8" name="Elbow Connector 387">
            <a:extLst>
              <a:ext uri="{FF2B5EF4-FFF2-40B4-BE49-F238E27FC236}">
                <a16:creationId xmlns:a16="http://schemas.microsoft.com/office/drawing/2014/main" id="{6B4DFE0E-D9F5-131D-6287-9EDF0C59BF9D}"/>
              </a:ext>
            </a:extLst>
          </p:cNvPr>
          <p:cNvCxnSpPr>
            <a:cxnSpLocks/>
            <a:endCxn id="383" idx="1"/>
          </p:cNvCxnSpPr>
          <p:nvPr/>
        </p:nvCxnSpPr>
        <p:spPr>
          <a:xfrm rot="16200000" flipH="1">
            <a:off x="2624117" y="8089937"/>
            <a:ext cx="1276498" cy="437866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9" name="Elbow Connector 388">
            <a:extLst>
              <a:ext uri="{FF2B5EF4-FFF2-40B4-BE49-F238E27FC236}">
                <a16:creationId xmlns:a16="http://schemas.microsoft.com/office/drawing/2014/main" id="{F2F03BC3-7526-0330-EEFA-8F3F38D41A5C}"/>
              </a:ext>
            </a:extLst>
          </p:cNvPr>
          <p:cNvCxnSpPr>
            <a:cxnSpLocks/>
            <a:endCxn id="384" idx="1"/>
          </p:cNvCxnSpPr>
          <p:nvPr/>
        </p:nvCxnSpPr>
        <p:spPr>
          <a:xfrm rot="16200000" flipH="1">
            <a:off x="2375842" y="8267160"/>
            <a:ext cx="1701996" cy="508918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0" name="TextBox 389">
            <a:extLst>
              <a:ext uri="{FF2B5EF4-FFF2-40B4-BE49-F238E27FC236}">
                <a16:creationId xmlns:a16="http://schemas.microsoft.com/office/drawing/2014/main" id="{139A6212-0F52-0654-2BB3-CF03898B90A9}"/>
              </a:ext>
            </a:extLst>
          </p:cNvPr>
          <p:cNvSpPr txBox="1"/>
          <p:nvPr/>
        </p:nvSpPr>
        <p:spPr>
          <a:xfrm>
            <a:off x="3144786" y="8295001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x9</a:t>
            </a: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4F29D4EC-C4D9-68D1-C58D-A055AF97A167}"/>
              </a:ext>
            </a:extLst>
          </p:cNvPr>
          <p:cNvSpPr txBox="1"/>
          <p:nvPr/>
        </p:nvSpPr>
        <p:spPr>
          <a:xfrm>
            <a:off x="3110320" y="8719180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x16</a:t>
            </a: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72FB3210-5AA1-83A3-15DA-308998B65E9F}"/>
              </a:ext>
            </a:extLst>
          </p:cNvPr>
          <p:cNvSpPr txBox="1"/>
          <p:nvPr/>
        </p:nvSpPr>
        <p:spPr>
          <a:xfrm>
            <a:off x="3095533" y="9144307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x25</a:t>
            </a:r>
          </a:p>
        </p:txBody>
      </p:sp>
      <p:cxnSp>
        <p:nvCxnSpPr>
          <p:cNvPr id="393" name="Straight Connector 392">
            <a:extLst>
              <a:ext uri="{FF2B5EF4-FFF2-40B4-BE49-F238E27FC236}">
                <a16:creationId xmlns:a16="http://schemas.microsoft.com/office/drawing/2014/main" id="{BACBDF31-7A52-7B9E-60EE-824C5553C58D}"/>
              </a:ext>
            </a:extLst>
          </p:cNvPr>
          <p:cNvCxnSpPr>
            <a:cxnSpLocks/>
          </p:cNvCxnSpPr>
          <p:nvPr/>
        </p:nvCxnSpPr>
        <p:spPr>
          <a:xfrm>
            <a:off x="2963001" y="7670620"/>
            <a:ext cx="254357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4" name="TextBox 393">
            <a:extLst>
              <a:ext uri="{FF2B5EF4-FFF2-40B4-BE49-F238E27FC236}">
                <a16:creationId xmlns:a16="http://schemas.microsoft.com/office/drawing/2014/main" id="{F80E1085-C32C-1BAA-B144-7DC8D4C04C84}"/>
              </a:ext>
            </a:extLst>
          </p:cNvPr>
          <p:cNvSpPr txBox="1"/>
          <p:nvPr/>
        </p:nvSpPr>
        <p:spPr>
          <a:xfrm>
            <a:off x="2708537" y="790710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5" name="TextBox 394">
            <a:extLst>
              <a:ext uri="{FF2B5EF4-FFF2-40B4-BE49-F238E27FC236}">
                <a16:creationId xmlns:a16="http://schemas.microsoft.com/office/drawing/2014/main" id="{6DDD8B72-D558-6B94-3513-01B486C94AB5}"/>
              </a:ext>
            </a:extLst>
          </p:cNvPr>
          <p:cNvSpPr txBox="1"/>
          <p:nvPr/>
        </p:nvSpPr>
        <p:spPr>
          <a:xfrm>
            <a:off x="2708537" y="8327511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8FD7DD8F-F907-0BE5-64BD-52C3E71BC6B4}"/>
              </a:ext>
            </a:extLst>
          </p:cNvPr>
          <p:cNvSpPr txBox="1"/>
          <p:nvPr/>
        </p:nvSpPr>
        <p:spPr>
          <a:xfrm>
            <a:off x="2708537" y="875924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7" name="TextBox 396">
            <a:extLst>
              <a:ext uri="{FF2B5EF4-FFF2-40B4-BE49-F238E27FC236}">
                <a16:creationId xmlns:a16="http://schemas.microsoft.com/office/drawing/2014/main" id="{CD357D82-4758-24A2-CAD6-D18CE8CF162C}"/>
              </a:ext>
            </a:extLst>
          </p:cNvPr>
          <p:cNvSpPr txBox="1"/>
          <p:nvPr/>
        </p:nvSpPr>
        <p:spPr>
          <a:xfrm>
            <a:off x="2708537" y="918241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7A26B3B5-4609-AD14-6E88-25069151DE9A}"/>
              </a:ext>
            </a:extLst>
          </p:cNvPr>
          <p:cNvSpPr txBox="1"/>
          <p:nvPr/>
        </p:nvSpPr>
        <p:spPr>
          <a:xfrm>
            <a:off x="1074067" y="747969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3675884A-97E3-73C8-A1DB-010796F547C7}"/>
              </a:ext>
            </a:extLst>
          </p:cNvPr>
          <p:cNvSpPr txBox="1"/>
          <p:nvPr/>
        </p:nvSpPr>
        <p:spPr>
          <a:xfrm>
            <a:off x="1077287" y="790710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3DD64A71-5982-3F67-20E4-1392D9C3DB79}"/>
              </a:ext>
            </a:extLst>
          </p:cNvPr>
          <p:cNvSpPr txBox="1"/>
          <p:nvPr/>
        </p:nvSpPr>
        <p:spPr>
          <a:xfrm>
            <a:off x="1077287" y="8327511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5B060534-9D9C-7BB5-43CA-C78F0DE09897}"/>
              </a:ext>
            </a:extLst>
          </p:cNvPr>
          <p:cNvSpPr txBox="1"/>
          <p:nvPr/>
        </p:nvSpPr>
        <p:spPr>
          <a:xfrm>
            <a:off x="1077287" y="875924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3FBD1E96-1E03-E82B-7C7A-CA7400EEC0F9}"/>
              </a:ext>
            </a:extLst>
          </p:cNvPr>
          <p:cNvSpPr txBox="1"/>
          <p:nvPr/>
        </p:nvSpPr>
        <p:spPr>
          <a:xfrm>
            <a:off x="1077287" y="918241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B2B9DA2B-AF46-3A33-9929-CC3AAB3FC818}"/>
              </a:ext>
            </a:extLst>
          </p:cNvPr>
          <p:cNvSpPr txBox="1"/>
          <p:nvPr/>
        </p:nvSpPr>
        <p:spPr>
          <a:xfrm>
            <a:off x="4331312" y="7541252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8E5E1A7E-7EB5-5D5E-D44B-E453233DF2DA}"/>
              </a:ext>
            </a:extLst>
          </p:cNvPr>
          <p:cNvSpPr txBox="1"/>
          <p:nvPr/>
        </p:nvSpPr>
        <p:spPr>
          <a:xfrm>
            <a:off x="5870634" y="7440406"/>
            <a:ext cx="62220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W4.S1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W5.S1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W6.S1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7673E26F-8B50-563C-3A5A-7EA5B45C761B}"/>
              </a:ext>
            </a:extLst>
          </p:cNvPr>
          <p:cNvSpPr/>
          <p:nvPr/>
        </p:nvSpPr>
        <p:spPr>
          <a:xfrm>
            <a:off x="4800676" y="7495292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5655D3A3-5663-9436-DF3E-EEEFBD3593B9}"/>
              </a:ext>
            </a:extLst>
          </p:cNvPr>
          <p:cNvSpPr/>
          <p:nvPr/>
        </p:nvSpPr>
        <p:spPr>
          <a:xfrm>
            <a:off x="4800676" y="7920790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2AAFF0C3-947E-091D-BC5B-1426A0A476FA}"/>
              </a:ext>
            </a:extLst>
          </p:cNvPr>
          <p:cNvSpPr/>
          <p:nvPr/>
        </p:nvSpPr>
        <p:spPr>
          <a:xfrm>
            <a:off x="4800675" y="8346288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55BA792B-FFCF-B586-1C42-1A6F32F343C0}"/>
              </a:ext>
            </a:extLst>
          </p:cNvPr>
          <p:cNvSpPr/>
          <p:nvPr/>
        </p:nvSpPr>
        <p:spPr>
          <a:xfrm>
            <a:off x="4800674" y="8771786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C066EFB2-79F0-535D-4E58-9DA3F3D6AE2E}"/>
              </a:ext>
            </a:extLst>
          </p:cNvPr>
          <p:cNvSpPr/>
          <p:nvPr/>
        </p:nvSpPr>
        <p:spPr>
          <a:xfrm>
            <a:off x="4800674" y="9197284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4821EFDC-2A30-1114-63F4-4804F2F266F5}"/>
              </a:ext>
            </a:extLst>
          </p:cNvPr>
          <p:cNvSpPr txBox="1"/>
          <p:nvPr/>
        </p:nvSpPr>
        <p:spPr>
          <a:xfrm>
            <a:off x="4335545" y="7968657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6858A913-009A-1AB0-E3F4-76723AADCE4A}"/>
              </a:ext>
            </a:extLst>
          </p:cNvPr>
          <p:cNvSpPr txBox="1"/>
          <p:nvPr/>
        </p:nvSpPr>
        <p:spPr>
          <a:xfrm>
            <a:off x="4336004" y="8377636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FB7EB238-A662-114B-AFD8-5F0ED8D9F074}"/>
              </a:ext>
            </a:extLst>
          </p:cNvPr>
          <p:cNvSpPr txBox="1"/>
          <p:nvPr/>
        </p:nvSpPr>
        <p:spPr>
          <a:xfrm>
            <a:off x="4336903" y="8816078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DAA4B6EE-838F-FAC4-7D08-D2499D841017}"/>
              </a:ext>
            </a:extLst>
          </p:cNvPr>
          <p:cNvSpPr txBox="1"/>
          <p:nvPr/>
        </p:nvSpPr>
        <p:spPr>
          <a:xfrm>
            <a:off x="4335256" y="9253861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CF8892D4-FF2B-4172-6C29-8D99C4C380C2}"/>
              </a:ext>
            </a:extLst>
          </p:cNvPr>
          <p:cNvSpPr/>
          <p:nvPr/>
        </p:nvSpPr>
        <p:spPr>
          <a:xfrm>
            <a:off x="356339" y="2928852"/>
            <a:ext cx="722557" cy="359243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5346CD05-9DC3-6E7D-0026-F1EB44168CB0}"/>
              </a:ext>
            </a:extLst>
          </p:cNvPr>
          <p:cNvSpPr/>
          <p:nvPr/>
        </p:nvSpPr>
        <p:spPr>
          <a:xfrm>
            <a:off x="356339" y="3354350"/>
            <a:ext cx="72255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2" name="Rectangle 541">
            <a:extLst>
              <a:ext uri="{FF2B5EF4-FFF2-40B4-BE49-F238E27FC236}">
                <a16:creationId xmlns:a16="http://schemas.microsoft.com/office/drawing/2014/main" id="{9FDDA30E-6868-5A01-8F73-7752C8C36A68}"/>
              </a:ext>
            </a:extLst>
          </p:cNvPr>
          <p:cNvSpPr/>
          <p:nvPr/>
        </p:nvSpPr>
        <p:spPr>
          <a:xfrm>
            <a:off x="356338" y="3779848"/>
            <a:ext cx="72255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3" name="Rectangle 542">
            <a:extLst>
              <a:ext uri="{FF2B5EF4-FFF2-40B4-BE49-F238E27FC236}">
                <a16:creationId xmlns:a16="http://schemas.microsoft.com/office/drawing/2014/main" id="{3C440FE3-2523-18D3-E4C8-E9306BE2E3FE}"/>
              </a:ext>
            </a:extLst>
          </p:cNvPr>
          <p:cNvSpPr/>
          <p:nvPr/>
        </p:nvSpPr>
        <p:spPr>
          <a:xfrm>
            <a:off x="356337" y="4205346"/>
            <a:ext cx="72255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4" name="Rectangle 543">
            <a:extLst>
              <a:ext uri="{FF2B5EF4-FFF2-40B4-BE49-F238E27FC236}">
                <a16:creationId xmlns:a16="http://schemas.microsoft.com/office/drawing/2014/main" id="{EEFA6783-4E57-75A6-F4ED-11C029AEDC1C}"/>
              </a:ext>
            </a:extLst>
          </p:cNvPr>
          <p:cNvSpPr/>
          <p:nvPr/>
        </p:nvSpPr>
        <p:spPr>
          <a:xfrm>
            <a:off x="356337" y="4630844"/>
            <a:ext cx="72255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5" name="TextBox 544">
            <a:extLst>
              <a:ext uri="{FF2B5EF4-FFF2-40B4-BE49-F238E27FC236}">
                <a16:creationId xmlns:a16="http://schemas.microsoft.com/office/drawing/2014/main" id="{C6B340D5-402D-5613-C0E1-5530791A7965}"/>
              </a:ext>
            </a:extLst>
          </p:cNvPr>
          <p:cNvSpPr txBox="1"/>
          <p:nvPr/>
        </p:nvSpPr>
        <p:spPr>
          <a:xfrm>
            <a:off x="321413" y="2732730"/>
            <a:ext cx="787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4"/>
                </a:solidFill>
              </a:rPr>
              <a:t>W5</a:t>
            </a:r>
          </a:p>
        </p:txBody>
      </p:sp>
      <p:sp>
        <p:nvSpPr>
          <p:cNvPr id="546" name="TextBox 545">
            <a:extLst>
              <a:ext uri="{FF2B5EF4-FFF2-40B4-BE49-F238E27FC236}">
                <a16:creationId xmlns:a16="http://schemas.microsoft.com/office/drawing/2014/main" id="{DABC3C28-8F56-4CC3-F28E-95233A258EDC}"/>
              </a:ext>
            </a:extLst>
          </p:cNvPr>
          <p:cNvSpPr txBox="1"/>
          <p:nvPr/>
        </p:nvSpPr>
        <p:spPr>
          <a:xfrm>
            <a:off x="1747401" y="2732723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4"/>
                </a:solidFill>
              </a:rPr>
              <a:t>W5.R1</a:t>
            </a: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7D367A97-EF5A-C2BB-5A2B-7E58F53BCDE1}"/>
              </a:ext>
            </a:extLst>
          </p:cNvPr>
          <p:cNvSpPr/>
          <p:nvPr/>
        </p:nvSpPr>
        <p:spPr>
          <a:xfrm>
            <a:off x="1848306" y="2928852"/>
            <a:ext cx="864539" cy="359243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11760054-108C-B8D4-1151-2F400C1970A5}"/>
              </a:ext>
            </a:extLst>
          </p:cNvPr>
          <p:cNvSpPr/>
          <p:nvPr/>
        </p:nvSpPr>
        <p:spPr>
          <a:xfrm>
            <a:off x="1848306" y="3354350"/>
            <a:ext cx="87164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4CBCDB63-121C-6124-572D-8FCC797EA90C}"/>
              </a:ext>
            </a:extLst>
          </p:cNvPr>
          <p:cNvSpPr/>
          <p:nvPr/>
        </p:nvSpPr>
        <p:spPr>
          <a:xfrm>
            <a:off x="1848304" y="3779848"/>
            <a:ext cx="871649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380362B5-AF76-6BE3-D6EC-56D0E1956A51}"/>
              </a:ext>
            </a:extLst>
          </p:cNvPr>
          <p:cNvSpPr/>
          <p:nvPr/>
        </p:nvSpPr>
        <p:spPr>
          <a:xfrm>
            <a:off x="1848304" y="4205346"/>
            <a:ext cx="871650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88F794CE-3D3D-6BF0-F9D1-192F00579809}"/>
              </a:ext>
            </a:extLst>
          </p:cNvPr>
          <p:cNvSpPr/>
          <p:nvPr/>
        </p:nvSpPr>
        <p:spPr>
          <a:xfrm>
            <a:off x="1848304" y="4630844"/>
            <a:ext cx="871650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552" name="Elbow Connector 551">
            <a:extLst>
              <a:ext uri="{FF2B5EF4-FFF2-40B4-BE49-F238E27FC236}">
                <a16:creationId xmlns:a16="http://schemas.microsoft.com/office/drawing/2014/main" id="{638D83E1-3060-9147-8377-ED643B11D08F}"/>
              </a:ext>
            </a:extLst>
          </p:cNvPr>
          <p:cNvCxnSpPr>
            <a:cxnSpLocks/>
            <a:stCxn id="547" idx="1"/>
            <a:endCxn id="548" idx="1"/>
          </p:cNvCxnSpPr>
          <p:nvPr/>
        </p:nvCxnSpPr>
        <p:spPr>
          <a:xfrm rot="10800000" flipV="1">
            <a:off x="1848306" y="3108474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53" name="TextBox 552">
            <a:extLst>
              <a:ext uri="{FF2B5EF4-FFF2-40B4-BE49-F238E27FC236}">
                <a16:creationId xmlns:a16="http://schemas.microsoft.com/office/drawing/2014/main" id="{C7DA5B8E-5DE4-8F81-7ACB-43C254CB85E4}"/>
              </a:ext>
            </a:extLst>
          </p:cNvPr>
          <p:cNvSpPr txBox="1">
            <a:spLocks/>
          </p:cNvSpPr>
          <p:nvPr/>
        </p:nvSpPr>
        <p:spPr>
          <a:xfrm>
            <a:off x="1526581" y="329939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x2</a:t>
            </a:r>
          </a:p>
        </p:txBody>
      </p:sp>
      <p:cxnSp>
        <p:nvCxnSpPr>
          <p:cNvPr id="554" name="Elbow Connector 553">
            <a:extLst>
              <a:ext uri="{FF2B5EF4-FFF2-40B4-BE49-F238E27FC236}">
                <a16:creationId xmlns:a16="http://schemas.microsoft.com/office/drawing/2014/main" id="{13C473CB-53E0-9E33-CD01-BC2BBF085E92}"/>
              </a:ext>
            </a:extLst>
          </p:cNvPr>
          <p:cNvCxnSpPr>
            <a:cxnSpLocks/>
            <a:endCxn id="549" idx="1"/>
          </p:cNvCxnSpPr>
          <p:nvPr/>
        </p:nvCxnSpPr>
        <p:spPr>
          <a:xfrm rot="16200000" flipH="1">
            <a:off x="1241143" y="3352309"/>
            <a:ext cx="850996" cy="363326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55" name="Elbow Connector 554">
            <a:extLst>
              <a:ext uri="{FF2B5EF4-FFF2-40B4-BE49-F238E27FC236}">
                <a16:creationId xmlns:a16="http://schemas.microsoft.com/office/drawing/2014/main" id="{F045EFBE-06E8-29F8-F0E0-FEA925702644}"/>
              </a:ext>
            </a:extLst>
          </p:cNvPr>
          <p:cNvCxnSpPr>
            <a:cxnSpLocks/>
            <a:endCxn id="550" idx="1"/>
          </p:cNvCxnSpPr>
          <p:nvPr/>
        </p:nvCxnSpPr>
        <p:spPr>
          <a:xfrm rot="16200000" flipH="1">
            <a:off x="991122" y="3527786"/>
            <a:ext cx="1276498" cy="437866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56" name="Elbow Connector 555">
            <a:extLst>
              <a:ext uri="{FF2B5EF4-FFF2-40B4-BE49-F238E27FC236}">
                <a16:creationId xmlns:a16="http://schemas.microsoft.com/office/drawing/2014/main" id="{BBE1F8CA-FBB7-AE55-CF8A-3983450E84F4}"/>
              </a:ext>
            </a:extLst>
          </p:cNvPr>
          <p:cNvCxnSpPr>
            <a:cxnSpLocks/>
            <a:endCxn id="551" idx="1"/>
          </p:cNvCxnSpPr>
          <p:nvPr/>
        </p:nvCxnSpPr>
        <p:spPr>
          <a:xfrm rot="16200000" flipH="1">
            <a:off x="742847" y="3705009"/>
            <a:ext cx="1701996" cy="508918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57" name="TextBox 556">
            <a:extLst>
              <a:ext uri="{FF2B5EF4-FFF2-40B4-BE49-F238E27FC236}">
                <a16:creationId xmlns:a16="http://schemas.microsoft.com/office/drawing/2014/main" id="{6C899E6C-56DD-705B-FA99-08A2C34B32B9}"/>
              </a:ext>
            </a:extLst>
          </p:cNvPr>
          <p:cNvSpPr txBox="1"/>
          <p:nvPr/>
        </p:nvSpPr>
        <p:spPr>
          <a:xfrm>
            <a:off x="1511791" y="3732850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x3</a:t>
            </a:r>
          </a:p>
        </p:txBody>
      </p:sp>
      <p:sp>
        <p:nvSpPr>
          <p:cNvPr id="558" name="TextBox 557">
            <a:extLst>
              <a:ext uri="{FF2B5EF4-FFF2-40B4-BE49-F238E27FC236}">
                <a16:creationId xmlns:a16="http://schemas.microsoft.com/office/drawing/2014/main" id="{887D3050-16A9-ADE5-5EBE-BDDA44A256BE}"/>
              </a:ext>
            </a:extLst>
          </p:cNvPr>
          <p:cNvSpPr txBox="1"/>
          <p:nvPr/>
        </p:nvSpPr>
        <p:spPr>
          <a:xfrm>
            <a:off x="1511790" y="4157029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x4</a:t>
            </a:r>
          </a:p>
        </p:txBody>
      </p:sp>
      <p:sp>
        <p:nvSpPr>
          <p:cNvPr id="559" name="TextBox 558">
            <a:extLst>
              <a:ext uri="{FF2B5EF4-FFF2-40B4-BE49-F238E27FC236}">
                <a16:creationId xmlns:a16="http://schemas.microsoft.com/office/drawing/2014/main" id="{CF803C55-F7DA-A66C-317A-4739DF2CC187}"/>
              </a:ext>
            </a:extLst>
          </p:cNvPr>
          <p:cNvSpPr txBox="1"/>
          <p:nvPr/>
        </p:nvSpPr>
        <p:spPr>
          <a:xfrm>
            <a:off x="1497003" y="4582156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x5</a:t>
            </a:r>
          </a:p>
        </p:txBody>
      </p:sp>
      <p:cxnSp>
        <p:nvCxnSpPr>
          <p:cNvPr id="560" name="Straight Connector 559">
            <a:extLst>
              <a:ext uri="{FF2B5EF4-FFF2-40B4-BE49-F238E27FC236}">
                <a16:creationId xmlns:a16="http://schemas.microsoft.com/office/drawing/2014/main" id="{4C7D39AF-BEC2-673E-0CC7-0B0913B1C88D}"/>
              </a:ext>
            </a:extLst>
          </p:cNvPr>
          <p:cNvCxnSpPr>
            <a:cxnSpLocks/>
          </p:cNvCxnSpPr>
          <p:nvPr/>
        </p:nvCxnSpPr>
        <p:spPr>
          <a:xfrm>
            <a:off x="1330006" y="3108469"/>
            <a:ext cx="254357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61" name="TextBox 560">
            <a:extLst>
              <a:ext uri="{FF2B5EF4-FFF2-40B4-BE49-F238E27FC236}">
                <a16:creationId xmlns:a16="http://schemas.microsoft.com/office/drawing/2014/main" id="{D0A5B062-1F48-674C-4544-C98AA0E82293}"/>
              </a:ext>
            </a:extLst>
          </p:cNvPr>
          <p:cNvSpPr txBox="1"/>
          <p:nvPr/>
        </p:nvSpPr>
        <p:spPr>
          <a:xfrm>
            <a:off x="2705315" y="2923803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62" name="TextBox 561">
            <a:extLst>
              <a:ext uri="{FF2B5EF4-FFF2-40B4-BE49-F238E27FC236}">
                <a16:creationId xmlns:a16="http://schemas.microsoft.com/office/drawing/2014/main" id="{2390306B-65B8-D54C-18AA-877BD1EE2DCD}"/>
              </a:ext>
            </a:extLst>
          </p:cNvPr>
          <p:cNvSpPr txBox="1"/>
          <p:nvPr/>
        </p:nvSpPr>
        <p:spPr>
          <a:xfrm>
            <a:off x="3391631" y="2732721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4"/>
                </a:solidFill>
              </a:rPr>
              <a:t>W5.R2</a:t>
            </a:r>
          </a:p>
        </p:txBody>
      </p:sp>
      <p:sp>
        <p:nvSpPr>
          <p:cNvPr id="563" name="Rectangle 562">
            <a:extLst>
              <a:ext uri="{FF2B5EF4-FFF2-40B4-BE49-F238E27FC236}">
                <a16:creationId xmlns:a16="http://schemas.microsoft.com/office/drawing/2014/main" id="{869E1654-DBB9-8690-9FCA-6352EC858F9F}"/>
              </a:ext>
            </a:extLst>
          </p:cNvPr>
          <p:cNvSpPr/>
          <p:nvPr/>
        </p:nvSpPr>
        <p:spPr>
          <a:xfrm>
            <a:off x="3481299" y="2935109"/>
            <a:ext cx="864539" cy="359243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4" name="Rectangle 563">
            <a:extLst>
              <a:ext uri="{FF2B5EF4-FFF2-40B4-BE49-F238E27FC236}">
                <a16:creationId xmlns:a16="http://schemas.microsoft.com/office/drawing/2014/main" id="{BD60CAD3-CA76-95D2-2DDF-E1252CA644A8}"/>
              </a:ext>
            </a:extLst>
          </p:cNvPr>
          <p:cNvSpPr/>
          <p:nvPr/>
        </p:nvSpPr>
        <p:spPr>
          <a:xfrm>
            <a:off x="3481299" y="3360607"/>
            <a:ext cx="87164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5" name="Rectangle 564">
            <a:extLst>
              <a:ext uri="{FF2B5EF4-FFF2-40B4-BE49-F238E27FC236}">
                <a16:creationId xmlns:a16="http://schemas.microsoft.com/office/drawing/2014/main" id="{E91179D2-0393-8E26-4CFF-843DDC5589BB}"/>
              </a:ext>
            </a:extLst>
          </p:cNvPr>
          <p:cNvSpPr/>
          <p:nvPr/>
        </p:nvSpPr>
        <p:spPr>
          <a:xfrm>
            <a:off x="3481297" y="3786105"/>
            <a:ext cx="871649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6" name="Rectangle 565">
            <a:extLst>
              <a:ext uri="{FF2B5EF4-FFF2-40B4-BE49-F238E27FC236}">
                <a16:creationId xmlns:a16="http://schemas.microsoft.com/office/drawing/2014/main" id="{1B21B7FF-0FD2-0D76-5835-A9E65FE6C7B4}"/>
              </a:ext>
            </a:extLst>
          </p:cNvPr>
          <p:cNvSpPr/>
          <p:nvPr/>
        </p:nvSpPr>
        <p:spPr>
          <a:xfrm>
            <a:off x="3481297" y="4211603"/>
            <a:ext cx="871650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7" name="Rectangle 566">
            <a:extLst>
              <a:ext uri="{FF2B5EF4-FFF2-40B4-BE49-F238E27FC236}">
                <a16:creationId xmlns:a16="http://schemas.microsoft.com/office/drawing/2014/main" id="{92FD25DA-C9CF-AB4F-5684-279E88215DB3}"/>
              </a:ext>
            </a:extLst>
          </p:cNvPr>
          <p:cNvSpPr/>
          <p:nvPr/>
        </p:nvSpPr>
        <p:spPr>
          <a:xfrm>
            <a:off x="3481297" y="4637101"/>
            <a:ext cx="871650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568" name="Elbow Connector 567">
            <a:extLst>
              <a:ext uri="{FF2B5EF4-FFF2-40B4-BE49-F238E27FC236}">
                <a16:creationId xmlns:a16="http://schemas.microsoft.com/office/drawing/2014/main" id="{07B3985A-1403-72C8-01FF-85746E389FB6}"/>
              </a:ext>
            </a:extLst>
          </p:cNvPr>
          <p:cNvCxnSpPr>
            <a:cxnSpLocks/>
            <a:stCxn id="563" idx="1"/>
            <a:endCxn id="564" idx="1"/>
          </p:cNvCxnSpPr>
          <p:nvPr/>
        </p:nvCxnSpPr>
        <p:spPr>
          <a:xfrm rot="10800000" flipV="1">
            <a:off x="3481299" y="3114731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52F98FD6-116A-770D-05FC-E266108D6CFD}"/>
              </a:ext>
            </a:extLst>
          </p:cNvPr>
          <p:cNvSpPr txBox="1">
            <a:spLocks/>
          </p:cNvSpPr>
          <p:nvPr/>
        </p:nvSpPr>
        <p:spPr>
          <a:xfrm>
            <a:off x="3159574" y="3305654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x4</a:t>
            </a:r>
          </a:p>
        </p:txBody>
      </p:sp>
      <p:cxnSp>
        <p:nvCxnSpPr>
          <p:cNvPr id="570" name="Elbow Connector 569">
            <a:extLst>
              <a:ext uri="{FF2B5EF4-FFF2-40B4-BE49-F238E27FC236}">
                <a16:creationId xmlns:a16="http://schemas.microsoft.com/office/drawing/2014/main" id="{02D04763-2E80-5A15-2096-F34DE8004968}"/>
              </a:ext>
            </a:extLst>
          </p:cNvPr>
          <p:cNvCxnSpPr>
            <a:cxnSpLocks/>
            <a:endCxn id="565" idx="1"/>
          </p:cNvCxnSpPr>
          <p:nvPr/>
        </p:nvCxnSpPr>
        <p:spPr>
          <a:xfrm rot="16200000" flipH="1">
            <a:off x="2874136" y="3358566"/>
            <a:ext cx="850996" cy="363326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71" name="Elbow Connector 570">
            <a:extLst>
              <a:ext uri="{FF2B5EF4-FFF2-40B4-BE49-F238E27FC236}">
                <a16:creationId xmlns:a16="http://schemas.microsoft.com/office/drawing/2014/main" id="{4327DAE3-B0C6-DE7A-90C4-0F738D9CA430}"/>
              </a:ext>
            </a:extLst>
          </p:cNvPr>
          <p:cNvCxnSpPr>
            <a:cxnSpLocks/>
            <a:endCxn id="566" idx="1"/>
          </p:cNvCxnSpPr>
          <p:nvPr/>
        </p:nvCxnSpPr>
        <p:spPr>
          <a:xfrm rot="16200000" flipH="1">
            <a:off x="2624115" y="3534043"/>
            <a:ext cx="1276498" cy="437866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72" name="Elbow Connector 571">
            <a:extLst>
              <a:ext uri="{FF2B5EF4-FFF2-40B4-BE49-F238E27FC236}">
                <a16:creationId xmlns:a16="http://schemas.microsoft.com/office/drawing/2014/main" id="{80E80D34-9E06-6EF1-0605-E4F6B22E659C}"/>
              </a:ext>
            </a:extLst>
          </p:cNvPr>
          <p:cNvCxnSpPr>
            <a:cxnSpLocks/>
            <a:endCxn id="567" idx="1"/>
          </p:cNvCxnSpPr>
          <p:nvPr/>
        </p:nvCxnSpPr>
        <p:spPr>
          <a:xfrm rot="16200000" flipH="1">
            <a:off x="2375840" y="3711266"/>
            <a:ext cx="1701996" cy="508918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73" name="TextBox 572">
            <a:extLst>
              <a:ext uri="{FF2B5EF4-FFF2-40B4-BE49-F238E27FC236}">
                <a16:creationId xmlns:a16="http://schemas.microsoft.com/office/drawing/2014/main" id="{A2AA4972-0DB3-897F-C4BC-073F0CAB8DE2}"/>
              </a:ext>
            </a:extLst>
          </p:cNvPr>
          <p:cNvSpPr txBox="1"/>
          <p:nvPr/>
        </p:nvSpPr>
        <p:spPr>
          <a:xfrm>
            <a:off x="3144784" y="373910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x9</a:t>
            </a:r>
          </a:p>
        </p:txBody>
      </p:sp>
      <p:sp>
        <p:nvSpPr>
          <p:cNvPr id="574" name="TextBox 573">
            <a:extLst>
              <a:ext uri="{FF2B5EF4-FFF2-40B4-BE49-F238E27FC236}">
                <a16:creationId xmlns:a16="http://schemas.microsoft.com/office/drawing/2014/main" id="{F2619C66-DF6E-5491-4F37-9C955CFE9268}"/>
              </a:ext>
            </a:extLst>
          </p:cNvPr>
          <p:cNvSpPr txBox="1"/>
          <p:nvPr/>
        </p:nvSpPr>
        <p:spPr>
          <a:xfrm>
            <a:off x="3110318" y="4163286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x16</a:t>
            </a:r>
          </a:p>
        </p:txBody>
      </p:sp>
      <p:sp>
        <p:nvSpPr>
          <p:cNvPr id="575" name="TextBox 574">
            <a:extLst>
              <a:ext uri="{FF2B5EF4-FFF2-40B4-BE49-F238E27FC236}">
                <a16:creationId xmlns:a16="http://schemas.microsoft.com/office/drawing/2014/main" id="{5E8B4EAB-E9FA-4F9E-DFAD-CF94D6ED4BD1}"/>
              </a:ext>
            </a:extLst>
          </p:cNvPr>
          <p:cNvSpPr txBox="1"/>
          <p:nvPr/>
        </p:nvSpPr>
        <p:spPr>
          <a:xfrm>
            <a:off x="3095531" y="4588413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x25</a:t>
            </a:r>
          </a:p>
        </p:txBody>
      </p:sp>
      <p:cxnSp>
        <p:nvCxnSpPr>
          <p:cNvPr id="576" name="Straight Connector 575">
            <a:extLst>
              <a:ext uri="{FF2B5EF4-FFF2-40B4-BE49-F238E27FC236}">
                <a16:creationId xmlns:a16="http://schemas.microsoft.com/office/drawing/2014/main" id="{24FBB3D6-45C2-FA9E-0C7E-5419B73BB658}"/>
              </a:ext>
            </a:extLst>
          </p:cNvPr>
          <p:cNvCxnSpPr>
            <a:cxnSpLocks/>
          </p:cNvCxnSpPr>
          <p:nvPr/>
        </p:nvCxnSpPr>
        <p:spPr>
          <a:xfrm>
            <a:off x="2962999" y="3114726"/>
            <a:ext cx="254357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77" name="TextBox 576">
            <a:extLst>
              <a:ext uri="{FF2B5EF4-FFF2-40B4-BE49-F238E27FC236}">
                <a16:creationId xmlns:a16="http://schemas.microsoft.com/office/drawing/2014/main" id="{69441A86-E021-A790-333A-F15930DC6163}"/>
              </a:ext>
            </a:extLst>
          </p:cNvPr>
          <p:cNvSpPr txBox="1"/>
          <p:nvPr/>
        </p:nvSpPr>
        <p:spPr>
          <a:xfrm>
            <a:off x="2708535" y="335120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78" name="TextBox 577">
            <a:extLst>
              <a:ext uri="{FF2B5EF4-FFF2-40B4-BE49-F238E27FC236}">
                <a16:creationId xmlns:a16="http://schemas.microsoft.com/office/drawing/2014/main" id="{97EE85B6-419C-D761-DEAE-E8B2E304236B}"/>
              </a:ext>
            </a:extLst>
          </p:cNvPr>
          <p:cNvSpPr txBox="1"/>
          <p:nvPr/>
        </p:nvSpPr>
        <p:spPr>
          <a:xfrm>
            <a:off x="2708535" y="377161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79" name="TextBox 578">
            <a:extLst>
              <a:ext uri="{FF2B5EF4-FFF2-40B4-BE49-F238E27FC236}">
                <a16:creationId xmlns:a16="http://schemas.microsoft.com/office/drawing/2014/main" id="{68F91933-3E48-80DF-6689-04DAF482FDF2}"/>
              </a:ext>
            </a:extLst>
          </p:cNvPr>
          <p:cNvSpPr txBox="1"/>
          <p:nvPr/>
        </p:nvSpPr>
        <p:spPr>
          <a:xfrm>
            <a:off x="2708535" y="420335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0" name="TextBox 579">
            <a:extLst>
              <a:ext uri="{FF2B5EF4-FFF2-40B4-BE49-F238E27FC236}">
                <a16:creationId xmlns:a16="http://schemas.microsoft.com/office/drawing/2014/main" id="{66383992-44FF-4336-FEE5-DBC8AC5955D9}"/>
              </a:ext>
            </a:extLst>
          </p:cNvPr>
          <p:cNvSpPr txBox="1"/>
          <p:nvPr/>
        </p:nvSpPr>
        <p:spPr>
          <a:xfrm>
            <a:off x="2708535" y="462651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1" name="TextBox 580">
            <a:extLst>
              <a:ext uri="{FF2B5EF4-FFF2-40B4-BE49-F238E27FC236}">
                <a16:creationId xmlns:a16="http://schemas.microsoft.com/office/drawing/2014/main" id="{8AA0ADA9-D847-EB09-977E-AB9B19C4DC90}"/>
              </a:ext>
            </a:extLst>
          </p:cNvPr>
          <p:cNvSpPr txBox="1"/>
          <p:nvPr/>
        </p:nvSpPr>
        <p:spPr>
          <a:xfrm>
            <a:off x="1074065" y="2923803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2" name="TextBox 581">
            <a:extLst>
              <a:ext uri="{FF2B5EF4-FFF2-40B4-BE49-F238E27FC236}">
                <a16:creationId xmlns:a16="http://schemas.microsoft.com/office/drawing/2014/main" id="{19D85DB5-EF65-BFBF-2834-F554E4318DC6}"/>
              </a:ext>
            </a:extLst>
          </p:cNvPr>
          <p:cNvSpPr txBox="1"/>
          <p:nvPr/>
        </p:nvSpPr>
        <p:spPr>
          <a:xfrm>
            <a:off x="1077285" y="335120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3" name="TextBox 582">
            <a:extLst>
              <a:ext uri="{FF2B5EF4-FFF2-40B4-BE49-F238E27FC236}">
                <a16:creationId xmlns:a16="http://schemas.microsoft.com/office/drawing/2014/main" id="{934F0D38-3F7D-F6EB-4A20-B34F66AA6AEF}"/>
              </a:ext>
            </a:extLst>
          </p:cNvPr>
          <p:cNvSpPr txBox="1"/>
          <p:nvPr/>
        </p:nvSpPr>
        <p:spPr>
          <a:xfrm>
            <a:off x="1077285" y="377161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4" name="TextBox 583">
            <a:extLst>
              <a:ext uri="{FF2B5EF4-FFF2-40B4-BE49-F238E27FC236}">
                <a16:creationId xmlns:a16="http://schemas.microsoft.com/office/drawing/2014/main" id="{B3D6EB12-E206-D7A3-DFA3-4BA029AD9D53}"/>
              </a:ext>
            </a:extLst>
          </p:cNvPr>
          <p:cNvSpPr txBox="1"/>
          <p:nvPr/>
        </p:nvSpPr>
        <p:spPr>
          <a:xfrm>
            <a:off x="1077285" y="420335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5" name="TextBox 584">
            <a:extLst>
              <a:ext uri="{FF2B5EF4-FFF2-40B4-BE49-F238E27FC236}">
                <a16:creationId xmlns:a16="http://schemas.microsoft.com/office/drawing/2014/main" id="{EFA40991-BCEE-6EC4-A694-0AF109FD7EED}"/>
              </a:ext>
            </a:extLst>
          </p:cNvPr>
          <p:cNvSpPr txBox="1"/>
          <p:nvPr/>
        </p:nvSpPr>
        <p:spPr>
          <a:xfrm>
            <a:off x="1077285" y="462651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6" name="TextBox 585">
            <a:extLst>
              <a:ext uri="{FF2B5EF4-FFF2-40B4-BE49-F238E27FC236}">
                <a16:creationId xmlns:a16="http://schemas.microsoft.com/office/drawing/2014/main" id="{E5A4120C-2A53-F059-F897-D26D612F8216}"/>
              </a:ext>
            </a:extLst>
          </p:cNvPr>
          <p:cNvSpPr txBox="1"/>
          <p:nvPr/>
        </p:nvSpPr>
        <p:spPr>
          <a:xfrm>
            <a:off x="4331310" y="2985358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87" name="TextBox 586">
            <a:extLst>
              <a:ext uri="{FF2B5EF4-FFF2-40B4-BE49-F238E27FC236}">
                <a16:creationId xmlns:a16="http://schemas.microsoft.com/office/drawing/2014/main" id="{0CF5ADE8-F820-8737-F3D4-BAD7A6A77359}"/>
              </a:ext>
            </a:extLst>
          </p:cNvPr>
          <p:cNvSpPr txBox="1"/>
          <p:nvPr/>
        </p:nvSpPr>
        <p:spPr>
          <a:xfrm>
            <a:off x="5497200" y="2995187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W5.S1</a:t>
            </a:r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ECB92905-12B8-94E9-5C08-009E8DA20067}"/>
              </a:ext>
            </a:extLst>
          </p:cNvPr>
          <p:cNvSpPr/>
          <p:nvPr/>
        </p:nvSpPr>
        <p:spPr>
          <a:xfrm>
            <a:off x="4800674" y="2939398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241D70A0-6AF3-89CB-92EE-B0924D29887E}"/>
              </a:ext>
            </a:extLst>
          </p:cNvPr>
          <p:cNvSpPr/>
          <p:nvPr/>
        </p:nvSpPr>
        <p:spPr>
          <a:xfrm>
            <a:off x="4800674" y="3364896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9E5DF7DA-6D30-8B4A-A685-0C4107DC2734}"/>
              </a:ext>
            </a:extLst>
          </p:cNvPr>
          <p:cNvSpPr/>
          <p:nvPr/>
        </p:nvSpPr>
        <p:spPr>
          <a:xfrm>
            <a:off x="4800673" y="3790394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6B1F6E26-5814-3690-728A-07F1FF94801A}"/>
              </a:ext>
            </a:extLst>
          </p:cNvPr>
          <p:cNvSpPr/>
          <p:nvPr/>
        </p:nvSpPr>
        <p:spPr>
          <a:xfrm>
            <a:off x="4800672" y="4215892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02242A0F-CEEC-54F6-04D7-7CC6210B1AA6}"/>
              </a:ext>
            </a:extLst>
          </p:cNvPr>
          <p:cNvSpPr/>
          <p:nvPr/>
        </p:nvSpPr>
        <p:spPr>
          <a:xfrm>
            <a:off x="4800672" y="4641390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3" name="TextBox 592">
            <a:extLst>
              <a:ext uri="{FF2B5EF4-FFF2-40B4-BE49-F238E27FC236}">
                <a16:creationId xmlns:a16="http://schemas.microsoft.com/office/drawing/2014/main" id="{702321B3-44F7-94E8-39BC-1E153858983E}"/>
              </a:ext>
            </a:extLst>
          </p:cNvPr>
          <p:cNvSpPr txBox="1"/>
          <p:nvPr/>
        </p:nvSpPr>
        <p:spPr>
          <a:xfrm>
            <a:off x="4335543" y="3412763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94" name="TextBox 593">
            <a:extLst>
              <a:ext uri="{FF2B5EF4-FFF2-40B4-BE49-F238E27FC236}">
                <a16:creationId xmlns:a16="http://schemas.microsoft.com/office/drawing/2014/main" id="{3C22B5A5-2180-B773-64E2-42829D8A51DC}"/>
              </a:ext>
            </a:extLst>
          </p:cNvPr>
          <p:cNvSpPr txBox="1"/>
          <p:nvPr/>
        </p:nvSpPr>
        <p:spPr>
          <a:xfrm>
            <a:off x="4336002" y="3821742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95" name="TextBox 594">
            <a:extLst>
              <a:ext uri="{FF2B5EF4-FFF2-40B4-BE49-F238E27FC236}">
                <a16:creationId xmlns:a16="http://schemas.microsoft.com/office/drawing/2014/main" id="{D558FF26-6785-535D-5B71-ADEF4422D216}"/>
              </a:ext>
            </a:extLst>
          </p:cNvPr>
          <p:cNvSpPr txBox="1"/>
          <p:nvPr/>
        </p:nvSpPr>
        <p:spPr>
          <a:xfrm>
            <a:off x="4336901" y="4260184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96" name="TextBox 595">
            <a:extLst>
              <a:ext uri="{FF2B5EF4-FFF2-40B4-BE49-F238E27FC236}">
                <a16:creationId xmlns:a16="http://schemas.microsoft.com/office/drawing/2014/main" id="{07B5481D-1CCA-D013-3D7A-BC593D57CD89}"/>
              </a:ext>
            </a:extLst>
          </p:cNvPr>
          <p:cNvSpPr txBox="1"/>
          <p:nvPr/>
        </p:nvSpPr>
        <p:spPr>
          <a:xfrm>
            <a:off x="4335254" y="4697967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97" name="TextBox 596">
            <a:extLst>
              <a:ext uri="{FF2B5EF4-FFF2-40B4-BE49-F238E27FC236}">
                <a16:creationId xmlns:a16="http://schemas.microsoft.com/office/drawing/2014/main" id="{392A94E3-596F-C917-B47A-37883CEF1E03}"/>
              </a:ext>
            </a:extLst>
          </p:cNvPr>
          <p:cNvSpPr txBox="1"/>
          <p:nvPr/>
        </p:nvSpPr>
        <p:spPr>
          <a:xfrm>
            <a:off x="5497200" y="3421665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W5.S2</a:t>
            </a:r>
          </a:p>
        </p:txBody>
      </p:sp>
      <p:sp>
        <p:nvSpPr>
          <p:cNvPr id="598" name="TextBox 597">
            <a:extLst>
              <a:ext uri="{FF2B5EF4-FFF2-40B4-BE49-F238E27FC236}">
                <a16:creationId xmlns:a16="http://schemas.microsoft.com/office/drawing/2014/main" id="{8072670E-58B9-0C5B-5540-59980A22E92C}"/>
              </a:ext>
            </a:extLst>
          </p:cNvPr>
          <p:cNvSpPr txBox="1"/>
          <p:nvPr/>
        </p:nvSpPr>
        <p:spPr>
          <a:xfrm>
            <a:off x="5497200" y="3848294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W5.S3</a:t>
            </a: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CEC152B6-5618-D4F0-BCA9-DF0A713C6291}"/>
              </a:ext>
            </a:extLst>
          </p:cNvPr>
          <p:cNvSpPr txBox="1"/>
          <p:nvPr/>
        </p:nvSpPr>
        <p:spPr>
          <a:xfrm>
            <a:off x="5497200" y="4274772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W5.S4</a:t>
            </a:r>
          </a:p>
        </p:txBody>
      </p:sp>
      <p:sp>
        <p:nvSpPr>
          <p:cNvPr id="600" name="TextBox 599">
            <a:extLst>
              <a:ext uri="{FF2B5EF4-FFF2-40B4-BE49-F238E27FC236}">
                <a16:creationId xmlns:a16="http://schemas.microsoft.com/office/drawing/2014/main" id="{464D2D80-D317-8423-ABBF-13FE4BAB07DA}"/>
              </a:ext>
            </a:extLst>
          </p:cNvPr>
          <p:cNvSpPr txBox="1"/>
          <p:nvPr/>
        </p:nvSpPr>
        <p:spPr>
          <a:xfrm>
            <a:off x="5497200" y="4695820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W5.S5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601" name="Rectangle 600">
            <a:extLst>
              <a:ext uri="{FF2B5EF4-FFF2-40B4-BE49-F238E27FC236}">
                <a16:creationId xmlns:a16="http://schemas.microsoft.com/office/drawing/2014/main" id="{D192EC95-590F-AB90-002E-2883741C1361}"/>
              </a:ext>
            </a:extLst>
          </p:cNvPr>
          <p:cNvSpPr/>
          <p:nvPr/>
        </p:nvSpPr>
        <p:spPr>
          <a:xfrm>
            <a:off x="360077" y="5200822"/>
            <a:ext cx="722557" cy="359243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2" name="Rectangle 601">
            <a:extLst>
              <a:ext uri="{FF2B5EF4-FFF2-40B4-BE49-F238E27FC236}">
                <a16:creationId xmlns:a16="http://schemas.microsoft.com/office/drawing/2014/main" id="{8AA9211F-51D2-9840-F68F-C81EA3D60AB2}"/>
              </a:ext>
            </a:extLst>
          </p:cNvPr>
          <p:cNvSpPr/>
          <p:nvPr/>
        </p:nvSpPr>
        <p:spPr>
          <a:xfrm>
            <a:off x="360077" y="5626320"/>
            <a:ext cx="72255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3" name="Rectangle 602">
            <a:extLst>
              <a:ext uri="{FF2B5EF4-FFF2-40B4-BE49-F238E27FC236}">
                <a16:creationId xmlns:a16="http://schemas.microsoft.com/office/drawing/2014/main" id="{18156187-9EB1-EE62-D3F1-E207BC6B9434}"/>
              </a:ext>
            </a:extLst>
          </p:cNvPr>
          <p:cNvSpPr/>
          <p:nvPr/>
        </p:nvSpPr>
        <p:spPr>
          <a:xfrm>
            <a:off x="360076" y="6051818"/>
            <a:ext cx="72255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4" name="Rectangle 603">
            <a:extLst>
              <a:ext uri="{FF2B5EF4-FFF2-40B4-BE49-F238E27FC236}">
                <a16:creationId xmlns:a16="http://schemas.microsoft.com/office/drawing/2014/main" id="{6AF01ABC-E792-328F-EB97-6B02254CB3E8}"/>
              </a:ext>
            </a:extLst>
          </p:cNvPr>
          <p:cNvSpPr/>
          <p:nvPr/>
        </p:nvSpPr>
        <p:spPr>
          <a:xfrm>
            <a:off x="360075" y="6477316"/>
            <a:ext cx="72255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5" name="Rectangle 604">
            <a:extLst>
              <a:ext uri="{FF2B5EF4-FFF2-40B4-BE49-F238E27FC236}">
                <a16:creationId xmlns:a16="http://schemas.microsoft.com/office/drawing/2014/main" id="{190367A3-A931-7839-CA5D-CA0B364B01D7}"/>
              </a:ext>
            </a:extLst>
          </p:cNvPr>
          <p:cNvSpPr/>
          <p:nvPr/>
        </p:nvSpPr>
        <p:spPr>
          <a:xfrm>
            <a:off x="360075" y="6902814"/>
            <a:ext cx="72255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6" name="TextBox 605">
            <a:extLst>
              <a:ext uri="{FF2B5EF4-FFF2-40B4-BE49-F238E27FC236}">
                <a16:creationId xmlns:a16="http://schemas.microsoft.com/office/drawing/2014/main" id="{86B34B25-86C7-C3C2-0AFD-57C197E6EE3D}"/>
              </a:ext>
            </a:extLst>
          </p:cNvPr>
          <p:cNvSpPr txBox="1"/>
          <p:nvPr/>
        </p:nvSpPr>
        <p:spPr>
          <a:xfrm>
            <a:off x="325151" y="5004700"/>
            <a:ext cx="787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6"/>
                </a:solidFill>
              </a:rPr>
              <a:t>W6</a:t>
            </a:r>
          </a:p>
        </p:txBody>
      </p:sp>
      <p:sp>
        <p:nvSpPr>
          <p:cNvPr id="607" name="TextBox 606">
            <a:extLst>
              <a:ext uri="{FF2B5EF4-FFF2-40B4-BE49-F238E27FC236}">
                <a16:creationId xmlns:a16="http://schemas.microsoft.com/office/drawing/2014/main" id="{75B908F0-E614-8511-8932-07874A685B4F}"/>
              </a:ext>
            </a:extLst>
          </p:cNvPr>
          <p:cNvSpPr txBox="1"/>
          <p:nvPr/>
        </p:nvSpPr>
        <p:spPr>
          <a:xfrm>
            <a:off x="1751138" y="5004693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6"/>
                </a:solidFill>
              </a:rPr>
              <a:t>W6.R1</a:t>
            </a:r>
          </a:p>
        </p:txBody>
      </p:sp>
      <p:sp>
        <p:nvSpPr>
          <p:cNvPr id="608" name="Rectangle 607">
            <a:extLst>
              <a:ext uri="{FF2B5EF4-FFF2-40B4-BE49-F238E27FC236}">
                <a16:creationId xmlns:a16="http://schemas.microsoft.com/office/drawing/2014/main" id="{4F4E6C9E-5BA3-C42E-8496-355DF6749A4C}"/>
              </a:ext>
            </a:extLst>
          </p:cNvPr>
          <p:cNvSpPr/>
          <p:nvPr/>
        </p:nvSpPr>
        <p:spPr>
          <a:xfrm>
            <a:off x="1852044" y="5200822"/>
            <a:ext cx="864539" cy="359243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9" name="Rectangle 608">
            <a:extLst>
              <a:ext uri="{FF2B5EF4-FFF2-40B4-BE49-F238E27FC236}">
                <a16:creationId xmlns:a16="http://schemas.microsoft.com/office/drawing/2014/main" id="{A4997FBF-3DF0-2B20-AED0-D0866192F6A5}"/>
              </a:ext>
            </a:extLst>
          </p:cNvPr>
          <p:cNvSpPr/>
          <p:nvPr/>
        </p:nvSpPr>
        <p:spPr>
          <a:xfrm>
            <a:off x="1852044" y="5626320"/>
            <a:ext cx="87164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10" name="Rectangle 609">
            <a:extLst>
              <a:ext uri="{FF2B5EF4-FFF2-40B4-BE49-F238E27FC236}">
                <a16:creationId xmlns:a16="http://schemas.microsoft.com/office/drawing/2014/main" id="{18CD440C-E2A5-C976-FEAC-18527D2A32A1}"/>
              </a:ext>
            </a:extLst>
          </p:cNvPr>
          <p:cNvSpPr/>
          <p:nvPr/>
        </p:nvSpPr>
        <p:spPr>
          <a:xfrm>
            <a:off x="1852042" y="6051818"/>
            <a:ext cx="871649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31C2AC9B-4B03-A9B3-A3ED-BA298BA58673}"/>
              </a:ext>
            </a:extLst>
          </p:cNvPr>
          <p:cNvSpPr/>
          <p:nvPr/>
        </p:nvSpPr>
        <p:spPr>
          <a:xfrm>
            <a:off x="1852042" y="6477316"/>
            <a:ext cx="871650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12" name="Rectangle 611">
            <a:extLst>
              <a:ext uri="{FF2B5EF4-FFF2-40B4-BE49-F238E27FC236}">
                <a16:creationId xmlns:a16="http://schemas.microsoft.com/office/drawing/2014/main" id="{64212FCA-1C04-9941-7ECC-5DCE14B2D449}"/>
              </a:ext>
            </a:extLst>
          </p:cNvPr>
          <p:cNvSpPr/>
          <p:nvPr/>
        </p:nvSpPr>
        <p:spPr>
          <a:xfrm>
            <a:off x="1852042" y="6902814"/>
            <a:ext cx="871650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613" name="Elbow Connector 612">
            <a:extLst>
              <a:ext uri="{FF2B5EF4-FFF2-40B4-BE49-F238E27FC236}">
                <a16:creationId xmlns:a16="http://schemas.microsoft.com/office/drawing/2014/main" id="{38A0E427-09A6-84BD-66E7-D8EE6BF485CC}"/>
              </a:ext>
            </a:extLst>
          </p:cNvPr>
          <p:cNvCxnSpPr>
            <a:cxnSpLocks/>
            <a:stCxn id="608" idx="1"/>
            <a:endCxn id="609" idx="1"/>
          </p:cNvCxnSpPr>
          <p:nvPr/>
        </p:nvCxnSpPr>
        <p:spPr>
          <a:xfrm rot="10800000" flipV="1">
            <a:off x="1852044" y="5380444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14" name="TextBox 613">
            <a:extLst>
              <a:ext uri="{FF2B5EF4-FFF2-40B4-BE49-F238E27FC236}">
                <a16:creationId xmlns:a16="http://schemas.microsoft.com/office/drawing/2014/main" id="{BDD37408-15B9-D735-EAB7-45BA27045768}"/>
              </a:ext>
            </a:extLst>
          </p:cNvPr>
          <p:cNvSpPr txBox="1">
            <a:spLocks/>
          </p:cNvSpPr>
          <p:nvPr/>
        </p:nvSpPr>
        <p:spPr>
          <a:xfrm>
            <a:off x="1530319" y="557136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x2</a:t>
            </a:r>
          </a:p>
        </p:txBody>
      </p:sp>
      <p:cxnSp>
        <p:nvCxnSpPr>
          <p:cNvPr id="615" name="Elbow Connector 614">
            <a:extLst>
              <a:ext uri="{FF2B5EF4-FFF2-40B4-BE49-F238E27FC236}">
                <a16:creationId xmlns:a16="http://schemas.microsoft.com/office/drawing/2014/main" id="{B0C77532-0C73-96DE-DD9E-FF4CAFA3A486}"/>
              </a:ext>
            </a:extLst>
          </p:cNvPr>
          <p:cNvCxnSpPr>
            <a:cxnSpLocks/>
            <a:endCxn id="610" idx="1"/>
          </p:cNvCxnSpPr>
          <p:nvPr/>
        </p:nvCxnSpPr>
        <p:spPr>
          <a:xfrm rot="16200000" flipH="1">
            <a:off x="1244881" y="5624279"/>
            <a:ext cx="850996" cy="363326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16" name="Elbow Connector 615">
            <a:extLst>
              <a:ext uri="{FF2B5EF4-FFF2-40B4-BE49-F238E27FC236}">
                <a16:creationId xmlns:a16="http://schemas.microsoft.com/office/drawing/2014/main" id="{1D909391-D64C-5EA2-2840-F18D1939958E}"/>
              </a:ext>
            </a:extLst>
          </p:cNvPr>
          <p:cNvCxnSpPr>
            <a:cxnSpLocks/>
            <a:endCxn id="611" idx="1"/>
          </p:cNvCxnSpPr>
          <p:nvPr/>
        </p:nvCxnSpPr>
        <p:spPr>
          <a:xfrm rot="16200000" flipH="1">
            <a:off x="994860" y="5799756"/>
            <a:ext cx="1276498" cy="437866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17" name="Elbow Connector 616">
            <a:extLst>
              <a:ext uri="{FF2B5EF4-FFF2-40B4-BE49-F238E27FC236}">
                <a16:creationId xmlns:a16="http://schemas.microsoft.com/office/drawing/2014/main" id="{89D509CA-A285-CAC2-FFA7-74D6C3863876}"/>
              </a:ext>
            </a:extLst>
          </p:cNvPr>
          <p:cNvCxnSpPr>
            <a:cxnSpLocks/>
            <a:endCxn id="612" idx="1"/>
          </p:cNvCxnSpPr>
          <p:nvPr/>
        </p:nvCxnSpPr>
        <p:spPr>
          <a:xfrm rot="16200000" flipH="1">
            <a:off x="746585" y="5976979"/>
            <a:ext cx="1701996" cy="508918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18" name="TextBox 617">
            <a:extLst>
              <a:ext uri="{FF2B5EF4-FFF2-40B4-BE49-F238E27FC236}">
                <a16:creationId xmlns:a16="http://schemas.microsoft.com/office/drawing/2014/main" id="{8231BAF7-0A9D-E88F-3CDF-3E6EC18766C1}"/>
              </a:ext>
            </a:extLst>
          </p:cNvPr>
          <p:cNvSpPr txBox="1"/>
          <p:nvPr/>
        </p:nvSpPr>
        <p:spPr>
          <a:xfrm>
            <a:off x="1515529" y="6004820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x3</a:t>
            </a:r>
          </a:p>
        </p:txBody>
      </p:sp>
      <p:sp>
        <p:nvSpPr>
          <p:cNvPr id="619" name="TextBox 618">
            <a:extLst>
              <a:ext uri="{FF2B5EF4-FFF2-40B4-BE49-F238E27FC236}">
                <a16:creationId xmlns:a16="http://schemas.microsoft.com/office/drawing/2014/main" id="{97A9F849-4FA8-0147-5A61-ADF0C6419BE8}"/>
              </a:ext>
            </a:extLst>
          </p:cNvPr>
          <p:cNvSpPr txBox="1"/>
          <p:nvPr/>
        </p:nvSpPr>
        <p:spPr>
          <a:xfrm>
            <a:off x="1515528" y="6428999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x4</a:t>
            </a:r>
          </a:p>
        </p:txBody>
      </p:sp>
      <p:sp>
        <p:nvSpPr>
          <p:cNvPr id="620" name="TextBox 619">
            <a:extLst>
              <a:ext uri="{FF2B5EF4-FFF2-40B4-BE49-F238E27FC236}">
                <a16:creationId xmlns:a16="http://schemas.microsoft.com/office/drawing/2014/main" id="{61B0C228-613E-1EB1-FEBA-4FC9B19DDFFD}"/>
              </a:ext>
            </a:extLst>
          </p:cNvPr>
          <p:cNvSpPr txBox="1"/>
          <p:nvPr/>
        </p:nvSpPr>
        <p:spPr>
          <a:xfrm>
            <a:off x="1500741" y="6854126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x5</a:t>
            </a:r>
          </a:p>
        </p:txBody>
      </p:sp>
      <p:cxnSp>
        <p:nvCxnSpPr>
          <p:cNvPr id="621" name="Straight Connector 620">
            <a:extLst>
              <a:ext uri="{FF2B5EF4-FFF2-40B4-BE49-F238E27FC236}">
                <a16:creationId xmlns:a16="http://schemas.microsoft.com/office/drawing/2014/main" id="{A6603284-749A-3C19-327B-256771CC4A1C}"/>
              </a:ext>
            </a:extLst>
          </p:cNvPr>
          <p:cNvCxnSpPr>
            <a:cxnSpLocks/>
          </p:cNvCxnSpPr>
          <p:nvPr/>
        </p:nvCxnSpPr>
        <p:spPr>
          <a:xfrm>
            <a:off x="1333744" y="5380439"/>
            <a:ext cx="254357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22" name="TextBox 621">
            <a:extLst>
              <a:ext uri="{FF2B5EF4-FFF2-40B4-BE49-F238E27FC236}">
                <a16:creationId xmlns:a16="http://schemas.microsoft.com/office/drawing/2014/main" id="{32B4B23B-6D8D-BF2E-7870-14F777ECA520}"/>
              </a:ext>
            </a:extLst>
          </p:cNvPr>
          <p:cNvSpPr txBox="1"/>
          <p:nvPr/>
        </p:nvSpPr>
        <p:spPr>
          <a:xfrm>
            <a:off x="2709053" y="5195773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9F150286-C16B-8EEC-8619-7A9363EAAD6F}"/>
              </a:ext>
            </a:extLst>
          </p:cNvPr>
          <p:cNvSpPr txBox="1"/>
          <p:nvPr/>
        </p:nvSpPr>
        <p:spPr>
          <a:xfrm>
            <a:off x="3395370" y="5004691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6"/>
                </a:solidFill>
              </a:rPr>
              <a:t>W6.R2</a:t>
            </a:r>
          </a:p>
        </p:txBody>
      </p:sp>
      <p:sp>
        <p:nvSpPr>
          <p:cNvPr id="624" name="Rectangle 623">
            <a:extLst>
              <a:ext uri="{FF2B5EF4-FFF2-40B4-BE49-F238E27FC236}">
                <a16:creationId xmlns:a16="http://schemas.microsoft.com/office/drawing/2014/main" id="{3577C7BF-7B5B-F5B4-59EF-A1EFC55BC582}"/>
              </a:ext>
            </a:extLst>
          </p:cNvPr>
          <p:cNvSpPr/>
          <p:nvPr/>
        </p:nvSpPr>
        <p:spPr>
          <a:xfrm>
            <a:off x="3485037" y="5207079"/>
            <a:ext cx="864539" cy="359243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5" name="Rectangle 624">
            <a:extLst>
              <a:ext uri="{FF2B5EF4-FFF2-40B4-BE49-F238E27FC236}">
                <a16:creationId xmlns:a16="http://schemas.microsoft.com/office/drawing/2014/main" id="{4ACAAF8D-FDD8-CFF9-3555-782D4930EBBD}"/>
              </a:ext>
            </a:extLst>
          </p:cNvPr>
          <p:cNvSpPr/>
          <p:nvPr/>
        </p:nvSpPr>
        <p:spPr>
          <a:xfrm>
            <a:off x="3485037" y="5632577"/>
            <a:ext cx="87164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6" name="Rectangle 625">
            <a:extLst>
              <a:ext uri="{FF2B5EF4-FFF2-40B4-BE49-F238E27FC236}">
                <a16:creationId xmlns:a16="http://schemas.microsoft.com/office/drawing/2014/main" id="{CE147E69-5E6B-0FBB-9E8F-8E1E4950B40B}"/>
              </a:ext>
            </a:extLst>
          </p:cNvPr>
          <p:cNvSpPr/>
          <p:nvPr/>
        </p:nvSpPr>
        <p:spPr>
          <a:xfrm>
            <a:off x="3485035" y="6058075"/>
            <a:ext cx="871649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7" name="Rectangle 626">
            <a:extLst>
              <a:ext uri="{FF2B5EF4-FFF2-40B4-BE49-F238E27FC236}">
                <a16:creationId xmlns:a16="http://schemas.microsoft.com/office/drawing/2014/main" id="{7E35D445-3A14-F5B5-AA1D-0C1D556A0F27}"/>
              </a:ext>
            </a:extLst>
          </p:cNvPr>
          <p:cNvSpPr/>
          <p:nvPr/>
        </p:nvSpPr>
        <p:spPr>
          <a:xfrm>
            <a:off x="3485035" y="6483573"/>
            <a:ext cx="871650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2D91E14C-2F18-1759-6F29-BAB6A0A307CB}"/>
              </a:ext>
            </a:extLst>
          </p:cNvPr>
          <p:cNvSpPr/>
          <p:nvPr/>
        </p:nvSpPr>
        <p:spPr>
          <a:xfrm>
            <a:off x="3485035" y="6909071"/>
            <a:ext cx="871650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629" name="Elbow Connector 628">
            <a:extLst>
              <a:ext uri="{FF2B5EF4-FFF2-40B4-BE49-F238E27FC236}">
                <a16:creationId xmlns:a16="http://schemas.microsoft.com/office/drawing/2014/main" id="{6330B87C-61EB-C549-EDE5-81B845268355}"/>
              </a:ext>
            </a:extLst>
          </p:cNvPr>
          <p:cNvCxnSpPr>
            <a:cxnSpLocks/>
            <a:stCxn id="624" idx="1"/>
            <a:endCxn id="625" idx="1"/>
          </p:cNvCxnSpPr>
          <p:nvPr/>
        </p:nvCxnSpPr>
        <p:spPr>
          <a:xfrm rot="10800000" flipV="1">
            <a:off x="3485037" y="5386701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0" name="TextBox 629">
            <a:extLst>
              <a:ext uri="{FF2B5EF4-FFF2-40B4-BE49-F238E27FC236}">
                <a16:creationId xmlns:a16="http://schemas.microsoft.com/office/drawing/2014/main" id="{CB32813C-D3F8-F034-EA3D-97CF8CE44517}"/>
              </a:ext>
            </a:extLst>
          </p:cNvPr>
          <p:cNvSpPr txBox="1">
            <a:spLocks/>
          </p:cNvSpPr>
          <p:nvPr/>
        </p:nvSpPr>
        <p:spPr>
          <a:xfrm>
            <a:off x="3163312" y="5577624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x4</a:t>
            </a:r>
          </a:p>
        </p:txBody>
      </p:sp>
      <p:cxnSp>
        <p:nvCxnSpPr>
          <p:cNvPr id="631" name="Elbow Connector 630">
            <a:extLst>
              <a:ext uri="{FF2B5EF4-FFF2-40B4-BE49-F238E27FC236}">
                <a16:creationId xmlns:a16="http://schemas.microsoft.com/office/drawing/2014/main" id="{3E62BC1D-0A5F-C325-089D-07F2B88D3706}"/>
              </a:ext>
            </a:extLst>
          </p:cNvPr>
          <p:cNvCxnSpPr>
            <a:cxnSpLocks/>
            <a:endCxn id="626" idx="1"/>
          </p:cNvCxnSpPr>
          <p:nvPr/>
        </p:nvCxnSpPr>
        <p:spPr>
          <a:xfrm rot="16200000" flipH="1">
            <a:off x="2877874" y="5630536"/>
            <a:ext cx="850996" cy="363326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32" name="Elbow Connector 631">
            <a:extLst>
              <a:ext uri="{FF2B5EF4-FFF2-40B4-BE49-F238E27FC236}">
                <a16:creationId xmlns:a16="http://schemas.microsoft.com/office/drawing/2014/main" id="{1291744F-399B-0CF9-B585-F6DB4C3AE685}"/>
              </a:ext>
            </a:extLst>
          </p:cNvPr>
          <p:cNvCxnSpPr>
            <a:cxnSpLocks/>
            <a:endCxn id="627" idx="1"/>
          </p:cNvCxnSpPr>
          <p:nvPr/>
        </p:nvCxnSpPr>
        <p:spPr>
          <a:xfrm rot="16200000" flipH="1">
            <a:off x="2627853" y="5806013"/>
            <a:ext cx="1276498" cy="437866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33" name="Elbow Connector 632">
            <a:extLst>
              <a:ext uri="{FF2B5EF4-FFF2-40B4-BE49-F238E27FC236}">
                <a16:creationId xmlns:a16="http://schemas.microsoft.com/office/drawing/2014/main" id="{641198E9-823A-0C68-1B05-619350B983DC}"/>
              </a:ext>
            </a:extLst>
          </p:cNvPr>
          <p:cNvCxnSpPr>
            <a:cxnSpLocks/>
            <a:endCxn id="628" idx="1"/>
          </p:cNvCxnSpPr>
          <p:nvPr/>
        </p:nvCxnSpPr>
        <p:spPr>
          <a:xfrm rot="16200000" flipH="1">
            <a:off x="2379578" y="5983236"/>
            <a:ext cx="1701996" cy="508918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4" name="TextBox 633">
            <a:extLst>
              <a:ext uri="{FF2B5EF4-FFF2-40B4-BE49-F238E27FC236}">
                <a16:creationId xmlns:a16="http://schemas.microsoft.com/office/drawing/2014/main" id="{E9B9BB43-0396-63BC-4310-FAEC5ABF9F52}"/>
              </a:ext>
            </a:extLst>
          </p:cNvPr>
          <p:cNvSpPr txBox="1"/>
          <p:nvPr/>
        </p:nvSpPr>
        <p:spPr>
          <a:xfrm>
            <a:off x="3148522" y="601107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x9</a:t>
            </a:r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52E6754C-5B77-9742-49DF-86E757155183}"/>
              </a:ext>
            </a:extLst>
          </p:cNvPr>
          <p:cNvSpPr txBox="1"/>
          <p:nvPr/>
        </p:nvSpPr>
        <p:spPr>
          <a:xfrm>
            <a:off x="3114056" y="6435256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x16</a:t>
            </a:r>
          </a:p>
        </p:txBody>
      </p:sp>
      <p:sp>
        <p:nvSpPr>
          <p:cNvPr id="636" name="TextBox 635">
            <a:extLst>
              <a:ext uri="{FF2B5EF4-FFF2-40B4-BE49-F238E27FC236}">
                <a16:creationId xmlns:a16="http://schemas.microsoft.com/office/drawing/2014/main" id="{47CB5CDF-B3A6-A6AC-E20F-066AEB0ACCBD}"/>
              </a:ext>
            </a:extLst>
          </p:cNvPr>
          <p:cNvSpPr txBox="1"/>
          <p:nvPr/>
        </p:nvSpPr>
        <p:spPr>
          <a:xfrm>
            <a:off x="3099269" y="6860383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x25</a:t>
            </a:r>
          </a:p>
        </p:txBody>
      </p:sp>
      <p:cxnSp>
        <p:nvCxnSpPr>
          <p:cNvPr id="637" name="Straight Connector 636">
            <a:extLst>
              <a:ext uri="{FF2B5EF4-FFF2-40B4-BE49-F238E27FC236}">
                <a16:creationId xmlns:a16="http://schemas.microsoft.com/office/drawing/2014/main" id="{6507539D-1A9D-4395-DDB1-F12F1FFAF652}"/>
              </a:ext>
            </a:extLst>
          </p:cNvPr>
          <p:cNvCxnSpPr>
            <a:cxnSpLocks/>
          </p:cNvCxnSpPr>
          <p:nvPr/>
        </p:nvCxnSpPr>
        <p:spPr>
          <a:xfrm>
            <a:off x="2966737" y="5386696"/>
            <a:ext cx="254357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8" name="TextBox 637">
            <a:extLst>
              <a:ext uri="{FF2B5EF4-FFF2-40B4-BE49-F238E27FC236}">
                <a16:creationId xmlns:a16="http://schemas.microsoft.com/office/drawing/2014/main" id="{032D5953-A3BD-54BF-3E57-7C5E6313D3BE}"/>
              </a:ext>
            </a:extLst>
          </p:cNvPr>
          <p:cNvSpPr txBox="1"/>
          <p:nvPr/>
        </p:nvSpPr>
        <p:spPr>
          <a:xfrm>
            <a:off x="2712273" y="562317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39" name="TextBox 638">
            <a:extLst>
              <a:ext uri="{FF2B5EF4-FFF2-40B4-BE49-F238E27FC236}">
                <a16:creationId xmlns:a16="http://schemas.microsoft.com/office/drawing/2014/main" id="{F891D29D-A2D1-7297-208C-E389E0B41401}"/>
              </a:ext>
            </a:extLst>
          </p:cNvPr>
          <p:cNvSpPr txBox="1"/>
          <p:nvPr/>
        </p:nvSpPr>
        <p:spPr>
          <a:xfrm>
            <a:off x="2712273" y="604358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0" name="TextBox 639">
            <a:extLst>
              <a:ext uri="{FF2B5EF4-FFF2-40B4-BE49-F238E27FC236}">
                <a16:creationId xmlns:a16="http://schemas.microsoft.com/office/drawing/2014/main" id="{ADF22612-B859-2B2C-5FB0-1F815339ACF3}"/>
              </a:ext>
            </a:extLst>
          </p:cNvPr>
          <p:cNvSpPr txBox="1"/>
          <p:nvPr/>
        </p:nvSpPr>
        <p:spPr>
          <a:xfrm>
            <a:off x="2712273" y="647532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1" name="TextBox 640">
            <a:extLst>
              <a:ext uri="{FF2B5EF4-FFF2-40B4-BE49-F238E27FC236}">
                <a16:creationId xmlns:a16="http://schemas.microsoft.com/office/drawing/2014/main" id="{6291FC8F-C591-65FE-3CDC-15C340F85C22}"/>
              </a:ext>
            </a:extLst>
          </p:cNvPr>
          <p:cNvSpPr txBox="1"/>
          <p:nvPr/>
        </p:nvSpPr>
        <p:spPr>
          <a:xfrm>
            <a:off x="2712273" y="689848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2" name="TextBox 641">
            <a:extLst>
              <a:ext uri="{FF2B5EF4-FFF2-40B4-BE49-F238E27FC236}">
                <a16:creationId xmlns:a16="http://schemas.microsoft.com/office/drawing/2014/main" id="{633DD1D6-BD9F-6EE4-D59E-7503CEE5D5C1}"/>
              </a:ext>
            </a:extLst>
          </p:cNvPr>
          <p:cNvSpPr txBox="1"/>
          <p:nvPr/>
        </p:nvSpPr>
        <p:spPr>
          <a:xfrm>
            <a:off x="1077803" y="5195773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3" name="TextBox 642">
            <a:extLst>
              <a:ext uri="{FF2B5EF4-FFF2-40B4-BE49-F238E27FC236}">
                <a16:creationId xmlns:a16="http://schemas.microsoft.com/office/drawing/2014/main" id="{C39FFBAC-E643-028B-7E09-E78544308D99}"/>
              </a:ext>
            </a:extLst>
          </p:cNvPr>
          <p:cNvSpPr txBox="1"/>
          <p:nvPr/>
        </p:nvSpPr>
        <p:spPr>
          <a:xfrm>
            <a:off x="1081023" y="562317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4" name="TextBox 643">
            <a:extLst>
              <a:ext uri="{FF2B5EF4-FFF2-40B4-BE49-F238E27FC236}">
                <a16:creationId xmlns:a16="http://schemas.microsoft.com/office/drawing/2014/main" id="{5A24C8C6-B050-32D0-F66C-8F7121FF7CB9}"/>
              </a:ext>
            </a:extLst>
          </p:cNvPr>
          <p:cNvSpPr txBox="1"/>
          <p:nvPr/>
        </p:nvSpPr>
        <p:spPr>
          <a:xfrm>
            <a:off x="1081023" y="604358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5" name="TextBox 644">
            <a:extLst>
              <a:ext uri="{FF2B5EF4-FFF2-40B4-BE49-F238E27FC236}">
                <a16:creationId xmlns:a16="http://schemas.microsoft.com/office/drawing/2014/main" id="{0FE55213-52B3-558B-B327-1CA6BD76023E}"/>
              </a:ext>
            </a:extLst>
          </p:cNvPr>
          <p:cNvSpPr txBox="1"/>
          <p:nvPr/>
        </p:nvSpPr>
        <p:spPr>
          <a:xfrm>
            <a:off x="1081023" y="647532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6" name="TextBox 645">
            <a:extLst>
              <a:ext uri="{FF2B5EF4-FFF2-40B4-BE49-F238E27FC236}">
                <a16:creationId xmlns:a16="http://schemas.microsoft.com/office/drawing/2014/main" id="{8DDADC15-7532-E999-0EDF-2AF7E3AF93B9}"/>
              </a:ext>
            </a:extLst>
          </p:cNvPr>
          <p:cNvSpPr txBox="1"/>
          <p:nvPr/>
        </p:nvSpPr>
        <p:spPr>
          <a:xfrm>
            <a:off x="1081023" y="689848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7" name="TextBox 646">
            <a:extLst>
              <a:ext uri="{FF2B5EF4-FFF2-40B4-BE49-F238E27FC236}">
                <a16:creationId xmlns:a16="http://schemas.microsoft.com/office/drawing/2014/main" id="{CD898894-E007-027D-95FA-79775667190D}"/>
              </a:ext>
            </a:extLst>
          </p:cNvPr>
          <p:cNvSpPr txBox="1"/>
          <p:nvPr/>
        </p:nvSpPr>
        <p:spPr>
          <a:xfrm>
            <a:off x="4335048" y="5257328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48" name="TextBox 647">
            <a:extLst>
              <a:ext uri="{FF2B5EF4-FFF2-40B4-BE49-F238E27FC236}">
                <a16:creationId xmlns:a16="http://schemas.microsoft.com/office/drawing/2014/main" id="{447F3BBB-0F5B-9487-F3CC-ADB43B777122}"/>
              </a:ext>
            </a:extLst>
          </p:cNvPr>
          <p:cNvSpPr txBox="1"/>
          <p:nvPr/>
        </p:nvSpPr>
        <p:spPr>
          <a:xfrm>
            <a:off x="5495764" y="5267157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W6.S1</a:t>
            </a:r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2CFBC5EB-55C9-1B8F-5C97-B3399684D48C}"/>
              </a:ext>
            </a:extLst>
          </p:cNvPr>
          <p:cNvSpPr/>
          <p:nvPr/>
        </p:nvSpPr>
        <p:spPr>
          <a:xfrm>
            <a:off x="4804412" y="5211368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0" name="Rectangle 649">
            <a:extLst>
              <a:ext uri="{FF2B5EF4-FFF2-40B4-BE49-F238E27FC236}">
                <a16:creationId xmlns:a16="http://schemas.microsoft.com/office/drawing/2014/main" id="{D47FCBB4-799E-A4F5-DCA6-F8AD69D285D4}"/>
              </a:ext>
            </a:extLst>
          </p:cNvPr>
          <p:cNvSpPr/>
          <p:nvPr/>
        </p:nvSpPr>
        <p:spPr>
          <a:xfrm>
            <a:off x="4804412" y="5636866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A021A42E-7C8E-B950-4113-B332D00D94DD}"/>
              </a:ext>
            </a:extLst>
          </p:cNvPr>
          <p:cNvSpPr/>
          <p:nvPr/>
        </p:nvSpPr>
        <p:spPr>
          <a:xfrm>
            <a:off x="4804411" y="6062364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2" name="Rectangle 651">
            <a:extLst>
              <a:ext uri="{FF2B5EF4-FFF2-40B4-BE49-F238E27FC236}">
                <a16:creationId xmlns:a16="http://schemas.microsoft.com/office/drawing/2014/main" id="{D16F91EF-F517-929F-35DB-2AC294E4EB98}"/>
              </a:ext>
            </a:extLst>
          </p:cNvPr>
          <p:cNvSpPr/>
          <p:nvPr/>
        </p:nvSpPr>
        <p:spPr>
          <a:xfrm>
            <a:off x="4804410" y="6487862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EF7CE9BB-77B2-60EB-4BB4-B4057381820E}"/>
              </a:ext>
            </a:extLst>
          </p:cNvPr>
          <p:cNvSpPr/>
          <p:nvPr/>
        </p:nvSpPr>
        <p:spPr>
          <a:xfrm>
            <a:off x="4804410" y="6913360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4" name="TextBox 653">
            <a:extLst>
              <a:ext uri="{FF2B5EF4-FFF2-40B4-BE49-F238E27FC236}">
                <a16:creationId xmlns:a16="http://schemas.microsoft.com/office/drawing/2014/main" id="{84C9B1EF-7825-A4D9-6940-1F4F0EBCA81E}"/>
              </a:ext>
            </a:extLst>
          </p:cNvPr>
          <p:cNvSpPr txBox="1"/>
          <p:nvPr/>
        </p:nvSpPr>
        <p:spPr>
          <a:xfrm>
            <a:off x="4339281" y="5684733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55" name="TextBox 654">
            <a:extLst>
              <a:ext uri="{FF2B5EF4-FFF2-40B4-BE49-F238E27FC236}">
                <a16:creationId xmlns:a16="http://schemas.microsoft.com/office/drawing/2014/main" id="{15EAD5C0-0AFE-1236-6E27-F851C6870EA7}"/>
              </a:ext>
            </a:extLst>
          </p:cNvPr>
          <p:cNvSpPr txBox="1"/>
          <p:nvPr/>
        </p:nvSpPr>
        <p:spPr>
          <a:xfrm>
            <a:off x="4339740" y="6093712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56" name="TextBox 655">
            <a:extLst>
              <a:ext uri="{FF2B5EF4-FFF2-40B4-BE49-F238E27FC236}">
                <a16:creationId xmlns:a16="http://schemas.microsoft.com/office/drawing/2014/main" id="{88B99426-4F24-968C-EAB4-E101C4D6F263}"/>
              </a:ext>
            </a:extLst>
          </p:cNvPr>
          <p:cNvSpPr txBox="1"/>
          <p:nvPr/>
        </p:nvSpPr>
        <p:spPr>
          <a:xfrm>
            <a:off x="4340639" y="6532154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57" name="TextBox 656">
            <a:extLst>
              <a:ext uri="{FF2B5EF4-FFF2-40B4-BE49-F238E27FC236}">
                <a16:creationId xmlns:a16="http://schemas.microsoft.com/office/drawing/2014/main" id="{1B49EA80-55E9-FD03-1D89-2E86BE7100FA}"/>
              </a:ext>
            </a:extLst>
          </p:cNvPr>
          <p:cNvSpPr txBox="1"/>
          <p:nvPr/>
        </p:nvSpPr>
        <p:spPr>
          <a:xfrm>
            <a:off x="4338992" y="6969937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58" name="TextBox 657">
            <a:extLst>
              <a:ext uri="{FF2B5EF4-FFF2-40B4-BE49-F238E27FC236}">
                <a16:creationId xmlns:a16="http://schemas.microsoft.com/office/drawing/2014/main" id="{CB31E201-F6C1-CC58-D5CB-90CC0B90613E}"/>
              </a:ext>
            </a:extLst>
          </p:cNvPr>
          <p:cNvSpPr txBox="1"/>
          <p:nvPr/>
        </p:nvSpPr>
        <p:spPr>
          <a:xfrm>
            <a:off x="5495765" y="5693635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W6.S2</a:t>
            </a:r>
          </a:p>
        </p:txBody>
      </p:sp>
      <p:sp>
        <p:nvSpPr>
          <p:cNvPr id="659" name="TextBox 658">
            <a:extLst>
              <a:ext uri="{FF2B5EF4-FFF2-40B4-BE49-F238E27FC236}">
                <a16:creationId xmlns:a16="http://schemas.microsoft.com/office/drawing/2014/main" id="{CF9F6C7F-6F7D-11E2-C4DD-93B957198A2B}"/>
              </a:ext>
            </a:extLst>
          </p:cNvPr>
          <p:cNvSpPr txBox="1"/>
          <p:nvPr/>
        </p:nvSpPr>
        <p:spPr>
          <a:xfrm>
            <a:off x="5496859" y="6120264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W6.S3</a:t>
            </a:r>
          </a:p>
        </p:txBody>
      </p:sp>
      <p:sp>
        <p:nvSpPr>
          <p:cNvPr id="660" name="TextBox 659">
            <a:extLst>
              <a:ext uri="{FF2B5EF4-FFF2-40B4-BE49-F238E27FC236}">
                <a16:creationId xmlns:a16="http://schemas.microsoft.com/office/drawing/2014/main" id="{C6DA1512-E652-00BC-34D3-69A9FE864053}"/>
              </a:ext>
            </a:extLst>
          </p:cNvPr>
          <p:cNvSpPr txBox="1"/>
          <p:nvPr/>
        </p:nvSpPr>
        <p:spPr>
          <a:xfrm>
            <a:off x="5496859" y="6546742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W6.S4</a:t>
            </a:r>
          </a:p>
        </p:txBody>
      </p:sp>
      <p:sp>
        <p:nvSpPr>
          <p:cNvPr id="661" name="TextBox 660">
            <a:extLst>
              <a:ext uri="{FF2B5EF4-FFF2-40B4-BE49-F238E27FC236}">
                <a16:creationId xmlns:a16="http://schemas.microsoft.com/office/drawing/2014/main" id="{BB4D1965-D0B6-03D9-DCCB-2D87AD76C007}"/>
              </a:ext>
            </a:extLst>
          </p:cNvPr>
          <p:cNvSpPr txBox="1"/>
          <p:nvPr/>
        </p:nvSpPr>
        <p:spPr>
          <a:xfrm>
            <a:off x="5495765" y="6967790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W6.S5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34C457-E217-2E49-7C5A-A0C4718EFA75}"/>
              </a:ext>
            </a:extLst>
          </p:cNvPr>
          <p:cNvSpPr txBox="1"/>
          <p:nvPr/>
        </p:nvSpPr>
        <p:spPr>
          <a:xfrm>
            <a:off x="5457753" y="7548128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R2.S1</a:t>
            </a:r>
            <a:r>
              <a:rPr lang="en-US" sz="1000" noProof="0" dirty="0"/>
              <a:t>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7BE00B-02D1-B7AD-D280-1546C40B8D59}"/>
              </a:ext>
            </a:extLst>
          </p:cNvPr>
          <p:cNvSpPr txBox="1"/>
          <p:nvPr/>
        </p:nvSpPr>
        <p:spPr>
          <a:xfrm>
            <a:off x="5871600" y="7863804"/>
            <a:ext cx="6228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W4.S2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W5.S2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W6.S2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37A159-F1AB-7971-CC7E-1603D6D2E2C1}"/>
              </a:ext>
            </a:extLst>
          </p:cNvPr>
          <p:cNvSpPr txBox="1"/>
          <p:nvPr/>
        </p:nvSpPr>
        <p:spPr>
          <a:xfrm>
            <a:off x="5457074" y="7971526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R2</a:t>
            </a:r>
            <a:r>
              <a:rPr lang="en-US" sz="1000" noProof="0" dirty="0">
                <a:solidFill>
                  <a:srgbClr val="A02A93"/>
                </a:solidFill>
              </a:rPr>
              <a:t>.S2</a:t>
            </a:r>
            <a:r>
              <a:rPr lang="en-US" sz="1000" noProof="0" dirty="0"/>
              <a:t>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91302C-F94C-F096-8220-11BBB635561A}"/>
              </a:ext>
            </a:extLst>
          </p:cNvPr>
          <p:cNvSpPr txBox="1"/>
          <p:nvPr/>
        </p:nvSpPr>
        <p:spPr>
          <a:xfrm>
            <a:off x="5871600" y="8292250"/>
            <a:ext cx="6228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W4.S3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W5.S3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W6.S3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BD5524-FE0E-1C5C-6F30-1ADDDFA9A578}"/>
              </a:ext>
            </a:extLst>
          </p:cNvPr>
          <p:cNvSpPr txBox="1"/>
          <p:nvPr/>
        </p:nvSpPr>
        <p:spPr>
          <a:xfrm>
            <a:off x="5457600" y="8401228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R2</a:t>
            </a:r>
            <a:r>
              <a:rPr lang="en-US" sz="1000" noProof="0" dirty="0">
                <a:solidFill>
                  <a:srgbClr val="A02A93"/>
                </a:solidFill>
              </a:rPr>
              <a:t>.S3</a:t>
            </a:r>
            <a:r>
              <a:rPr lang="en-US" sz="1000" noProof="0" dirty="0"/>
              <a:t>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CBA08E-B351-2719-D5DA-3641DC2D9E6B}"/>
              </a:ext>
            </a:extLst>
          </p:cNvPr>
          <p:cNvSpPr txBox="1"/>
          <p:nvPr/>
        </p:nvSpPr>
        <p:spPr>
          <a:xfrm>
            <a:off x="5871600" y="8717050"/>
            <a:ext cx="6228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W4.S4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W5.S4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W6.S4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72E69D-4696-56A9-BEDC-67B28D701FAC}"/>
              </a:ext>
            </a:extLst>
          </p:cNvPr>
          <p:cNvSpPr txBox="1"/>
          <p:nvPr/>
        </p:nvSpPr>
        <p:spPr>
          <a:xfrm>
            <a:off x="5457600" y="8824626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R2</a:t>
            </a:r>
            <a:r>
              <a:rPr lang="en-US" sz="1000" noProof="0" dirty="0">
                <a:solidFill>
                  <a:srgbClr val="A02A93"/>
                </a:solidFill>
              </a:rPr>
              <a:t>.S4</a:t>
            </a:r>
            <a:r>
              <a:rPr lang="en-US" sz="1000" noProof="0" dirty="0"/>
              <a:t>=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39B65F-71C1-56AE-2817-62603176E929}"/>
              </a:ext>
            </a:extLst>
          </p:cNvPr>
          <p:cNvSpPr txBox="1"/>
          <p:nvPr/>
        </p:nvSpPr>
        <p:spPr>
          <a:xfrm>
            <a:off x="5871600" y="9145450"/>
            <a:ext cx="6228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W4.S5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W5.S5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W6.S5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F42F3C-98AA-0E3C-D021-5AA5325CFF57}"/>
              </a:ext>
            </a:extLst>
          </p:cNvPr>
          <p:cNvSpPr txBox="1"/>
          <p:nvPr/>
        </p:nvSpPr>
        <p:spPr>
          <a:xfrm>
            <a:off x="5457600" y="9253210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R2.S5</a:t>
            </a:r>
            <a:r>
              <a:rPr lang="en-US" sz="1000" noProof="0" dirty="0"/>
              <a:t>=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63BBEF-9E67-0273-5E0A-BA61614807F8}"/>
              </a:ext>
            </a:extLst>
          </p:cNvPr>
          <p:cNvSpPr txBox="1"/>
          <p:nvPr/>
        </p:nvSpPr>
        <p:spPr>
          <a:xfrm>
            <a:off x="6019851" y="675822"/>
            <a:ext cx="55607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4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1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7E5831C-E5C2-0469-45B7-4C2EF9D026F9}"/>
              </a:ext>
            </a:extLst>
          </p:cNvPr>
          <p:cNvSpPr/>
          <p:nvPr/>
        </p:nvSpPr>
        <p:spPr>
          <a:xfrm>
            <a:off x="6536342" y="760658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165CD5-14C5-1707-9018-C08B5D338D12}"/>
              </a:ext>
            </a:extLst>
          </p:cNvPr>
          <p:cNvSpPr txBox="1"/>
          <p:nvPr/>
        </p:nvSpPr>
        <p:spPr>
          <a:xfrm>
            <a:off x="6019200" y="1106105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4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2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25AB88-9D29-67F8-4E68-8301280190DC}"/>
              </a:ext>
            </a:extLst>
          </p:cNvPr>
          <p:cNvSpPr/>
          <p:nvPr/>
        </p:nvSpPr>
        <p:spPr>
          <a:xfrm>
            <a:off x="6537600" y="1190941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95BDF9-DC0C-6284-E310-17951F685E8D}"/>
              </a:ext>
            </a:extLst>
          </p:cNvPr>
          <p:cNvSpPr txBox="1"/>
          <p:nvPr/>
        </p:nvSpPr>
        <p:spPr>
          <a:xfrm>
            <a:off x="6019852" y="1526116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4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3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98E06C9-1170-0F4D-6013-7EDC6364A134}"/>
              </a:ext>
            </a:extLst>
          </p:cNvPr>
          <p:cNvSpPr/>
          <p:nvPr/>
        </p:nvSpPr>
        <p:spPr>
          <a:xfrm>
            <a:off x="6536343" y="1610952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D6443F-E47D-D7DE-78F1-C99D029090CE}"/>
              </a:ext>
            </a:extLst>
          </p:cNvPr>
          <p:cNvSpPr txBox="1"/>
          <p:nvPr/>
        </p:nvSpPr>
        <p:spPr>
          <a:xfrm>
            <a:off x="6019200" y="1956399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4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4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6525FDF-8C3F-7D6A-6926-0B9A4F843B96}"/>
              </a:ext>
            </a:extLst>
          </p:cNvPr>
          <p:cNvSpPr/>
          <p:nvPr/>
        </p:nvSpPr>
        <p:spPr>
          <a:xfrm>
            <a:off x="6537600" y="2041235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5CBA6A-691B-4A11-FB31-9038CD31492D}"/>
              </a:ext>
            </a:extLst>
          </p:cNvPr>
          <p:cNvSpPr txBox="1"/>
          <p:nvPr/>
        </p:nvSpPr>
        <p:spPr>
          <a:xfrm>
            <a:off x="6019200" y="2376955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4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5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7539E13-CA68-322E-BBB4-198AC0BB287E}"/>
              </a:ext>
            </a:extLst>
          </p:cNvPr>
          <p:cNvSpPr/>
          <p:nvPr/>
        </p:nvSpPr>
        <p:spPr>
          <a:xfrm>
            <a:off x="6537600" y="2461791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7C65436-37DE-AE14-82E4-FB8476D863F0}"/>
              </a:ext>
            </a:extLst>
          </p:cNvPr>
          <p:cNvSpPr txBox="1"/>
          <p:nvPr/>
        </p:nvSpPr>
        <p:spPr>
          <a:xfrm>
            <a:off x="6019200" y="2950804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5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1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AE3135D-FDF3-B506-1121-F956971A0CE5}"/>
              </a:ext>
            </a:extLst>
          </p:cNvPr>
          <p:cNvSpPr/>
          <p:nvPr/>
        </p:nvSpPr>
        <p:spPr>
          <a:xfrm>
            <a:off x="6537600" y="3035640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52B2811-77D9-B9A8-95F7-357E7235DE4D}"/>
              </a:ext>
            </a:extLst>
          </p:cNvPr>
          <p:cNvSpPr txBox="1"/>
          <p:nvPr/>
        </p:nvSpPr>
        <p:spPr>
          <a:xfrm>
            <a:off x="6019200" y="3381087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5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2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5CFDEC4-2158-09DC-986E-96B8A0A419F9}"/>
              </a:ext>
            </a:extLst>
          </p:cNvPr>
          <p:cNvSpPr/>
          <p:nvPr/>
        </p:nvSpPr>
        <p:spPr>
          <a:xfrm>
            <a:off x="6537600" y="3465923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FE143CE-D57F-1A81-E933-AF3179F8A3A1}"/>
              </a:ext>
            </a:extLst>
          </p:cNvPr>
          <p:cNvSpPr txBox="1"/>
          <p:nvPr/>
        </p:nvSpPr>
        <p:spPr>
          <a:xfrm>
            <a:off x="6019200" y="3801098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5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3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258EDD2-0FA2-F3DC-2A93-1CFBDF8F9EC4}"/>
              </a:ext>
            </a:extLst>
          </p:cNvPr>
          <p:cNvSpPr/>
          <p:nvPr/>
        </p:nvSpPr>
        <p:spPr>
          <a:xfrm>
            <a:off x="6537600" y="3885934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EDD03A0-9731-B11B-8CB9-FADFA97F81CC}"/>
              </a:ext>
            </a:extLst>
          </p:cNvPr>
          <p:cNvSpPr txBox="1"/>
          <p:nvPr/>
        </p:nvSpPr>
        <p:spPr>
          <a:xfrm>
            <a:off x="6019200" y="4231381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5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4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2BC6ED4-C3B7-2362-28A3-874DDFF42CD1}"/>
              </a:ext>
            </a:extLst>
          </p:cNvPr>
          <p:cNvSpPr/>
          <p:nvPr/>
        </p:nvSpPr>
        <p:spPr>
          <a:xfrm>
            <a:off x="6537600" y="4316217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074A54D-18B1-E57D-90A1-5CE905BC23A0}"/>
              </a:ext>
            </a:extLst>
          </p:cNvPr>
          <p:cNvSpPr txBox="1"/>
          <p:nvPr/>
        </p:nvSpPr>
        <p:spPr>
          <a:xfrm>
            <a:off x="6019200" y="4651937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5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5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6F4CEEC-B02A-27AD-623E-A7BE9EFFAB17}"/>
              </a:ext>
            </a:extLst>
          </p:cNvPr>
          <p:cNvSpPr/>
          <p:nvPr/>
        </p:nvSpPr>
        <p:spPr>
          <a:xfrm>
            <a:off x="6537600" y="4735450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DEAEAEA-9682-21C7-772B-CB87459657D5}"/>
              </a:ext>
            </a:extLst>
          </p:cNvPr>
          <p:cNvSpPr txBox="1"/>
          <p:nvPr/>
        </p:nvSpPr>
        <p:spPr>
          <a:xfrm>
            <a:off x="6018565" y="5222288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6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1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D211E97-3F6D-185B-B8DD-6EC3E7B37F42}"/>
              </a:ext>
            </a:extLst>
          </p:cNvPr>
          <p:cNvSpPr/>
          <p:nvPr/>
        </p:nvSpPr>
        <p:spPr>
          <a:xfrm>
            <a:off x="6537600" y="5307124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AD2342F-CD4D-3A89-9F45-BBC2AFEACA65}"/>
              </a:ext>
            </a:extLst>
          </p:cNvPr>
          <p:cNvSpPr txBox="1"/>
          <p:nvPr/>
        </p:nvSpPr>
        <p:spPr>
          <a:xfrm>
            <a:off x="6019200" y="5652571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6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2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C05880F-4ECC-7788-35C1-7F47D60B6E68}"/>
              </a:ext>
            </a:extLst>
          </p:cNvPr>
          <p:cNvSpPr/>
          <p:nvPr/>
        </p:nvSpPr>
        <p:spPr>
          <a:xfrm>
            <a:off x="6538659" y="5737407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5395D45-59B0-6A7B-387A-F02B967E5B22}"/>
              </a:ext>
            </a:extLst>
          </p:cNvPr>
          <p:cNvSpPr txBox="1"/>
          <p:nvPr/>
        </p:nvSpPr>
        <p:spPr>
          <a:xfrm>
            <a:off x="6018566" y="6072582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6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3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46FE4C9-4F25-E7C5-55DC-55970B2651EF}"/>
              </a:ext>
            </a:extLst>
          </p:cNvPr>
          <p:cNvSpPr/>
          <p:nvPr/>
        </p:nvSpPr>
        <p:spPr>
          <a:xfrm>
            <a:off x="6537600" y="6157450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F7F74E8-09F2-B569-7C94-0472FD51B252}"/>
              </a:ext>
            </a:extLst>
          </p:cNvPr>
          <p:cNvSpPr txBox="1"/>
          <p:nvPr/>
        </p:nvSpPr>
        <p:spPr>
          <a:xfrm>
            <a:off x="6019200" y="6502865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6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4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1163581-EAEA-60E2-86FE-D0034816D337}"/>
              </a:ext>
            </a:extLst>
          </p:cNvPr>
          <p:cNvSpPr/>
          <p:nvPr/>
        </p:nvSpPr>
        <p:spPr>
          <a:xfrm>
            <a:off x="6538660" y="6587701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F71FE21-DD40-20AD-96B1-94033091E54A}"/>
              </a:ext>
            </a:extLst>
          </p:cNvPr>
          <p:cNvSpPr txBox="1"/>
          <p:nvPr/>
        </p:nvSpPr>
        <p:spPr>
          <a:xfrm>
            <a:off x="6019200" y="6923421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6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5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E1C2FCA-ADE7-2D35-842E-0B06566FE0B6}"/>
              </a:ext>
            </a:extLst>
          </p:cNvPr>
          <p:cNvSpPr/>
          <p:nvPr/>
        </p:nvSpPr>
        <p:spPr>
          <a:xfrm>
            <a:off x="6538661" y="7008257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481" y="141553"/>
            <a:ext cx="544198" cy="544198"/>
          </a:xfrm>
          <a:prstGeom prst="rect">
            <a:avLst/>
          </a:prstGeom>
          <a:noFill/>
        </p:spPr>
      </p:pic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CB0BBF29-A53B-6DD1-5960-6BBB923A28D7}"/>
              </a:ext>
            </a:extLst>
          </p:cNvPr>
          <p:cNvCxnSpPr>
            <a:cxnSpLocks/>
            <a:stCxn id="70" idx="1"/>
            <a:endCxn id="74" idx="1"/>
          </p:cNvCxnSpPr>
          <p:nvPr/>
        </p:nvCxnSpPr>
        <p:spPr>
          <a:xfrm rot="10800000" flipV="1">
            <a:off x="361170" y="835325"/>
            <a:ext cx="2" cy="1701992"/>
          </a:xfrm>
          <a:prstGeom prst="bentConnector3">
            <a:avLst>
              <a:gd name="adj1" fmla="val 11430100000"/>
            </a:avLst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9996377-DDB0-C0B6-E4E1-0651C308CD34}"/>
              </a:ext>
            </a:extLst>
          </p:cNvPr>
          <p:cNvSpPr txBox="1">
            <a:spLocks/>
          </p:cNvSpPr>
          <p:nvPr/>
        </p:nvSpPr>
        <p:spPr>
          <a:xfrm rot="16200000">
            <a:off x="-253419" y="156321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copy     to      all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FB3F566E-7899-B3E7-F9A0-7DAFD414E3AC}"/>
              </a:ext>
            </a:extLst>
          </p:cNvPr>
          <p:cNvCxnSpPr>
            <a:cxnSpLocks/>
            <a:stCxn id="540" idx="1"/>
            <a:endCxn id="544" idx="1"/>
          </p:cNvCxnSpPr>
          <p:nvPr/>
        </p:nvCxnSpPr>
        <p:spPr>
          <a:xfrm rot="10800000" flipV="1">
            <a:off x="356337" y="3108474"/>
            <a:ext cx="2" cy="1701992"/>
          </a:xfrm>
          <a:prstGeom prst="bentConnector3">
            <a:avLst>
              <a:gd name="adj1" fmla="val 11430100000"/>
            </a:avLst>
          </a:prstGeom>
          <a:ln w="9525">
            <a:solidFill>
              <a:srgbClr val="0F9ED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2BEE9059-2B0B-39F6-8048-B034D64AD84F}"/>
              </a:ext>
            </a:extLst>
          </p:cNvPr>
          <p:cNvSpPr txBox="1">
            <a:spLocks/>
          </p:cNvSpPr>
          <p:nvPr/>
        </p:nvSpPr>
        <p:spPr>
          <a:xfrm rot="16200000">
            <a:off x="-258254" y="3838816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copy     to      all</a:t>
            </a:r>
          </a:p>
        </p:txBody>
      </p: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766EC15C-032C-EB69-1464-F2FF02F71645}"/>
              </a:ext>
            </a:extLst>
          </p:cNvPr>
          <p:cNvCxnSpPr>
            <a:cxnSpLocks/>
            <a:stCxn id="601" idx="1"/>
            <a:endCxn id="605" idx="1"/>
          </p:cNvCxnSpPr>
          <p:nvPr/>
        </p:nvCxnSpPr>
        <p:spPr>
          <a:xfrm rot="10800000" flipV="1">
            <a:off x="360075" y="5380444"/>
            <a:ext cx="2" cy="1701992"/>
          </a:xfrm>
          <a:prstGeom prst="bentConnector3">
            <a:avLst>
              <a:gd name="adj1" fmla="val 11430100000"/>
            </a:avLst>
          </a:prstGeom>
          <a:ln w="9525">
            <a:solidFill>
              <a:srgbClr val="4EA72E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8C7DDE54-68EC-FC6A-A1E8-E77063C1134E}"/>
              </a:ext>
            </a:extLst>
          </p:cNvPr>
          <p:cNvSpPr txBox="1">
            <a:spLocks/>
          </p:cNvSpPr>
          <p:nvPr/>
        </p:nvSpPr>
        <p:spPr>
          <a:xfrm rot="16200000">
            <a:off x="-258252" y="6113948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copy     to      all</a:t>
            </a:r>
          </a:p>
        </p:txBody>
      </p: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DF333819-92C5-6152-3260-2A0F38010E0C}"/>
              </a:ext>
            </a:extLst>
          </p:cNvPr>
          <p:cNvCxnSpPr>
            <a:cxnSpLocks/>
            <a:stCxn id="357" idx="1"/>
            <a:endCxn id="361" idx="1"/>
          </p:cNvCxnSpPr>
          <p:nvPr/>
        </p:nvCxnSpPr>
        <p:spPr>
          <a:xfrm rot="10800000" flipV="1">
            <a:off x="356339" y="7664368"/>
            <a:ext cx="2" cy="1701992"/>
          </a:xfrm>
          <a:prstGeom prst="bentConnector3">
            <a:avLst>
              <a:gd name="adj1" fmla="val 11430100000"/>
            </a:avLst>
          </a:prstGeom>
          <a:ln w="9525">
            <a:solidFill>
              <a:srgbClr val="A02A93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56DD3FE2-3A48-7ADF-BDEF-FF35E11A4606}"/>
              </a:ext>
            </a:extLst>
          </p:cNvPr>
          <p:cNvSpPr txBox="1">
            <a:spLocks/>
          </p:cNvSpPr>
          <p:nvPr/>
        </p:nvSpPr>
        <p:spPr>
          <a:xfrm rot="16200000">
            <a:off x="-258255" y="8392254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copy     to      all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B3B773-A6E8-D7A7-4A30-9F5494F29C5F}"/>
              </a:ext>
            </a:extLst>
          </p:cNvPr>
          <p:cNvSpPr txBox="1"/>
          <p:nvPr/>
        </p:nvSpPr>
        <p:spPr>
          <a:xfrm>
            <a:off x="234965" y="88449"/>
            <a:ext cx="5696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Manua</a:t>
            </a:r>
            <a:r>
              <a:rPr lang="en-US" dirty="0"/>
              <a:t>l Sharing 3-of-5 24 words – Page 03</a:t>
            </a:r>
            <a:endParaRPr lang="en-US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80749A-EA19-4098-EC59-C8797066063B}"/>
              </a:ext>
            </a:extLst>
          </p:cNvPr>
          <p:cNvSpPr txBox="1"/>
          <p:nvPr/>
        </p:nvSpPr>
        <p:spPr>
          <a:xfrm>
            <a:off x="251727" y="339889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</a:t>
            </a:r>
            <a:r>
              <a:rPr lang="en-US" sz="800" b="1" dirty="0"/>
              <a:t>Mod</a:t>
            </a:r>
            <a:r>
              <a:rPr lang="en-US" sz="800" dirty="0"/>
              <a:t>, divide by 2053, subtract the number before the dot, multiply the result by 2053. Roud the result.</a:t>
            </a:r>
            <a:endParaRPr lang="en-US" sz="600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B29006-B9DB-525B-B216-0A0F9EB4F321}"/>
              </a:ext>
            </a:extLst>
          </p:cNvPr>
          <p:cNvSpPr/>
          <p:nvPr/>
        </p:nvSpPr>
        <p:spPr>
          <a:xfrm>
            <a:off x="6612825" y="7529518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0E4DB0E-78E0-65D1-000C-B4D24F12432F}"/>
              </a:ext>
            </a:extLst>
          </p:cNvPr>
          <p:cNvSpPr/>
          <p:nvPr/>
        </p:nvSpPr>
        <p:spPr>
          <a:xfrm>
            <a:off x="6612825" y="7690718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CD97D41-2367-3D6A-76B0-154279E13C3A}"/>
              </a:ext>
            </a:extLst>
          </p:cNvPr>
          <p:cNvSpPr/>
          <p:nvPr/>
        </p:nvSpPr>
        <p:spPr>
          <a:xfrm>
            <a:off x="6611922" y="79538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75E395B-3E3E-DC27-A28F-0F30C977B030}"/>
              </a:ext>
            </a:extLst>
          </p:cNvPr>
          <p:cNvSpPr/>
          <p:nvPr/>
        </p:nvSpPr>
        <p:spPr>
          <a:xfrm>
            <a:off x="6611922" y="81122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38AEA8E-89C3-F19B-05DD-AC7C17293C21}"/>
              </a:ext>
            </a:extLst>
          </p:cNvPr>
          <p:cNvSpPr/>
          <p:nvPr/>
        </p:nvSpPr>
        <p:spPr>
          <a:xfrm>
            <a:off x="6611922" y="83822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4F9FFD2-201C-20C9-EC5D-3FE9565082BC}"/>
              </a:ext>
            </a:extLst>
          </p:cNvPr>
          <p:cNvSpPr/>
          <p:nvPr/>
        </p:nvSpPr>
        <p:spPr>
          <a:xfrm>
            <a:off x="6611922" y="85442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D621637-E17B-1C8F-3FC5-33C31B774C9A}"/>
              </a:ext>
            </a:extLst>
          </p:cNvPr>
          <p:cNvSpPr/>
          <p:nvPr/>
        </p:nvSpPr>
        <p:spPr>
          <a:xfrm>
            <a:off x="6611922" y="88070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CA24D91-AEA8-588B-7706-F3EFE9392562}"/>
              </a:ext>
            </a:extLst>
          </p:cNvPr>
          <p:cNvSpPr/>
          <p:nvPr/>
        </p:nvSpPr>
        <p:spPr>
          <a:xfrm>
            <a:off x="6611922" y="89690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EECC4E0-29D6-BF3D-8272-E0FC0BEB73A9}"/>
              </a:ext>
            </a:extLst>
          </p:cNvPr>
          <p:cNvSpPr txBox="1"/>
          <p:nvPr/>
        </p:nvSpPr>
        <p:spPr>
          <a:xfrm>
            <a:off x="6234291" y="9386574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+2</a:t>
            </a:r>
            <a:r>
              <a:rPr lang="en-US" sz="600" noProof="0" dirty="0"/>
              <a:t> Mod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67DC41A-7F06-D56B-516E-6754A1705EEA}"/>
              </a:ext>
            </a:extLst>
          </p:cNvPr>
          <p:cNvSpPr/>
          <p:nvPr/>
        </p:nvSpPr>
        <p:spPr>
          <a:xfrm>
            <a:off x="6611922" y="92390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1F8069C-16E6-CB79-8C94-AA9A113F1326}"/>
              </a:ext>
            </a:extLst>
          </p:cNvPr>
          <p:cNvSpPr/>
          <p:nvPr/>
        </p:nvSpPr>
        <p:spPr>
          <a:xfrm>
            <a:off x="6611922" y="93974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1206649-0E47-B887-23A5-05F1E3887E83}"/>
              </a:ext>
            </a:extLst>
          </p:cNvPr>
          <p:cNvSpPr txBox="1"/>
          <p:nvPr/>
        </p:nvSpPr>
        <p:spPr>
          <a:xfrm>
            <a:off x="6229962" y="8961407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+2</a:t>
            </a:r>
            <a:r>
              <a:rPr lang="en-US" sz="600" noProof="0" dirty="0"/>
              <a:t> Mod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72E08A8-5689-6F09-B6BC-90848F18CB61}"/>
              </a:ext>
            </a:extLst>
          </p:cNvPr>
          <p:cNvSpPr txBox="1"/>
          <p:nvPr/>
        </p:nvSpPr>
        <p:spPr>
          <a:xfrm>
            <a:off x="6234061" y="8535909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+2</a:t>
            </a:r>
            <a:r>
              <a:rPr lang="en-US" sz="600" noProof="0" dirty="0"/>
              <a:t> Mod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E44F437-2FB0-3E6A-3759-217AB9AC5FF5}"/>
              </a:ext>
            </a:extLst>
          </p:cNvPr>
          <p:cNvSpPr txBox="1"/>
          <p:nvPr/>
        </p:nvSpPr>
        <p:spPr>
          <a:xfrm>
            <a:off x="6232605" y="8108931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+2</a:t>
            </a:r>
            <a:r>
              <a:rPr lang="en-US" sz="600" noProof="0" dirty="0"/>
              <a:t> Mod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412E4D7-3868-0248-AB8D-C502A8366F34}"/>
              </a:ext>
            </a:extLst>
          </p:cNvPr>
          <p:cNvSpPr txBox="1"/>
          <p:nvPr/>
        </p:nvSpPr>
        <p:spPr>
          <a:xfrm>
            <a:off x="6232006" y="7680767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+2</a:t>
            </a:r>
            <a:r>
              <a:rPr lang="en-US" sz="600" noProof="0" dirty="0"/>
              <a:t> Mod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45B88B1-DEE8-4BC1-4703-CF96854E30BD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</p:spTree>
    <p:extLst>
      <p:ext uri="{BB962C8B-B14F-4D97-AF65-F5344CB8AC3E}">
        <p14:creationId xmlns:p14="http://schemas.microsoft.com/office/powerpoint/2010/main" val="1705327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9DFF0E9-F7EC-9913-670C-80D9EB225A9F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E589BAD-6CA5-CE57-4EB3-FEFE75AD35C2}"/>
              </a:ext>
            </a:extLst>
          </p:cNvPr>
          <p:cNvSpPr/>
          <p:nvPr/>
        </p:nvSpPr>
        <p:spPr>
          <a:xfrm>
            <a:off x="361172" y="655703"/>
            <a:ext cx="722557" cy="359243"/>
          </a:xfrm>
          <a:prstGeom prst="rect">
            <a:avLst/>
          </a:prstGeom>
          <a:noFill/>
          <a:ln w="28575"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ECC5152-78F2-BB28-ACB9-8A7827936D3D}"/>
              </a:ext>
            </a:extLst>
          </p:cNvPr>
          <p:cNvSpPr/>
          <p:nvPr/>
        </p:nvSpPr>
        <p:spPr>
          <a:xfrm>
            <a:off x="361172" y="1081201"/>
            <a:ext cx="72255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1DB28A-873C-56A3-DC1A-BFDBB3EFC4E0}"/>
              </a:ext>
            </a:extLst>
          </p:cNvPr>
          <p:cNvSpPr/>
          <p:nvPr/>
        </p:nvSpPr>
        <p:spPr>
          <a:xfrm>
            <a:off x="361171" y="1506699"/>
            <a:ext cx="72255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E7F73F6-AAD6-2639-1729-78C14C091F9F}"/>
              </a:ext>
            </a:extLst>
          </p:cNvPr>
          <p:cNvSpPr/>
          <p:nvPr/>
        </p:nvSpPr>
        <p:spPr>
          <a:xfrm>
            <a:off x="361170" y="1932197"/>
            <a:ext cx="72255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C3B6D45-32F3-1224-392B-8EE14CBD222B}"/>
              </a:ext>
            </a:extLst>
          </p:cNvPr>
          <p:cNvSpPr/>
          <p:nvPr/>
        </p:nvSpPr>
        <p:spPr>
          <a:xfrm>
            <a:off x="361170" y="2357695"/>
            <a:ext cx="72255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5427A5-A424-7CEC-38FE-3522D7D0ECD6}"/>
              </a:ext>
            </a:extLst>
          </p:cNvPr>
          <p:cNvSpPr txBox="1"/>
          <p:nvPr/>
        </p:nvSpPr>
        <p:spPr>
          <a:xfrm>
            <a:off x="352750" y="459581"/>
            <a:ext cx="787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W7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36FE7E6-1085-427A-2A06-1655A56B683B}"/>
              </a:ext>
            </a:extLst>
          </p:cNvPr>
          <p:cNvSpPr txBox="1"/>
          <p:nvPr/>
        </p:nvSpPr>
        <p:spPr>
          <a:xfrm>
            <a:off x="1778738" y="459574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W7.R1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DA1DA7C-AE1D-E424-C375-A3FD894B28AD}"/>
              </a:ext>
            </a:extLst>
          </p:cNvPr>
          <p:cNvSpPr/>
          <p:nvPr/>
        </p:nvSpPr>
        <p:spPr>
          <a:xfrm>
            <a:off x="1853139" y="655703"/>
            <a:ext cx="864539" cy="359243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43B58ED-9148-D208-3AB6-3330491BB764}"/>
              </a:ext>
            </a:extLst>
          </p:cNvPr>
          <p:cNvSpPr/>
          <p:nvPr/>
        </p:nvSpPr>
        <p:spPr>
          <a:xfrm>
            <a:off x="1853139" y="1081201"/>
            <a:ext cx="87164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68A0CAB-554C-3B7C-3870-3C3D61A5A51B}"/>
              </a:ext>
            </a:extLst>
          </p:cNvPr>
          <p:cNvSpPr/>
          <p:nvPr/>
        </p:nvSpPr>
        <p:spPr>
          <a:xfrm>
            <a:off x="1853137" y="1506699"/>
            <a:ext cx="871649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4678211-6344-0DC3-9344-410804AADEF6}"/>
              </a:ext>
            </a:extLst>
          </p:cNvPr>
          <p:cNvSpPr/>
          <p:nvPr/>
        </p:nvSpPr>
        <p:spPr>
          <a:xfrm>
            <a:off x="1853137" y="1932197"/>
            <a:ext cx="87165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D67C32B-19E8-9DB0-3EE0-741734D5B756}"/>
              </a:ext>
            </a:extLst>
          </p:cNvPr>
          <p:cNvSpPr/>
          <p:nvPr/>
        </p:nvSpPr>
        <p:spPr>
          <a:xfrm>
            <a:off x="1853137" y="2357695"/>
            <a:ext cx="87165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07" name="Elbow Connector 106">
            <a:extLst>
              <a:ext uri="{FF2B5EF4-FFF2-40B4-BE49-F238E27FC236}">
                <a16:creationId xmlns:a16="http://schemas.microsoft.com/office/drawing/2014/main" id="{38A37EB7-D810-2013-70C0-E77522E1920F}"/>
              </a:ext>
            </a:extLst>
          </p:cNvPr>
          <p:cNvCxnSpPr>
            <a:cxnSpLocks/>
            <a:stCxn id="98" idx="1"/>
            <a:endCxn id="99" idx="1"/>
          </p:cNvCxnSpPr>
          <p:nvPr/>
        </p:nvCxnSpPr>
        <p:spPr>
          <a:xfrm rot="10800000" flipV="1">
            <a:off x="1853139" y="835325"/>
            <a:ext cx="12700" cy="425498"/>
          </a:xfrm>
          <a:prstGeom prst="bentConnector3">
            <a:avLst>
              <a:gd name="adj1" fmla="val 2433803"/>
            </a:avLst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A2EE057D-4A92-B978-FBD3-79210A8A0999}"/>
              </a:ext>
            </a:extLst>
          </p:cNvPr>
          <p:cNvSpPr txBox="1">
            <a:spLocks/>
          </p:cNvSpPr>
          <p:nvPr/>
        </p:nvSpPr>
        <p:spPr>
          <a:xfrm>
            <a:off x="1531414" y="1026248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x2</a:t>
            </a:r>
          </a:p>
        </p:txBody>
      </p:sp>
      <p:cxnSp>
        <p:nvCxnSpPr>
          <p:cNvPr id="127" name="Elbow Connector 126">
            <a:extLst>
              <a:ext uri="{FF2B5EF4-FFF2-40B4-BE49-F238E27FC236}">
                <a16:creationId xmlns:a16="http://schemas.microsoft.com/office/drawing/2014/main" id="{A37D2884-8CE8-B6A2-C999-BFF69C835309}"/>
              </a:ext>
            </a:extLst>
          </p:cNvPr>
          <p:cNvCxnSpPr>
            <a:cxnSpLocks/>
            <a:endCxn id="100" idx="1"/>
          </p:cNvCxnSpPr>
          <p:nvPr/>
        </p:nvCxnSpPr>
        <p:spPr>
          <a:xfrm rot="16200000" flipH="1">
            <a:off x="1245976" y="1079160"/>
            <a:ext cx="850996" cy="363326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3" name="Elbow Connector 142">
            <a:extLst>
              <a:ext uri="{FF2B5EF4-FFF2-40B4-BE49-F238E27FC236}">
                <a16:creationId xmlns:a16="http://schemas.microsoft.com/office/drawing/2014/main" id="{56528FDA-29B2-E883-11D0-0A9E15EEE0D3}"/>
              </a:ext>
            </a:extLst>
          </p:cNvPr>
          <p:cNvCxnSpPr>
            <a:cxnSpLocks/>
            <a:endCxn id="101" idx="1"/>
          </p:cNvCxnSpPr>
          <p:nvPr/>
        </p:nvCxnSpPr>
        <p:spPr>
          <a:xfrm rot="16200000" flipH="1">
            <a:off x="995955" y="1254637"/>
            <a:ext cx="1276498" cy="437866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6" name="Elbow Connector 145">
            <a:extLst>
              <a:ext uri="{FF2B5EF4-FFF2-40B4-BE49-F238E27FC236}">
                <a16:creationId xmlns:a16="http://schemas.microsoft.com/office/drawing/2014/main" id="{E32F9306-73EA-D59E-F2E8-F5D4A91854C3}"/>
              </a:ext>
            </a:extLst>
          </p:cNvPr>
          <p:cNvCxnSpPr>
            <a:cxnSpLocks/>
            <a:endCxn id="102" idx="1"/>
          </p:cNvCxnSpPr>
          <p:nvPr/>
        </p:nvCxnSpPr>
        <p:spPr>
          <a:xfrm rot="16200000" flipH="1">
            <a:off x="747680" y="1431860"/>
            <a:ext cx="1701996" cy="508918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8150B952-A39E-CE02-52FE-54B74407763E}"/>
              </a:ext>
            </a:extLst>
          </p:cNvPr>
          <p:cNvSpPr txBox="1"/>
          <p:nvPr/>
        </p:nvSpPr>
        <p:spPr>
          <a:xfrm>
            <a:off x="1516624" y="1459701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x3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6785F86-F02B-4674-8381-982C69009EDE}"/>
              </a:ext>
            </a:extLst>
          </p:cNvPr>
          <p:cNvSpPr txBox="1"/>
          <p:nvPr/>
        </p:nvSpPr>
        <p:spPr>
          <a:xfrm>
            <a:off x="1516623" y="1883880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x4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3C2941E-AB1E-435C-0921-9CC9B2607FB9}"/>
              </a:ext>
            </a:extLst>
          </p:cNvPr>
          <p:cNvSpPr txBox="1"/>
          <p:nvPr/>
        </p:nvSpPr>
        <p:spPr>
          <a:xfrm>
            <a:off x="1501836" y="230900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x5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E3DA89C9-039D-9139-510B-E8E90637F0CF}"/>
              </a:ext>
            </a:extLst>
          </p:cNvPr>
          <p:cNvCxnSpPr>
            <a:cxnSpLocks/>
          </p:cNvCxnSpPr>
          <p:nvPr/>
        </p:nvCxnSpPr>
        <p:spPr>
          <a:xfrm>
            <a:off x="1334839" y="835320"/>
            <a:ext cx="254357" cy="0"/>
          </a:xfrm>
          <a:prstGeom prst="line">
            <a:avLst/>
          </a:prstGeom>
          <a:ln w="9525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D12601B4-DBB3-7B90-8DE2-6D25B5FB13C2}"/>
              </a:ext>
            </a:extLst>
          </p:cNvPr>
          <p:cNvSpPr txBox="1"/>
          <p:nvPr/>
        </p:nvSpPr>
        <p:spPr>
          <a:xfrm>
            <a:off x="2710148" y="65065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1B77402-C76B-7AAF-7631-515855822687}"/>
              </a:ext>
            </a:extLst>
          </p:cNvPr>
          <p:cNvSpPr txBox="1"/>
          <p:nvPr/>
        </p:nvSpPr>
        <p:spPr>
          <a:xfrm>
            <a:off x="3422967" y="459572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W7.R2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9E63A247-552E-5251-51CA-CEE16EDE8C42}"/>
              </a:ext>
            </a:extLst>
          </p:cNvPr>
          <p:cNvSpPr/>
          <p:nvPr/>
        </p:nvSpPr>
        <p:spPr>
          <a:xfrm>
            <a:off x="3486132" y="661960"/>
            <a:ext cx="864539" cy="359243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67DCBC86-D289-4707-8579-52172AA43F61}"/>
              </a:ext>
            </a:extLst>
          </p:cNvPr>
          <p:cNvSpPr/>
          <p:nvPr/>
        </p:nvSpPr>
        <p:spPr>
          <a:xfrm>
            <a:off x="3486132" y="1087458"/>
            <a:ext cx="87164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389C63D7-F522-A0FB-2A0C-0A7069D0AFA3}"/>
              </a:ext>
            </a:extLst>
          </p:cNvPr>
          <p:cNvSpPr/>
          <p:nvPr/>
        </p:nvSpPr>
        <p:spPr>
          <a:xfrm>
            <a:off x="3486130" y="1512956"/>
            <a:ext cx="871649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591095F6-CEAC-35A9-BE12-04A80C846E22}"/>
              </a:ext>
            </a:extLst>
          </p:cNvPr>
          <p:cNvSpPr/>
          <p:nvPr/>
        </p:nvSpPr>
        <p:spPr>
          <a:xfrm>
            <a:off x="3486130" y="1938454"/>
            <a:ext cx="87165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7CAA567C-725D-E8D5-561E-93455C328763}"/>
              </a:ext>
            </a:extLst>
          </p:cNvPr>
          <p:cNvSpPr/>
          <p:nvPr/>
        </p:nvSpPr>
        <p:spPr>
          <a:xfrm>
            <a:off x="3486130" y="2363952"/>
            <a:ext cx="87165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2" name="Elbow Connector 181">
            <a:extLst>
              <a:ext uri="{FF2B5EF4-FFF2-40B4-BE49-F238E27FC236}">
                <a16:creationId xmlns:a16="http://schemas.microsoft.com/office/drawing/2014/main" id="{7DF6FD0D-2E72-9C20-4798-089EA77E9461}"/>
              </a:ext>
            </a:extLst>
          </p:cNvPr>
          <p:cNvCxnSpPr>
            <a:cxnSpLocks/>
            <a:stCxn id="177" idx="1"/>
            <a:endCxn id="178" idx="1"/>
          </p:cNvCxnSpPr>
          <p:nvPr/>
        </p:nvCxnSpPr>
        <p:spPr>
          <a:xfrm rot="10800000" flipV="1">
            <a:off x="3486132" y="841582"/>
            <a:ext cx="12700" cy="425498"/>
          </a:xfrm>
          <a:prstGeom prst="bentConnector3">
            <a:avLst>
              <a:gd name="adj1" fmla="val 2433803"/>
            </a:avLst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3992E111-57A8-3032-C17A-DF533A65DEBD}"/>
              </a:ext>
            </a:extLst>
          </p:cNvPr>
          <p:cNvSpPr txBox="1">
            <a:spLocks/>
          </p:cNvSpPr>
          <p:nvPr/>
        </p:nvSpPr>
        <p:spPr>
          <a:xfrm>
            <a:off x="3164407" y="1032505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x4</a:t>
            </a:r>
          </a:p>
        </p:txBody>
      </p:sp>
      <p:cxnSp>
        <p:nvCxnSpPr>
          <p:cNvPr id="184" name="Elbow Connector 183">
            <a:extLst>
              <a:ext uri="{FF2B5EF4-FFF2-40B4-BE49-F238E27FC236}">
                <a16:creationId xmlns:a16="http://schemas.microsoft.com/office/drawing/2014/main" id="{55CFE194-F918-5C62-9497-FA14B921A3C4}"/>
              </a:ext>
            </a:extLst>
          </p:cNvPr>
          <p:cNvCxnSpPr>
            <a:cxnSpLocks/>
            <a:endCxn id="179" idx="1"/>
          </p:cNvCxnSpPr>
          <p:nvPr/>
        </p:nvCxnSpPr>
        <p:spPr>
          <a:xfrm rot="16200000" flipH="1">
            <a:off x="2878969" y="1085417"/>
            <a:ext cx="850996" cy="363326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5" name="Elbow Connector 184">
            <a:extLst>
              <a:ext uri="{FF2B5EF4-FFF2-40B4-BE49-F238E27FC236}">
                <a16:creationId xmlns:a16="http://schemas.microsoft.com/office/drawing/2014/main" id="{AF0CDE28-E6A9-1FF6-5B1B-0D7C421868B5}"/>
              </a:ext>
            </a:extLst>
          </p:cNvPr>
          <p:cNvCxnSpPr>
            <a:cxnSpLocks/>
            <a:endCxn id="180" idx="1"/>
          </p:cNvCxnSpPr>
          <p:nvPr/>
        </p:nvCxnSpPr>
        <p:spPr>
          <a:xfrm rot="16200000" flipH="1">
            <a:off x="2628948" y="1260894"/>
            <a:ext cx="1276498" cy="437866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6" name="Elbow Connector 185">
            <a:extLst>
              <a:ext uri="{FF2B5EF4-FFF2-40B4-BE49-F238E27FC236}">
                <a16:creationId xmlns:a16="http://schemas.microsoft.com/office/drawing/2014/main" id="{C18B9EDD-2A67-5EE5-CC44-31E2F5E0B469}"/>
              </a:ext>
            </a:extLst>
          </p:cNvPr>
          <p:cNvCxnSpPr>
            <a:cxnSpLocks/>
            <a:endCxn id="181" idx="1"/>
          </p:cNvCxnSpPr>
          <p:nvPr/>
        </p:nvCxnSpPr>
        <p:spPr>
          <a:xfrm rot="16200000" flipH="1">
            <a:off x="2380673" y="1438117"/>
            <a:ext cx="1701996" cy="508918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DF285E21-86A0-0FA2-E26E-F64D7B7356B8}"/>
              </a:ext>
            </a:extLst>
          </p:cNvPr>
          <p:cNvSpPr txBox="1"/>
          <p:nvPr/>
        </p:nvSpPr>
        <p:spPr>
          <a:xfrm>
            <a:off x="3149617" y="1465958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x9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1B06B6BA-EA11-8B95-0ABC-FF8242405ADB}"/>
              </a:ext>
            </a:extLst>
          </p:cNvPr>
          <p:cNvSpPr txBox="1"/>
          <p:nvPr/>
        </p:nvSpPr>
        <p:spPr>
          <a:xfrm>
            <a:off x="3115151" y="1890137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x16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695C1BDD-BE8E-2F9F-DF7F-C6C93526412A}"/>
              </a:ext>
            </a:extLst>
          </p:cNvPr>
          <p:cNvSpPr txBox="1"/>
          <p:nvPr/>
        </p:nvSpPr>
        <p:spPr>
          <a:xfrm>
            <a:off x="3100364" y="2315264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x25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252E1DF-BDBD-D32F-F8D5-9BA70920366B}"/>
              </a:ext>
            </a:extLst>
          </p:cNvPr>
          <p:cNvCxnSpPr>
            <a:cxnSpLocks/>
          </p:cNvCxnSpPr>
          <p:nvPr/>
        </p:nvCxnSpPr>
        <p:spPr>
          <a:xfrm>
            <a:off x="2967832" y="841577"/>
            <a:ext cx="254357" cy="0"/>
          </a:xfrm>
          <a:prstGeom prst="line">
            <a:avLst/>
          </a:prstGeom>
          <a:ln w="9525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1BFA5C08-A4A6-85B9-B5A2-F53FA0FF1E81}"/>
              </a:ext>
            </a:extLst>
          </p:cNvPr>
          <p:cNvSpPr txBox="1"/>
          <p:nvPr/>
        </p:nvSpPr>
        <p:spPr>
          <a:xfrm>
            <a:off x="2713368" y="1078059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D9734090-D78F-556D-8E63-8050410465A8}"/>
              </a:ext>
            </a:extLst>
          </p:cNvPr>
          <p:cNvSpPr txBox="1"/>
          <p:nvPr/>
        </p:nvSpPr>
        <p:spPr>
          <a:xfrm>
            <a:off x="2713368" y="149846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10431365-5150-4000-3785-0CAA98453940}"/>
              </a:ext>
            </a:extLst>
          </p:cNvPr>
          <p:cNvSpPr txBox="1"/>
          <p:nvPr/>
        </p:nvSpPr>
        <p:spPr>
          <a:xfrm>
            <a:off x="2713368" y="1930205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30C8F69E-3EB6-7D81-D32F-1270ABEC0DB5}"/>
              </a:ext>
            </a:extLst>
          </p:cNvPr>
          <p:cNvSpPr txBox="1"/>
          <p:nvPr/>
        </p:nvSpPr>
        <p:spPr>
          <a:xfrm>
            <a:off x="2713368" y="2353369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9F77D25A-DA31-9599-F887-C5A6F1AAC8BC}"/>
              </a:ext>
            </a:extLst>
          </p:cNvPr>
          <p:cNvSpPr txBox="1"/>
          <p:nvPr/>
        </p:nvSpPr>
        <p:spPr>
          <a:xfrm>
            <a:off x="1078898" y="65065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BE8ACF3F-6DB2-4D93-3DEE-4EF77EEAC144}"/>
              </a:ext>
            </a:extLst>
          </p:cNvPr>
          <p:cNvSpPr txBox="1"/>
          <p:nvPr/>
        </p:nvSpPr>
        <p:spPr>
          <a:xfrm>
            <a:off x="1082118" y="1078059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9A879-FEB0-132E-EF00-4B8123987BF0}"/>
              </a:ext>
            </a:extLst>
          </p:cNvPr>
          <p:cNvSpPr txBox="1"/>
          <p:nvPr/>
        </p:nvSpPr>
        <p:spPr>
          <a:xfrm>
            <a:off x="1082118" y="149846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1A17ADC3-34C0-42C4-0507-3CDD57BBDDC5}"/>
              </a:ext>
            </a:extLst>
          </p:cNvPr>
          <p:cNvSpPr txBox="1"/>
          <p:nvPr/>
        </p:nvSpPr>
        <p:spPr>
          <a:xfrm>
            <a:off x="1082118" y="1930205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3CE2F034-6E07-44B3-9209-7F38A5C2F2C2}"/>
              </a:ext>
            </a:extLst>
          </p:cNvPr>
          <p:cNvSpPr txBox="1"/>
          <p:nvPr/>
        </p:nvSpPr>
        <p:spPr>
          <a:xfrm>
            <a:off x="1082118" y="2353369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B356EAB5-946C-4455-F225-0EC02DACEBFF}"/>
              </a:ext>
            </a:extLst>
          </p:cNvPr>
          <p:cNvSpPr txBox="1"/>
          <p:nvPr/>
        </p:nvSpPr>
        <p:spPr>
          <a:xfrm>
            <a:off x="4336143" y="712209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4C93D9F2-E36A-ABB9-E5E7-DC48A68A98F7}"/>
              </a:ext>
            </a:extLst>
          </p:cNvPr>
          <p:cNvSpPr txBox="1"/>
          <p:nvPr/>
        </p:nvSpPr>
        <p:spPr>
          <a:xfrm>
            <a:off x="5496858" y="722038"/>
            <a:ext cx="622208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W7.S1</a:t>
            </a: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4BD8ED64-728D-BE40-EC73-0156A083B6A0}"/>
              </a:ext>
            </a:extLst>
          </p:cNvPr>
          <p:cNvSpPr/>
          <p:nvPr/>
        </p:nvSpPr>
        <p:spPr>
          <a:xfrm>
            <a:off x="4802400" y="666249"/>
            <a:ext cx="722557" cy="35924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012A86FD-EB5B-9F20-4250-1B4679FC225F}"/>
              </a:ext>
            </a:extLst>
          </p:cNvPr>
          <p:cNvSpPr/>
          <p:nvPr/>
        </p:nvSpPr>
        <p:spPr>
          <a:xfrm>
            <a:off x="4802400" y="1091747"/>
            <a:ext cx="722557" cy="3592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9FE7CD5B-4221-AB3D-1B6D-60DF4A11731B}"/>
              </a:ext>
            </a:extLst>
          </p:cNvPr>
          <p:cNvSpPr/>
          <p:nvPr/>
        </p:nvSpPr>
        <p:spPr>
          <a:xfrm>
            <a:off x="4802400" y="1517245"/>
            <a:ext cx="722557" cy="359243"/>
          </a:xfrm>
          <a:prstGeom prst="rect">
            <a:avLst/>
          </a:prstGeom>
          <a:noFill/>
          <a:ln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65732AD-8F0C-6D1C-03A6-61AA6B6A8B14}"/>
              </a:ext>
            </a:extLst>
          </p:cNvPr>
          <p:cNvSpPr/>
          <p:nvPr/>
        </p:nvSpPr>
        <p:spPr>
          <a:xfrm>
            <a:off x="4802400" y="1942743"/>
            <a:ext cx="722557" cy="35924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3CA35BE1-B30F-2700-B668-67C55D187785}"/>
              </a:ext>
            </a:extLst>
          </p:cNvPr>
          <p:cNvSpPr/>
          <p:nvPr/>
        </p:nvSpPr>
        <p:spPr>
          <a:xfrm>
            <a:off x="4802400" y="2368241"/>
            <a:ext cx="722557" cy="35924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FA955A86-1554-83A3-3E4A-BA8D714D58A2}"/>
              </a:ext>
            </a:extLst>
          </p:cNvPr>
          <p:cNvSpPr txBox="1"/>
          <p:nvPr/>
        </p:nvSpPr>
        <p:spPr>
          <a:xfrm>
            <a:off x="4340376" y="1139614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0BDB347-53D5-F71B-F55E-53EFFBDE7C06}"/>
              </a:ext>
            </a:extLst>
          </p:cNvPr>
          <p:cNvSpPr txBox="1"/>
          <p:nvPr/>
        </p:nvSpPr>
        <p:spPr>
          <a:xfrm>
            <a:off x="4340835" y="1548593"/>
            <a:ext cx="5229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01550370-E1CA-CC0C-DED3-5B447E072F26}"/>
              </a:ext>
            </a:extLst>
          </p:cNvPr>
          <p:cNvSpPr txBox="1"/>
          <p:nvPr/>
        </p:nvSpPr>
        <p:spPr>
          <a:xfrm>
            <a:off x="4341734" y="1987035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0BAC42F3-4635-03AC-170D-09004E734D16}"/>
              </a:ext>
            </a:extLst>
          </p:cNvPr>
          <p:cNvSpPr txBox="1"/>
          <p:nvPr/>
        </p:nvSpPr>
        <p:spPr>
          <a:xfrm>
            <a:off x="4340087" y="2424818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ED40151D-5759-16FE-6657-23C1782B36D1}"/>
              </a:ext>
            </a:extLst>
          </p:cNvPr>
          <p:cNvSpPr txBox="1"/>
          <p:nvPr/>
        </p:nvSpPr>
        <p:spPr>
          <a:xfrm>
            <a:off x="5496859" y="1148516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W7.S2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699BA70D-0BF3-83C9-98D2-2DCEFF65CDF3}"/>
              </a:ext>
            </a:extLst>
          </p:cNvPr>
          <p:cNvSpPr txBox="1"/>
          <p:nvPr/>
        </p:nvSpPr>
        <p:spPr>
          <a:xfrm>
            <a:off x="5497954" y="1575145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W7.S3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D12F5D04-6EC9-2A6A-A773-789FDC90FC6E}"/>
              </a:ext>
            </a:extLst>
          </p:cNvPr>
          <p:cNvSpPr txBox="1"/>
          <p:nvPr/>
        </p:nvSpPr>
        <p:spPr>
          <a:xfrm>
            <a:off x="5497954" y="2001623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W7.S4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90A39020-C440-51CC-82EB-CCB81123E57C}"/>
              </a:ext>
            </a:extLst>
          </p:cNvPr>
          <p:cNvSpPr txBox="1"/>
          <p:nvPr/>
        </p:nvSpPr>
        <p:spPr>
          <a:xfrm>
            <a:off x="5496859" y="2422671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W7.S5</a:t>
            </a: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5E67941C-EDCC-6EF9-DD80-D21907A2AA65}"/>
              </a:ext>
            </a:extLst>
          </p:cNvPr>
          <p:cNvSpPr/>
          <p:nvPr/>
        </p:nvSpPr>
        <p:spPr>
          <a:xfrm>
            <a:off x="356341" y="7484746"/>
            <a:ext cx="722557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01F4ADEA-ED57-5A96-3ED8-7B74F42F5E7A}"/>
              </a:ext>
            </a:extLst>
          </p:cNvPr>
          <p:cNvSpPr/>
          <p:nvPr/>
        </p:nvSpPr>
        <p:spPr>
          <a:xfrm>
            <a:off x="356341" y="7910244"/>
            <a:ext cx="72255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071B9C17-8ACC-EA57-3956-9361E1551A76}"/>
              </a:ext>
            </a:extLst>
          </p:cNvPr>
          <p:cNvSpPr/>
          <p:nvPr/>
        </p:nvSpPr>
        <p:spPr>
          <a:xfrm>
            <a:off x="356340" y="8335742"/>
            <a:ext cx="72255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E8802721-4777-4CB6-FCB2-941EB4F41A06}"/>
              </a:ext>
            </a:extLst>
          </p:cNvPr>
          <p:cNvSpPr/>
          <p:nvPr/>
        </p:nvSpPr>
        <p:spPr>
          <a:xfrm>
            <a:off x="356339" y="8761240"/>
            <a:ext cx="72255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99C756E2-2422-C889-8E23-F289CEA90548}"/>
              </a:ext>
            </a:extLst>
          </p:cNvPr>
          <p:cNvSpPr/>
          <p:nvPr/>
        </p:nvSpPr>
        <p:spPr>
          <a:xfrm>
            <a:off x="356339" y="9186738"/>
            <a:ext cx="72255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32C6F720-2A71-1231-90F8-922386280EC9}"/>
              </a:ext>
            </a:extLst>
          </p:cNvPr>
          <p:cNvSpPr txBox="1"/>
          <p:nvPr/>
        </p:nvSpPr>
        <p:spPr>
          <a:xfrm>
            <a:off x="41292" y="7288624"/>
            <a:ext cx="13567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W7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W8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W9</a:t>
            </a:r>
            <a:r>
              <a:rPr lang="en-US" sz="1000" b="1" noProof="0" dirty="0"/>
              <a:t>+3</a:t>
            </a:r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80E3F286-41E3-D94B-4784-8C5688B7CC5D}"/>
              </a:ext>
            </a:extLst>
          </p:cNvPr>
          <p:cNvSpPr txBox="1"/>
          <p:nvPr/>
        </p:nvSpPr>
        <p:spPr>
          <a:xfrm>
            <a:off x="1336235" y="7288617"/>
            <a:ext cx="18934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97132"/>
                </a:solidFill>
              </a:rPr>
              <a:t>W7.R1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W8.R1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W9.R1</a:t>
            </a:r>
            <a:endParaRPr lang="en-US" sz="1000" noProof="0" dirty="0"/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D70A748E-69DE-2C66-B82F-9D1E6D51B6B2}"/>
              </a:ext>
            </a:extLst>
          </p:cNvPr>
          <p:cNvSpPr/>
          <p:nvPr/>
        </p:nvSpPr>
        <p:spPr>
          <a:xfrm>
            <a:off x="1848308" y="7484746"/>
            <a:ext cx="864539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BC896361-FF36-6473-4D16-D4CAC699921B}"/>
              </a:ext>
            </a:extLst>
          </p:cNvPr>
          <p:cNvSpPr/>
          <p:nvPr/>
        </p:nvSpPr>
        <p:spPr>
          <a:xfrm>
            <a:off x="1848308" y="7910244"/>
            <a:ext cx="87164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CA2EE003-A86B-BA9D-99D1-60BC58C486D3}"/>
              </a:ext>
            </a:extLst>
          </p:cNvPr>
          <p:cNvSpPr/>
          <p:nvPr/>
        </p:nvSpPr>
        <p:spPr>
          <a:xfrm>
            <a:off x="1848306" y="8335742"/>
            <a:ext cx="871649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BB14ECAF-7DBE-0431-113D-AB217E5C2F16}"/>
              </a:ext>
            </a:extLst>
          </p:cNvPr>
          <p:cNvSpPr/>
          <p:nvPr/>
        </p:nvSpPr>
        <p:spPr>
          <a:xfrm>
            <a:off x="1848306" y="8761240"/>
            <a:ext cx="871650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D3046548-8169-5987-4068-39EDFB28027A}"/>
              </a:ext>
            </a:extLst>
          </p:cNvPr>
          <p:cNvSpPr/>
          <p:nvPr/>
        </p:nvSpPr>
        <p:spPr>
          <a:xfrm>
            <a:off x="1848306" y="9186738"/>
            <a:ext cx="871650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69" name="Elbow Connector 368">
            <a:extLst>
              <a:ext uri="{FF2B5EF4-FFF2-40B4-BE49-F238E27FC236}">
                <a16:creationId xmlns:a16="http://schemas.microsoft.com/office/drawing/2014/main" id="{13473A79-81BA-FC8C-6B30-C721CAD8E019}"/>
              </a:ext>
            </a:extLst>
          </p:cNvPr>
          <p:cNvCxnSpPr>
            <a:cxnSpLocks/>
            <a:stCxn id="364" idx="1"/>
            <a:endCxn id="365" idx="1"/>
          </p:cNvCxnSpPr>
          <p:nvPr/>
        </p:nvCxnSpPr>
        <p:spPr>
          <a:xfrm rot="10800000" flipV="1">
            <a:off x="1848308" y="7664368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0" name="TextBox 369">
            <a:extLst>
              <a:ext uri="{FF2B5EF4-FFF2-40B4-BE49-F238E27FC236}">
                <a16:creationId xmlns:a16="http://schemas.microsoft.com/office/drawing/2014/main" id="{4C3BACD6-CB7A-1185-FF0E-4A4732BF57CF}"/>
              </a:ext>
            </a:extLst>
          </p:cNvPr>
          <p:cNvSpPr txBox="1">
            <a:spLocks/>
          </p:cNvSpPr>
          <p:nvPr/>
        </p:nvSpPr>
        <p:spPr>
          <a:xfrm>
            <a:off x="1526583" y="7855291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x2</a:t>
            </a:r>
          </a:p>
        </p:txBody>
      </p:sp>
      <p:cxnSp>
        <p:nvCxnSpPr>
          <p:cNvPr id="371" name="Elbow Connector 370">
            <a:extLst>
              <a:ext uri="{FF2B5EF4-FFF2-40B4-BE49-F238E27FC236}">
                <a16:creationId xmlns:a16="http://schemas.microsoft.com/office/drawing/2014/main" id="{B7859023-CC19-7FD9-AB82-07357112E78D}"/>
              </a:ext>
            </a:extLst>
          </p:cNvPr>
          <p:cNvCxnSpPr>
            <a:cxnSpLocks/>
            <a:endCxn id="366" idx="1"/>
          </p:cNvCxnSpPr>
          <p:nvPr/>
        </p:nvCxnSpPr>
        <p:spPr>
          <a:xfrm rot="16200000" flipH="1">
            <a:off x="1241145" y="7908203"/>
            <a:ext cx="850996" cy="363326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2" name="Elbow Connector 371">
            <a:extLst>
              <a:ext uri="{FF2B5EF4-FFF2-40B4-BE49-F238E27FC236}">
                <a16:creationId xmlns:a16="http://schemas.microsoft.com/office/drawing/2014/main" id="{2FDD5A8E-BD75-B33F-03DA-52F3AC4F07A6}"/>
              </a:ext>
            </a:extLst>
          </p:cNvPr>
          <p:cNvCxnSpPr>
            <a:cxnSpLocks/>
            <a:endCxn id="367" idx="1"/>
          </p:cNvCxnSpPr>
          <p:nvPr/>
        </p:nvCxnSpPr>
        <p:spPr>
          <a:xfrm rot="16200000" flipH="1">
            <a:off x="991124" y="8083680"/>
            <a:ext cx="1276498" cy="437866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3" name="Elbow Connector 372">
            <a:extLst>
              <a:ext uri="{FF2B5EF4-FFF2-40B4-BE49-F238E27FC236}">
                <a16:creationId xmlns:a16="http://schemas.microsoft.com/office/drawing/2014/main" id="{F07DD8A2-E16D-0ED8-728B-93B94FCC0B92}"/>
              </a:ext>
            </a:extLst>
          </p:cNvPr>
          <p:cNvCxnSpPr>
            <a:cxnSpLocks/>
            <a:endCxn id="368" idx="1"/>
          </p:cNvCxnSpPr>
          <p:nvPr/>
        </p:nvCxnSpPr>
        <p:spPr>
          <a:xfrm rot="16200000" flipH="1">
            <a:off x="742849" y="8260903"/>
            <a:ext cx="1701996" cy="508918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4" name="TextBox 373">
            <a:extLst>
              <a:ext uri="{FF2B5EF4-FFF2-40B4-BE49-F238E27FC236}">
                <a16:creationId xmlns:a16="http://schemas.microsoft.com/office/drawing/2014/main" id="{E88397AF-A6E0-F620-3C58-1B8BB834CFB4}"/>
              </a:ext>
            </a:extLst>
          </p:cNvPr>
          <p:cNvSpPr txBox="1"/>
          <p:nvPr/>
        </p:nvSpPr>
        <p:spPr>
          <a:xfrm>
            <a:off x="1511793" y="8288744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x3</a:t>
            </a: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442492E5-FBEA-B949-C6BA-B1551A1A4029}"/>
              </a:ext>
            </a:extLst>
          </p:cNvPr>
          <p:cNvSpPr txBox="1"/>
          <p:nvPr/>
        </p:nvSpPr>
        <p:spPr>
          <a:xfrm>
            <a:off x="1511792" y="8712923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x4</a:t>
            </a: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03124403-64AD-C318-6156-D582D984D95E}"/>
              </a:ext>
            </a:extLst>
          </p:cNvPr>
          <p:cNvSpPr txBox="1"/>
          <p:nvPr/>
        </p:nvSpPr>
        <p:spPr>
          <a:xfrm>
            <a:off x="1497005" y="9138050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x5</a:t>
            </a:r>
          </a:p>
        </p:txBody>
      </p:sp>
      <p:cxnSp>
        <p:nvCxnSpPr>
          <p:cNvPr id="377" name="Straight Connector 376">
            <a:extLst>
              <a:ext uri="{FF2B5EF4-FFF2-40B4-BE49-F238E27FC236}">
                <a16:creationId xmlns:a16="http://schemas.microsoft.com/office/drawing/2014/main" id="{9A6A96E1-9830-044D-EB63-47C20C3D4DBE}"/>
              </a:ext>
            </a:extLst>
          </p:cNvPr>
          <p:cNvCxnSpPr>
            <a:cxnSpLocks/>
          </p:cNvCxnSpPr>
          <p:nvPr/>
        </p:nvCxnSpPr>
        <p:spPr>
          <a:xfrm>
            <a:off x="1330008" y="7664363"/>
            <a:ext cx="254357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D3B713BE-AD85-40B0-4FE5-5C4E0FC5929A}"/>
              </a:ext>
            </a:extLst>
          </p:cNvPr>
          <p:cNvSpPr txBox="1"/>
          <p:nvPr/>
        </p:nvSpPr>
        <p:spPr>
          <a:xfrm>
            <a:off x="2705317" y="747969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7B1D8E2C-30D2-96F0-DA9E-AB32DF442EB1}"/>
              </a:ext>
            </a:extLst>
          </p:cNvPr>
          <p:cNvSpPr txBox="1"/>
          <p:nvPr/>
        </p:nvSpPr>
        <p:spPr>
          <a:xfrm>
            <a:off x="2948400" y="7290000"/>
            <a:ext cx="19375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W7.R2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W8.R2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W9.R2</a:t>
            </a:r>
            <a:endParaRPr lang="en-US" sz="1000" noProof="0" dirty="0"/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A0E60E46-FB2F-B675-6C15-25171B4AD6E7}"/>
              </a:ext>
            </a:extLst>
          </p:cNvPr>
          <p:cNvSpPr/>
          <p:nvPr/>
        </p:nvSpPr>
        <p:spPr>
          <a:xfrm>
            <a:off x="3481301" y="7491003"/>
            <a:ext cx="864539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7577C829-0B44-7A94-AE1B-9506B37E0A73}"/>
              </a:ext>
            </a:extLst>
          </p:cNvPr>
          <p:cNvSpPr/>
          <p:nvPr/>
        </p:nvSpPr>
        <p:spPr>
          <a:xfrm>
            <a:off x="3481301" y="7916501"/>
            <a:ext cx="87164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156D1F46-675E-05E7-4A98-FFB9935913AD}"/>
              </a:ext>
            </a:extLst>
          </p:cNvPr>
          <p:cNvSpPr/>
          <p:nvPr/>
        </p:nvSpPr>
        <p:spPr>
          <a:xfrm>
            <a:off x="3481299" y="8341999"/>
            <a:ext cx="871649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9154664C-00B4-7681-EA21-57ACE85B655F}"/>
              </a:ext>
            </a:extLst>
          </p:cNvPr>
          <p:cNvSpPr/>
          <p:nvPr/>
        </p:nvSpPr>
        <p:spPr>
          <a:xfrm>
            <a:off x="3481299" y="8767497"/>
            <a:ext cx="871650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0DE64335-0BB6-8BE2-0D48-6B3B5615EC8E}"/>
              </a:ext>
            </a:extLst>
          </p:cNvPr>
          <p:cNvSpPr/>
          <p:nvPr/>
        </p:nvSpPr>
        <p:spPr>
          <a:xfrm>
            <a:off x="3481299" y="9192995"/>
            <a:ext cx="871650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85" name="Elbow Connector 384">
            <a:extLst>
              <a:ext uri="{FF2B5EF4-FFF2-40B4-BE49-F238E27FC236}">
                <a16:creationId xmlns:a16="http://schemas.microsoft.com/office/drawing/2014/main" id="{2656734B-FFC4-5CE9-BFBF-C7FB3111B545}"/>
              </a:ext>
            </a:extLst>
          </p:cNvPr>
          <p:cNvCxnSpPr>
            <a:cxnSpLocks/>
            <a:stCxn id="380" idx="1"/>
            <a:endCxn id="381" idx="1"/>
          </p:cNvCxnSpPr>
          <p:nvPr/>
        </p:nvCxnSpPr>
        <p:spPr>
          <a:xfrm rot="10800000" flipV="1">
            <a:off x="3481301" y="7670625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6" name="TextBox 385">
            <a:extLst>
              <a:ext uri="{FF2B5EF4-FFF2-40B4-BE49-F238E27FC236}">
                <a16:creationId xmlns:a16="http://schemas.microsoft.com/office/drawing/2014/main" id="{C750C1B1-31DB-774B-169E-1BE0C4291FAA}"/>
              </a:ext>
            </a:extLst>
          </p:cNvPr>
          <p:cNvSpPr txBox="1">
            <a:spLocks/>
          </p:cNvSpPr>
          <p:nvPr/>
        </p:nvSpPr>
        <p:spPr>
          <a:xfrm>
            <a:off x="3159576" y="7861548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x4</a:t>
            </a:r>
          </a:p>
        </p:txBody>
      </p:sp>
      <p:cxnSp>
        <p:nvCxnSpPr>
          <p:cNvPr id="387" name="Elbow Connector 386">
            <a:extLst>
              <a:ext uri="{FF2B5EF4-FFF2-40B4-BE49-F238E27FC236}">
                <a16:creationId xmlns:a16="http://schemas.microsoft.com/office/drawing/2014/main" id="{37C8B93E-E3F5-9A38-B923-34A8E597F477}"/>
              </a:ext>
            </a:extLst>
          </p:cNvPr>
          <p:cNvCxnSpPr>
            <a:cxnSpLocks/>
            <a:endCxn id="382" idx="1"/>
          </p:cNvCxnSpPr>
          <p:nvPr/>
        </p:nvCxnSpPr>
        <p:spPr>
          <a:xfrm rot="16200000" flipH="1">
            <a:off x="2874138" y="7914460"/>
            <a:ext cx="850996" cy="363326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8" name="Elbow Connector 387">
            <a:extLst>
              <a:ext uri="{FF2B5EF4-FFF2-40B4-BE49-F238E27FC236}">
                <a16:creationId xmlns:a16="http://schemas.microsoft.com/office/drawing/2014/main" id="{6B4DFE0E-D9F5-131D-6287-9EDF0C59BF9D}"/>
              </a:ext>
            </a:extLst>
          </p:cNvPr>
          <p:cNvCxnSpPr>
            <a:cxnSpLocks/>
            <a:endCxn id="383" idx="1"/>
          </p:cNvCxnSpPr>
          <p:nvPr/>
        </p:nvCxnSpPr>
        <p:spPr>
          <a:xfrm rot="16200000" flipH="1">
            <a:off x="2624117" y="8089937"/>
            <a:ext cx="1276498" cy="437866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9" name="Elbow Connector 388">
            <a:extLst>
              <a:ext uri="{FF2B5EF4-FFF2-40B4-BE49-F238E27FC236}">
                <a16:creationId xmlns:a16="http://schemas.microsoft.com/office/drawing/2014/main" id="{F2F03BC3-7526-0330-EEFA-8F3F38D41A5C}"/>
              </a:ext>
            </a:extLst>
          </p:cNvPr>
          <p:cNvCxnSpPr>
            <a:cxnSpLocks/>
            <a:endCxn id="384" idx="1"/>
          </p:cNvCxnSpPr>
          <p:nvPr/>
        </p:nvCxnSpPr>
        <p:spPr>
          <a:xfrm rot="16200000" flipH="1">
            <a:off x="2375842" y="8267160"/>
            <a:ext cx="1701996" cy="508918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0" name="TextBox 389">
            <a:extLst>
              <a:ext uri="{FF2B5EF4-FFF2-40B4-BE49-F238E27FC236}">
                <a16:creationId xmlns:a16="http://schemas.microsoft.com/office/drawing/2014/main" id="{139A6212-0F52-0654-2BB3-CF03898B90A9}"/>
              </a:ext>
            </a:extLst>
          </p:cNvPr>
          <p:cNvSpPr txBox="1"/>
          <p:nvPr/>
        </p:nvSpPr>
        <p:spPr>
          <a:xfrm>
            <a:off x="3144786" y="8295001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x9</a:t>
            </a: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4F29D4EC-C4D9-68D1-C58D-A055AF97A167}"/>
              </a:ext>
            </a:extLst>
          </p:cNvPr>
          <p:cNvSpPr txBox="1"/>
          <p:nvPr/>
        </p:nvSpPr>
        <p:spPr>
          <a:xfrm>
            <a:off x="3110320" y="8719180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x16</a:t>
            </a: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72FB3210-5AA1-83A3-15DA-308998B65E9F}"/>
              </a:ext>
            </a:extLst>
          </p:cNvPr>
          <p:cNvSpPr txBox="1"/>
          <p:nvPr/>
        </p:nvSpPr>
        <p:spPr>
          <a:xfrm>
            <a:off x="3095533" y="9144307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x25</a:t>
            </a:r>
          </a:p>
        </p:txBody>
      </p:sp>
      <p:cxnSp>
        <p:nvCxnSpPr>
          <p:cNvPr id="393" name="Straight Connector 392">
            <a:extLst>
              <a:ext uri="{FF2B5EF4-FFF2-40B4-BE49-F238E27FC236}">
                <a16:creationId xmlns:a16="http://schemas.microsoft.com/office/drawing/2014/main" id="{BACBDF31-7A52-7B9E-60EE-824C5553C58D}"/>
              </a:ext>
            </a:extLst>
          </p:cNvPr>
          <p:cNvCxnSpPr>
            <a:cxnSpLocks/>
          </p:cNvCxnSpPr>
          <p:nvPr/>
        </p:nvCxnSpPr>
        <p:spPr>
          <a:xfrm>
            <a:off x="2963001" y="7670620"/>
            <a:ext cx="254357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4" name="TextBox 393">
            <a:extLst>
              <a:ext uri="{FF2B5EF4-FFF2-40B4-BE49-F238E27FC236}">
                <a16:creationId xmlns:a16="http://schemas.microsoft.com/office/drawing/2014/main" id="{F80E1085-C32C-1BAA-B144-7DC8D4C04C84}"/>
              </a:ext>
            </a:extLst>
          </p:cNvPr>
          <p:cNvSpPr txBox="1"/>
          <p:nvPr/>
        </p:nvSpPr>
        <p:spPr>
          <a:xfrm>
            <a:off x="2708537" y="790710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5" name="TextBox 394">
            <a:extLst>
              <a:ext uri="{FF2B5EF4-FFF2-40B4-BE49-F238E27FC236}">
                <a16:creationId xmlns:a16="http://schemas.microsoft.com/office/drawing/2014/main" id="{6DDD8B72-D558-6B94-3513-01B486C94AB5}"/>
              </a:ext>
            </a:extLst>
          </p:cNvPr>
          <p:cNvSpPr txBox="1"/>
          <p:nvPr/>
        </p:nvSpPr>
        <p:spPr>
          <a:xfrm>
            <a:off x="2708537" y="8327511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8FD7DD8F-F907-0BE5-64BD-52C3E71BC6B4}"/>
              </a:ext>
            </a:extLst>
          </p:cNvPr>
          <p:cNvSpPr txBox="1"/>
          <p:nvPr/>
        </p:nvSpPr>
        <p:spPr>
          <a:xfrm>
            <a:off x="2708537" y="875924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7" name="TextBox 396">
            <a:extLst>
              <a:ext uri="{FF2B5EF4-FFF2-40B4-BE49-F238E27FC236}">
                <a16:creationId xmlns:a16="http://schemas.microsoft.com/office/drawing/2014/main" id="{CD357D82-4758-24A2-CAD6-D18CE8CF162C}"/>
              </a:ext>
            </a:extLst>
          </p:cNvPr>
          <p:cNvSpPr txBox="1"/>
          <p:nvPr/>
        </p:nvSpPr>
        <p:spPr>
          <a:xfrm>
            <a:off x="2708537" y="918241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7A26B3B5-4609-AD14-6E88-25069151DE9A}"/>
              </a:ext>
            </a:extLst>
          </p:cNvPr>
          <p:cNvSpPr txBox="1"/>
          <p:nvPr/>
        </p:nvSpPr>
        <p:spPr>
          <a:xfrm>
            <a:off x="1074067" y="747969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3675884A-97E3-73C8-A1DB-010796F547C7}"/>
              </a:ext>
            </a:extLst>
          </p:cNvPr>
          <p:cNvSpPr txBox="1"/>
          <p:nvPr/>
        </p:nvSpPr>
        <p:spPr>
          <a:xfrm>
            <a:off x="1077287" y="790710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3DD64A71-5982-3F67-20E4-1392D9C3DB79}"/>
              </a:ext>
            </a:extLst>
          </p:cNvPr>
          <p:cNvSpPr txBox="1"/>
          <p:nvPr/>
        </p:nvSpPr>
        <p:spPr>
          <a:xfrm>
            <a:off x="1077287" y="8327511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5B060534-9D9C-7BB5-43CA-C78F0DE09897}"/>
              </a:ext>
            </a:extLst>
          </p:cNvPr>
          <p:cNvSpPr txBox="1"/>
          <p:nvPr/>
        </p:nvSpPr>
        <p:spPr>
          <a:xfrm>
            <a:off x="1077287" y="875924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3FBD1E96-1E03-E82B-7C7A-CA7400EEC0F9}"/>
              </a:ext>
            </a:extLst>
          </p:cNvPr>
          <p:cNvSpPr txBox="1"/>
          <p:nvPr/>
        </p:nvSpPr>
        <p:spPr>
          <a:xfrm>
            <a:off x="1077287" y="918241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B2B9DA2B-AF46-3A33-9929-CC3AAB3FC818}"/>
              </a:ext>
            </a:extLst>
          </p:cNvPr>
          <p:cNvSpPr txBox="1"/>
          <p:nvPr/>
        </p:nvSpPr>
        <p:spPr>
          <a:xfrm>
            <a:off x="4331312" y="7541252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8E5E1A7E-7EB5-5D5E-D44B-E453233DF2DA}"/>
              </a:ext>
            </a:extLst>
          </p:cNvPr>
          <p:cNvSpPr txBox="1"/>
          <p:nvPr/>
        </p:nvSpPr>
        <p:spPr>
          <a:xfrm>
            <a:off x="5870634" y="7440406"/>
            <a:ext cx="62220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W7.S1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W8.S1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W9.S1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7673E26F-8B50-563C-3A5A-7EA5B45C761B}"/>
              </a:ext>
            </a:extLst>
          </p:cNvPr>
          <p:cNvSpPr/>
          <p:nvPr/>
        </p:nvSpPr>
        <p:spPr>
          <a:xfrm>
            <a:off x="4800676" y="7495292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5655D3A3-5663-9436-DF3E-EEEFBD3593B9}"/>
              </a:ext>
            </a:extLst>
          </p:cNvPr>
          <p:cNvSpPr/>
          <p:nvPr/>
        </p:nvSpPr>
        <p:spPr>
          <a:xfrm>
            <a:off x="4800676" y="7920790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2AAFF0C3-947E-091D-BC5B-1426A0A476FA}"/>
              </a:ext>
            </a:extLst>
          </p:cNvPr>
          <p:cNvSpPr/>
          <p:nvPr/>
        </p:nvSpPr>
        <p:spPr>
          <a:xfrm>
            <a:off x="4800675" y="8346288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55BA792B-FFCF-B586-1C42-1A6F32F343C0}"/>
              </a:ext>
            </a:extLst>
          </p:cNvPr>
          <p:cNvSpPr/>
          <p:nvPr/>
        </p:nvSpPr>
        <p:spPr>
          <a:xfrm>
            <a:off x="4800674" y="8771786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C066EFB2-79F0-535D-4E58-9DA3F3D6AE2E}"/>
              </a:ext>
            </a:extLst>
          </p:cNvPr>
          <p:cNvSpPr/>
          <p:nvPr/>
        </p:nvSpPr>
        <p:spPr>
          <a:xfrm>
            <a:off x="4800674" y="9197284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4821EFDC-2A30-1114-63F4-4804F2F266F5}"/>
              </a:ext>
            </a:extLst>
          </p:cNvPr>
          <p:cNvSpPr txBox="1"/>
          <p:nvPr/>
        </p:nvSpPr>
        <p:spPr>
          <a:xfrm>
            <a:off x="4335545" y="7968657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6858A913-009A-1AB0-E3F4-76723AADCE4A}"/>
              </a:ext>
            </a:extLst>
          </p:cNvPr>
          <p:cNvSpPr txBox="1"/>
          <p:nvPr/>
        </p:nvSpPr>
        <p:spPr>
          <a:xfrm>
            <a:off x="4336004" y="8377636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FB7EB238-A662-114B-AFD8-5F0ED8D9F074}"/>
              </a:ext>
            </a:extLst>
          </p:cNvPr>
          <p:cNvSpPr txBox="1"/>
          <p:nvPr/>
        </p:nvSpPr>
        <p:spPr>
          <a:xfrm>
            <a:off x="4336903" y="8816078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DAA4B6EE-838F-FAC4-7D08-D2499D841017}"/>
              </a:ext>
            </a:extLst>
          </p:cNvPr>
          <p:cNvSpPr txBox="1"/>
          <p:nvPr/>
        </p:nvSpPr>
        <p:spPr>
          <a:xfrm>
            <a:off x="4335256" y="9253861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CF8892D4-FF2B-4172-6C29-8D99C4C380C2}"/>
              </a:ext>
            </a:extLst>
          </p:cNvPr>
          <p:cNvSpPr/>
          <p:nvPr/>
        </p:nvSpPr>
        <p:spPr>
          <a:xfrm>
            <a:off x="356339" y="2928852"/>
            <a:ext cx="722557" cy="359243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5346CD05-9DC3-6E7D-0026-F1EB44168CB0}"/>
              </a:ext>
            </a:extLst>
          </p:cNvPr>
          <p:cNvSpPr/>
          <p:nvPr/>
        </p:nvSpPr>
        <p:spPr>
          <a:xfrm>
            <a:off x="356339" y="3354350"/>
            <a:ext cx="72255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2" name="Rectangle 541">
            <a:extLst>
              <a:ext uri="{FF2B5EF4-FFF2-40B4-BE49-F238E27FC236}">
                <a16:creationId xmlns:a16="http://schemas.microsoft.com/office/drawing/2014/main" id="{9FDDA30E-6868-5A01-8F73-7752C8C36A68}"/>
              </a:ext>
            </a:extLst>
          </p:cNvPr>
          <p:cNvSpPr/>
          <p:nvPr/>
        </p:nvSpPr>
        <p:spPr>
          <a:xfrm>
            <a:off x="356338" y="3779848"/>
            <a:ext cx="72255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3" name="Rectangle 542">
            <a:extLst>
              <a:ext uri="{FF2B5EF4-FFF2-40B4-BE49-F238E27FC236}">
                <a16:creationId xmlns:a16="http://schemas.microsoft.com/office/drawing/2014/main" id="{3C440FE3-2523-18D3-E4C8-E9306BE2E3FE}"/>
              </a:ext>
            </a:extLst>
          </p:cNvPr>
          <p:cNvSpPr/>
          <p:nvPr/>
        </p:nvSpPr>
        <p:spPr>
          <a:xfrm>
            <a:off x="356337" y="4205346"/>
            <a:ext cx="72255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4" name="Rectangle 543">
            <a:extLst>
              <a:ext uri="{FF2B5EF4-FFF2-40B4-BE49-F238E27FC236}">
                <a16:creationId xmlns:a16="http://schemas.microsoft.com/office/drawing/2014/main" id="{EEFA6783-4E57-75A6-F4ED-11C029AEDC1C}"/>
              </a:ext>
            </a:extLst>
          </p:cNvPr>
          <p:cNvSpPr/>
          <p:nvPr/>
        </p:nvSpPr>
        <p:spPr>
          <a:xfrm>
            <a:off x="356337" y="4630844"/>
            <a:ext cx="72255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5" name="TextBox 544">
            <a:extLst>
              <a:ext uri="{FF2B5EF4-FFF2-40B4-BE49-F238E27FC236}">
                <a16:creationId xmlns:a16="http://schemas.microsoft.com/office/drawing/2014/main" id="{C6B340D5-402D-5613-C0E1-5530791A7965}"/>
              </a:ext>
            </a:extLst>
          </p:cNvPr>
          <p:cNvSpPr txBox="1"/>
          <p:nvPr/>
        </p:nvSpPr>
        <p:spPr>
          <a:xfrm>
            <a:off x="321413" y="2732730"/>
            <a:ext cx="787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4"/>
                </a:solidFill>
              </a:rPr>
              <a:t>W8</a:t>
            </a:r>
          </a:p>
        </p:txBody>
      </p:sp>
      <p:sp>
        <p:nvSpPr>
          <p:cNvPr id="546" name="TextBox 545">
            <a:extLst>
              <a:ext uri="{FF2B5EF4-FFF2-40B4-BE49-F238E27FC236}">
                <a16:creationId xmlns:a16="http://schemas.microsoft.com/office/drawing/2014/main" id="{DABC3C28-8F56-4CC3-F28E-95233A258EDC}"/>
              </a:ext>
            </a:extLst>
          </p:cNvPr>
          <p:cNvSpPr txBox="1"/>
          <p:nvPr/>
        </p:nvSpPr>
        <p:spPr>
          <a:xfrm>
            <a:off x="1747401" y="2732723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4"/>
                </a:solidFill>
              </a:rPr>
              <a:t>W8.R1</a:t>
            </a: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7D367A97-EF5A-C2BB-5A2B-7E58F53BCDE1}"/>
              </a:ext>
            </a:extLst>
          </p:cNvPr>
          <p:cNvSpPr/>
          <p:nvPr/>
        </p:nvSpPr>
        <p:spPr>
          <a:xfrm>
            <a:off x="1848306" y="2928852"/>
            <a:ext cx="864539" cy="359243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11760054-108C-B8D4-1151-2F400C1970A5}"/>
              </a:ext>
            </a:extLst>
          </p:cNvPr>
          <p:cNvSpPr/>
          <p:nvPr/>
        </p:nvSpPr>
        <p:spPr>
          <a:xfrm>
            <a:off x="1848306" y="3354350"/>
            <a:ext cx="87164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4CBCDB63-121C-6124-572D-8FCC797EA90C}"/>
              </a:ext>
            </a:extLst>
          </p:cNvPr>
          <p:cNvSpPr/>
          <p:nvPr/>
        </p:nvSpPr>
        <p:spPr>
          <a:xfrm>
            <a:off x="1848304" y="3779848"/>
            <a:ext cx="871649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380362B5-AF76-6BE3-D6EC-56D0E1956A51}"/>
              </a:ext>
            </a:extLst>
          </p:cNvPr>
          <p:cNvSpPr/>
          <p:nvPr/>
        </p:nvSpPr>
        <p:spPr>
          <a:xfrm>
            <a:off x="1848304" y="4205346"/>
            <a:ext cx="871650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88F794CE-3D3D-6BF0-F9D1-192F00579809}"/>
              </a:ext>
            </a:extLst>
          </p:cNvPr>
          <p:cNvSpPr/>
          <p:nvPr/>
        </p:nvSpPr>
        <p:spPr>
          <a:xfrm>
            <a:off x="1848304" y="4630844"/>
            <a:ext cx="871650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552" name="Elbow Connector 551">
            <a:extLst>
              <a:ext uri="{FF2B5EF4-FFF2-40B4-BE49-F238E27FC236}">
                <a16:creationId xmlns:a16="http://schemas.microsoft.com/office/drawing/2014/main" id="{638D83E1-3060-9147-8377-ED643B11D08F}"/>
              </a:ext>
            </a:extLst>
          </p:cNvPr>
          <p:cNvCxnSpPr>
            <a:cxnSpLocks/>
            <a:stCxn id="547" idx="1"/>
            <a:endCxn id="548" idx="1"/>
          </p:cNvCxnSpPr>
          <p:nvPr/>
        </p:nvCxnSpPr>
        <p:spPr>
          <a:xfrm rot="10800000" flipV="1">
            <a:off x="1848306" y="3108474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53" name="TextBox 552">
            <a:extLst>
              <a:ext uri="{FF2B5EF4-FFF2-40B4-BE49-F238E27FC236}">
                <a16:creationId xmlns:a16="http://schemas.microsoft.com/office/drawing/2014/main" id="{C7DA5B8E-5DE4-8F81-7ACB-43C254CB85E4}"/>
              </a:ext>
            </a:extLst>
          </p:cNvPr>
          <p:cNvSpPr txBox="1">
            <a:spLocks/>
          </p:cNvSpPr>
          <p:nvPr/>
        </p:nvSpPr>
        <p:spPr>
          <a:xfrm>
            <a:off x="1526581" y="329939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x2</a:t>
            </a:r>
          </a:p>
        </p:txBody>
      </p:sp>
      <p:cxnSp>
        <p:nvCxnSpPr>
          <p:cNvPr id="554" name="Elbow Connector 553">
            <a:extLst>
              <a:ext uri="{FF2B5EF4-FFF2-40B4-BE49-F238E27FC236}">
                <a16:creationId xmlns:a16="http://schemas.microsoft.com/office/drawing/2014/main" id="{13C473CB-53E0-9E33-CD01-BC2BBF085E92}"/>
              </a:ext>
            </a:extLst>
          </p:cNvPr>
          <p:cNvCxnSpPr>
            <a:cxnSpLocks/>
            <a:endCxn id="549" idx="1"/>
          </p:cNvCxnSpPr>
          <p:nvPr/>
        </p:nvCxnSpPr>
        <p:spPr>
          <a:xfrm rot="16200000" flipH="1">
            <a:off x="1241143" y="3352309"/>
            <a:ext cx="850996" cy="363326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55" name="Elbow Connector 554">
            <a:extLst>
              <a:ext uri="{FF2B5EF4-FFF2-40B4-BE49-F238E27FC236}">
                <a16:creationId xmlns:a16="http://schemas.microsoft.com/office/drawing/2014/main" id="{F045EFBE-06E8-29F8-F0E0-FEA925702644}"/>
              </a:ext>
            </a:extLst>
          </p:cNvPr>
          <p:cNvCxnSpPr>
            <a:cxnSpLocks/>
            <a:endCxn id="550" idx="1"/>
          </p:cNvCxnSpPr>
          <p:nvPr/>
        </p:nvCxnSpPr>
        <p:spPr>
          <a:xfrm rot="16200000" flipH="1">
            <a:off x="991122" y="3527786"/>
            <a:ext cx="1276498" cy="437866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56" name="Elbow Connector 555">
            <a:extLst>
              <a:ext uri="{FF2B5EF4-FFF2-40B4-BE49-F238E27FC236}">
                <a16:creationId xmlns:a16="http://schemas.microsoft.com/office/drawing/2014/main" id="{BBE1F8CA-FBB7-AE55-CF8A-3983450E84F4}"/>
              </a:ext>
            </a:extLst>
          </p:cNvPr>
          <p:cNvCxnSpPr>
            <a:cxnSpLocks/>
            <a:endCxn id="551" idx="1"/>
          </p:cNvCxnSpPr>
          <p:nvPr/>
        </p:nvCxnSpPr>
        <p:spPr>
          <a:xfrm rot="16200000" flipH="1">
            <a:off x="742847" y="3705009"/>
            <a:ext cx="1701996" cy="508918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57" name="TextBox 556">
            <a:extLst>
              <a:ext uri="{FF2B5EF4-FFF2-40B4-BE49-F238E27FC236}">
                <a16:creationId xmlns:a16="http://schemas.microsoft.com/office/drawing/2014/main" id="{6C899E6C-56DD-705B-FA99-08A2C34B32B9}"/>
              </a:ext>
            </a:extLst>
          </p:cNvPr>
          <p:cNvSpPr txBox="1"/>
          <p:nvPr/>
        </p:nvSpPr>
        <p:spPr>
          <a:xfrm>
            <a:off x="1511791" y="3732850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x3</a:t>
            </a:r>
          </a:p>
        </p:txBody>
      </p:sp>
      <p:sp>
        <p:nvSpPr>
          <p:cNvPr id="558" name="TextBox 557">
            <a:extLst>
              <a:ext uri="{FF2B5EF4-FFF2-40B4-BE49-F238E27FC236}">
                <a16:creationId xmlns:a16="http://schemas.microsoft.com/office/drawing/2014/main" id="{887D3050-16A9-ADE5-5EBE-BDDA44A256BE}"/>
              </a:ext>
            </a:extLst>
          </p:cNvPr>
          <p:cNvSpPr txBox="1"/>
          <p:nvPr/>
        </p:nvSpPr>
        <p:spPr>
          <a:xfrm>
            <a:off x="1511790" y="4157029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x4</a:t>
            </a:r>
          </a:p>
        </p:txBody>
      </p:sp>
      <p:sp>
        <p:nvSpPr>
          <p:cNvPr id="559" name="TextBox 558">
            <a:extLst>
              <a:ext uri="{FF2B5EF4-FFF2-40B4-BE49-F238E27FC236}">
                <a16:creationId xmlns:a16="http://schemas.microsoft.com/office/drawing/2014/main" id="{CF803C55-F7DA-A66C-317A-4739DF2CC187}"/>
              </a:ext>
            </a:extLst>
          </p:cNvPr>
          <p:cNvSpPr txBox="1"/>
          <p:nvPr/>
        </p:nvSpPr>
        <p:spPr>
          <a:xfrm>
            <a:off x="1497003" y="4582156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x5</a:t>
            </a:r>
          </a:p>
        </p:txBody>
      </p:sp>
      <p:cxnSp>
        <p:nvCxnSpPr>
          <p:cNvPr id="560" name="Straight Connector 559">
            <a:extLst>
              <a:ext uri="{FF2B5EF4-FFF2-40B4-BE49-F238E27FC236}">
                <a16:creationId xmlns:a16="http://schemas.microsoft.com/office/drawing/2014/main" id="{4C7D39AF-BEC2-673E-0CC7-0B0913B1C88D}"/>
              </a:ext>
            </a:extLst>
          </p:cNvPr>
          <p:cNvCxnSpPr>
            <a:cxnSpLocks/>
          </p:cNvCxnSpPr>
          <p:nvPr/>
        </p:nvCxnSpPr>
        <p:spPr>
          <a:xfrm>
            <a:off x="1330006" y="3108469"/>
            <a:ext cx="254357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61" name="TextBox 560">
            <a:extLst>
              <a:ext uri="{FF2B5EF4-FFF2-40B4-BE49-F238E27FC236}">
                <a16:creationId xmlns:a16="http://schemas.microsoft.com/office/drawing/2014/main" id="{D0A5B062-1F48-674C-4544-C98AA0E82293}"/>
              </a:ext>
            </a:extLst>
          </p:cNvPr>
          <p:cNvSpPr txBox="1"/>
          <p:nvPr/>
        </p:nvSpPr>
        <p:spPr>
          <a:xfrm>
            <a:off x="2705315" y="2923803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62" name="TextBox 561">
            <a:extLst>
              <a:ext uri="{FF2B5EF4-FFF2-40B4-BE49-F238E27FC236}">
                <a16:creationId xmlns:a16="http://schemas.microsoft.com/office/drawing/2014/main" id="{2390306B-65B8-D54C-18AA-877BD1EE2DCD}"/>
              </a:ext>
            </a:extLst>
          </p:cNvPr>
          <p:cNvSpPr txBox="1"/>
          <p:nvPr/>
        </p:nvSpPr>
        <p:spPr>
          <a:xfrm>
            <a:off x="3391631" y="2732721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4"/>
                </a:solidFill>
              </a:rPr>
              <a:t>W8.R2</a:t>
            </a:r>
          </a:p>
        </p:txBody>
      </p:sp>
      <p:sp>
        <p:nvSpPr>
          <p:cNvPr id="563" name="Rectangle 562">
            <a:extLst>
              <a:ext uri="{FF2B5EF4-FFF2-40B4-BE49-F238E27FC236}">
                <a16:creationId xmlns:a16="http://schemas.microsoft.com/office/drawing/2014/main" id="{869E1654-DBB9-8690-9FCA-6352EC858F9F}"/>
              </a:ext>
            </a:extLst>
          </p:cNvPr>
          <p:cNvSpPr/>
          <p:nvPr/>
        </p:nvSpPr>
        <p:spPr>
          <a:xfrm>
            <a:off x="3481299" y="2935109"/>
            <a:ext cx="864539" cy="359243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4" name="Rectangle 563">
            <a:extLst>
              <a:ext uri="{FF2B5EF4-FFF2-40B4-BE49-F238E27FC236}">
                <a16:creationId xmlns:a16="http://schemas.microsoft.com/office/drawing/2014/main" id="{BD60CAD3-CA76-95D2-2DDF-E1252CA644A8}"/>
              </a:ext>
            </a:extLst>
          </p:cNvPr>
          <p:cNvSpPr/>
          <p:nvPr/>
        </p:nvSpPr>
        <p:spPr>
          <a:xfrm>
            <a:off x="3481299" y="3360607"/>
            <a:ext cx="87164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5" name="Rectangle 564">
            <a:extLst>
              <a:ext uri="{FF2B5EF4-FFF2-40B4-BE49-F238E27FC236}">
                <a16:creationId xmlns:a16="http://schemas.microsoft.com/office/drawing/2014/main" id="{E91179D2-0393-8E26-4CFF-843DDC5589BB}"/>
              </a:ext>
            </a:extLst>
          </p:cNvPr>
          <p:cNvSpPr/>
          <p:nvPr/>
        </p:nvSpPr>
        <p:spPr>
          <a:xfrm>
            <a:off x="3481297" y="3786105"/>
            <a:ext cx="871649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6" name="Rectangle 565">
            <a:extLst>
              <a:ext uri="{FF2B5EF4-FFF2-40B4-BE49-F238E27FC236}">
                <a16:creationId xmlns:a16="http://schemas.microsoft.com/office/drawing/2014/main" id="{1B21B7FF-0FD2-0D76-5835-A9E65FE6C7B4}"/>
              </a:ext>
            </a:extLst>
          </p:cNvPr>
          <p:cNvSpPr/>
          <p:nvPr/>
        </p:nvSpPr>
        <p:spPr>
          <a:xfrm>
            <a:off x="3481297" y="4211603"/>
            <a:ext cx="871650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7" name="Rectangle 566">
            <a:extLst>
              <a:ext uri="{FF2B5EF4-FFF2-40B4-BE49-F238E27FC236}">
                <a16:creationId xmlns:a16="http://schemas.microsoft.com/office/drawing/2014/main" id="{92FD25DA-C9CF-AB4F-5684-279E88215DB3}"/>
              </a:ext>
            </a:extLst>
          </p:cNvPr>
          <p:cNvSpPr/>
          <p:nvPr/>
        </p:nvSpPr>
        <p:spPr>
          <a:xfrm>
            <a:off x="3481297" y="4637101"/>
            <a:ext cx="871650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568" name="Elbow Connector 567">
            <a:extLst>
              <a:ext uri="{FF2B5EF4-FFF2-40B4-BE49-F238E27FC236}">
                <a16:creationId xmlns:a16="http://schemas.microsoft.com/office/drawing/2014/main" id="{07B3985A-1403-72C8-01FF-85746E389FB6}"/>
              </a:ext>
            </a:extLst>
          </p:cNvPr>
          <p:cNvCxnSpPr>
            <a:cxnSpLocks/>
            <a:stCxn id="563" idx="1"/>
            <a:endCxn id="564" idx="1"/>
          </p:cNvCxnSpPr>
          <p:nvPr/>
        </p:nvCxnSpPr>
        <p:spPr>
          <a:xfrm rot="10800000" flipV="1">
            <a:off x="3481299" y="3114731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52F98FD6-116A-770D-05FC-E266108D6CFD}"/>
              </a:ext>
            </a:extLst>
          </p:cNvPr>
          <p:cNvSpPr txBox="1">
            <a:spLocks/>
          </p:cNvSpPr>
          <p:nvPr/>
        </p:nvSpPr>
        <p:spPr>
          <a:xfrm>
            <a:off x="3159574" y="3305654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x4</a:t>
            </a:r>
          </a:p>
        </p:txBody>
      </p:sp>
      <p:cxnSp>
        <p:nvCxnSpPr>
          <p:cNvPr id="570" name="Elbow Connector 569">
            <a:extLst>
              <a:ext uri="{FF2B5EF4-FFF2-40B4-BE49-F238E27FC236}">
                <a16:creationId xmlns:a16="http://schemas.microsoft.com/office/drawing/2014/main" id="{02D04763-2E80-5A15-2096-F34DE8004968}"/>
              </a:ext>
            </a:extLst>
          </p:cNvPr>
          <p:cNvCxnSpPr>
            <a:cxnSpLocks/>
            <a:endCxn id="565" idx="1"/>
          </p:cNvCxnSpPr>
          <p:nvPr/>
        </p:nvCxnSpPr>
        <p:spPr>
          <a:xfrm rot="16200000" flipH="1">
            <a:off x="2874136" y="3358566"/>
            <a:ext cx="850996" cy="363326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71" name="Elbow Connector 570">
            <a:extLst>
              <a:ext uri="{FF2B5EF4-FFF2-40B4-BE49-F238E27FC236}">
                <a16:creationId xmlns:a16="http://schemas.microsoft.com/office/drawing/2014/main" id="{4327DAE3-B0C6-DE7A-90C4-0F738D9CA430}"/>
              </a:ext>
            </a:extLst>
          </p:cNvPr>
          <p:cNvCxnSpPr>
            <a:cxnSpLocks/>
            <a:endCxn id="566" idx="1"/>
          </p:cNvCxnSpPr>
          <p:nvPr/>
        </p:nvCxnSpPr>
        <p:spPr>
          <a:xfrm rot="16200000" flipH="1">
            <a:off x="2624115" y="3534043"/>
            <a:ext cx="1276498" cy="437866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72" name="Elbow Connector 571">
            <a:extLst>
              <a:ext uri="{FF2B5EF4-FFF2-40B4-BE49-F238E27FC236}">
                <a16:creationId xmlns:a16="http://schemas.microsoft.com/office/drawing/2014/main" id="{80E80D34-9E06-6EF1-0605-E4F6B22E659C}"/>
              </a:ext>
            </a:extLst>
          </p:cNvPr>
          <p:cNvCxnSpPr>
            <a:cxnSpLocks/>
            <a:endCxn id="567" idx="1"/>
          </p:cNvCxnSpPr>
          <p:nvPr/>
        </p:nvCxnSpPr>
        <p:spPr>
          <a:xfrm rot="16200000" flipH="1">
            <a:off x="2375840" y="3711266"/>
            <a:ext cx="1701996" cy="508918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73" name="TextBox 572">
            <a:extLst>
              <a:ext uri="{FF2B5EF4-FFF2-40B4-BE49-F238E27FC236}">
                <a16:creationId xmlns:a16="http://schemas.microsoft.com/office/drawing/2014/main" id="{A2AA4972-0DB3-897F-C4BC-073F0CAB8DE2}"/>
              </a:ext>
            </a:extLst>
          </p:cNvPr>
          <p:cNvSpPr txBox="1"/>
          <p:nvPr/>
        </p:nvSpPr>
        <p:spPr>
          <a:xfrm>
            <a:off x="3144784" y="373910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x9</a:t>
            </a:r>
          </a:p>
        </p:txBody>
      </p:sp>
      <p:sp>
        <p:nvSpPr>
          <p:cNvPr id="574" name="TextBox 573">
            <a:extLst>
              <a:ext uri="{FF2B5EF4-FFF2-40B4-BE49-F238E27FC236}">
                <a16:creationId xmlns:a16="http://schemas.microsoft.com/office/drawing/2014/main" id="{F2619C66-DF6E-5491-4F37-9C955CFE9268}"/>
              </a:ext>
            </a:extLst>
          </p:cNvPr>
          <p:cNvSpPr txBox="1"/>
          <p:nvPr/>
        </p:nvSpPr>
        <p:spPr>
          <a:xfrm>
            <a:off x="3110318" y="4163286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x16</a:t>
            </a:r>
          </a:p>
        </p:txBody>
      </p:sp>
      <p:sp>
        <p:nvSpPr>
          <p:cNvPr id="575" name="TextBox 574">
            <a:extLst>
              <a:ext uri="{FF2B5EF4-FFF2-40B4-BE49-F238E27FC236}">
                <a16:creationId xmlns:a16="http://schemas.microsoft.com/office/drawing/2014/main" id="{5E8B4EAB-E9FA-4F9E-DFAD-CF94D6ED4BD1}"/>
              </a:ext>
            </a:extLst>
          </p:cNvPr>
          <p:cNvSpPr txBox="1"/>
          <p:nvPr/>
        </p:nvSpPr>
        <p:spPr>
          <a:xfrm>
            <a:off x="3095531" y="4588413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x25</a:t>
            </a:r>
          </a:p>
        </p:txBody>
      </p:sp>
      <p:cxnSp>
        <p:nvCxnSpPr>
          <p:cNvPr id="576" name="Straight Connector 575">
            <a:extLst>
              <a:ext uri="{FF2B5EF4-FFF2-40B4-BE49-F238E27FC236}">
                <a16:creationId xmlns:a16="http://schemas.microsoft.com/office/drawing/2014/main" id="{24FBB3D6-45C2-FA9E-0C7E-5419B73BB658}"/>
              </a:ext>
            </a:extLst>
          </p:cNvPr>
          <p:cNvCxnSpPr>
            <a:cxnSpLocks/>
          </p:cNvCxnSpPr>
          <p:nvPr/>
        </p:nvCxnSpPr>
        <p:spPr>
          <a:xfrm>
            <a:off x="2962999" y="3114726"/>
            <a:ext cx="254357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77" name="TextBox 576">
            <a:extLst>
              <a:ext uri="{FF2B5EF4-FFF2-40B4-BE49-F238E27FC236}">
                <a16:creationId xmlns:a16="http://schemas.microsoft.com/office/drawing/2014/main" id="{69441A86-E021-A790-333A-F15930DC6163}"/>
              </a:ext>
            </a:extLst>
          </p:cNvPr>
          <p:cNvSpPr txBox="1"/>
          <p:nvPr/>
        </p:nvSpPr>
        <p:spPr>
          <a:xfrm>
            <a:off x="2708535" y="335120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78" name="TextBox 577">
            <a:extLst>
              <a:ext uri="{FF2B5EF4-FFF2-40B4-BE49-F238E27FC236}">
                <a16:creationId xmlns:a16="http://schemas.microsoft.com/office/drawing/2014/main" id="{97EE85B6-419C-D761-DEAE-E8B2E304236B}"/>
              </a:ext>
            </a:extLst>
          </p:cNvPr>
          <p:cNvSpPr txBox="1"/>
          <p:nvPr/>
        </p:nvSpPr>
        <p:spPr>
          <a:xfrm>
            <a:off x="2708535" y="377161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79" name="TextBox 578">
            <a:extLst>
              <a:ext uri="{FF2B5EF4-FFF2-40B4-BE49-F238E27FC236}">
                <a16:creationId xmlns:a16="http://schemas.microsoft.com/office/drawing/2014/main" id="{68F91933-3E48-80DF-6689-04DAF482FDF2}"/>
              </a:ext>
            </a:extLst>
          </p:cNvPr>
          <p:cNvSpPr txBox="1"/>
          <p:nvPr/>
        </p:nvSpPr>
        <p:spPr>
          <a:xfrm>
            <a:off x="2708535" y="420335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0" name="TextBox 579">
            <a:extLst>
              <a:ext uri="{FF2B5EF4-FFF2-40B4-BE49-F238E27FC236}">
                <a16:creationId xmlns:a16="http://schemas.microsoft.com/office/drawing/2014/main" id="{66383992-44FF-4336-FEE5-DBC8AC5955D9}"/>
              </a:ext>
            </a:extLst>
          </p:cNvPr>
          <p:cNvSpPr txBox="1"/>
          <p:nvPr/>
        </p:nvSpPr>
        <p:spPr>
          <a:xfrm>
            <a:off x="2708535" y="462651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1" name="TextBox 580">
            <a:extLst>
              <a:ext uri="{FF2B5EF4-FFF2-40B4-BE49-F238E27FC236}">
                <a16:creationId xmlns:a16="http://schemas.microsoft.com/office/drawing/2014/main" id="{8AA0ADA9-D847-EB09-977E-AB9B19C4DC90}"/>
              </a:ext>
            </a:extLst>
          </p:cNvPr>
          <p:cNvSpPr txBox="1"/>
          <p:nvPr/>
        </p:nvSpPr>
        <p:spPr>
          <a:xfrm>
            <a:off x="1074065" y="2923803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2" name="TextBox 581">
            <a:extLst>
              <a:ext uri="{FF2B5EF4-FFF2-40B4-BE49-F238E27FC236}">
                <a16:creationId xmlns:a16="http://schemas.microsoft.com/office/drawing/2014/main" id="{19D85DB5-EF65-BFBF-2834-F554E4318DC6}"/>
              </a:ext>
            </a:extLst>
          </p:cNvPr>
          <p:cNvSpPr txBox="1"/>
          <p:nvPr/>
        </p:nvSpPr>
        <p:spPr>
          <a:xfrm>
            <a:off x="1077285" y="335120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3" name="TextBox 582">
            <a:extLst>
              <a:ext uri="{FF2B5EF4-FFF2-40B4-BE49-F238E27FC236}">
                <a16:creationId xmlns:a16="http://schemas.microsoft.com/office/drawing/2014/main" id="{934F0D38-3F7D-F6EB-4A20-B34F66AA6AEF}"/>
              </a:ext>
            </a:extLst>
          </p:cNvPr>
          <p:cNvSpPr txBox="1"/>
          <p:nvPr/>
        </p:nvSpPr>
        <p:spPr>
          <a:xfrm>
            <a:off x="1077285" y="377161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4" name="TextBox 583">
            <a:extLst>
              <a:ext uri="{FF2B5EF4-FFF2-40B4-BE49-F238E27FC236}">
                <a16:creationId xmlns:a16="http://schemas.microsoft.com/office/drawing/2014/main" id="{B3D6EB12-E206-D7A3-DFA3-4BA029AD9D53}"/>
              </a:ext>
            </a:extLst>
          </p:cNvPr>
          <p:cNvSpPr txBox="1"/>
          <p:nvPr/>
        </p:nvSpPr>
        <p:spPr>
          <a:xfrm>
            <a:off x="1077285" y="420335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5" name="TextBox 584">
            <a:extLst>
              <a:ext uri="{FF2B5EF4-FFF2-40B4-BE49-F238E27FC236}">
                <a16:creationId xmlns:a16="http://schemas.microsoft.com/office/drawing/2014/main" id="{EFA40991-BCEE-6EC4-A694-0AF109FD7EED}"/>
              </a:ext>
            </a:extLst>
          </p:cNvPr>
          <p:cNvSpPr txBox="1"/>
          <p:nvPr/>
        </p:nvSpPr>
        <p:spPr>
          <a:xfrm>
            <a:off x="1077285" y="462651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6" name="TextBox 585">
            <a:extLst>
              <a:ext uri="{FF2B5EF4-FFF2-40B4-BE49-F238E27FC236}">
                <a16:creationId xmlns:a16="http://schemas.microsoft.com/office/drawing/2014/main" id="{E5A4120C-2A53-F059-F897-D26D612F8216}"/>
              </a:ext>
            </a:extLst>
          </p:cNvPr>
          <p:cNvSpPr txBox="1"/>
          <p:nvPr/>
        </p:nvSpPr>
        <p:spPr>
          <a:xfrm>
            <a:off x="4331310" y="2985358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87" name="TextBox 586">
            <a:extLst>
              <a:ext uri="{FF2B5EF4-FFF2-40B4-BE49-F238E27FC236}">
                <a16:creationId xmlns:a16="http://schemas.microsoft.com/office/drawing/2014/main" id="{0CF5ADE8-F820-8737-F3D4-BAD7A6A77359}"/>
              </a:ext>
            </a:extLst>
          </p:cNvPr>
          <p:cNvSpPr txBox="1"/>
          <p:nvPr/>
        </p:nvSpPr>
        <p:spPr>
          <a:xfrm>
            <a:off x="5497200" y="2995187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W8.S1</a:t>
            </a:r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ECB92905-12B8-94E9-5C08-009E8DA20067}"/>
              </a:ext>
            </a:extLst>
          </p:cNvPr>
          <p:cNvSpPr/>
          <p:nvPr/>
        </p:nvSpPr>
        <p:spPr>
          <a:xfrm>
            <a:off x="4800674" y="2939398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241D70A0-6AF3-89CB-92EE-B0924D29887E}"/>
              </a:ext>
            </a:extLst>
          </p:cNvPr>
          <p:cNvSpPr/>
          <p:nvPr/>
        </p:nvSpPr>
        <p:spPr>
          <a:xfrm>
            <a:off x="4800674" y="3364896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9E5DF7DA-6D30-8B4A-A685-0C4107DC2734}"/>
              </a:ext>
            </a:extLst>
          </p:cNvPr>
          <p:cNvSpPr/>
          <p:nvPr/>
        </p:nvSpPr>
        <p:spPr>
          <a:xfrm>
            <a:off x="4800673" y="3790394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6B1F6E26-5814-3690-728A-07F1FF94801A}"/>
              </a:ext>
            </a:extLst>
          </p:cNvPr>
          <p:cNvSpPr/>
          <p:nvPr/>
        </p:nvSpPr>
        <p:spPr>
          <a:xfrm>
            <a:off x="4800672" y="4215892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02242A0F-CEEC-54F6-04D7-7CC6210B1AA6}"/>
              </a:ext>
            </a:extLst>
          </p:cNvPr>
          <p:cNvSpPr/>
          <p:nvPr/>
        </p:nvSpPr>
        <p:spPr>
          <a:xfrm>
            <a:off x="4800672" y="4641390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3" name="TextBox 592">
            <a:extLst>
              <a:ext uri="{FF2B5EF4-FFF2-40B4-BE49-F238E27FC236}">
                <a16:creationId xmlns:a16="http://schemas.microsoft.com/office/drawing/2014/main" id="{702321B3-44F7-94E8-39BC-1E153858983E}"/>
              </a:ext>
            </a:extLst>
          </p:cNvPr>
          <p:cNvSpPr txBox="1"/>
          <p:nvPr/>
        </p:nvSpPr>
        <p:spPr>
          <a:xfrm>
            <a:off x="4335543" y="3412763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94" name="TextBox 593">
            <a:extLst>
              <a:ext uri="{FF2B5EF4-FFF2-40B4-BE49-F238E27FC236}">
                <a16:creationId xmlns:a16="http://schemas.microsoft.com/office/drawing/2014/main" id="{3C22B5A5-2180-B773-64E2-42829D8A51DC}"/>
              </a:ext>
            </a:extLst>
          </p:cNvPr>
          <p:cNvSpPr txBox="1"/>
          <p:nvPr/>
        </p:nvSpPr>
        <p:spPr>
          <a:xfrm>
            <a:off x="4336002" y="3821742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95" name="TextBox 594">
            <a:extLst>
              <a:ext uri="{FF2B5EF4-FFF2-40B4-BE49-F238E27FC236}">
                <a16:creationId xmlns:a16="http://schemas.microsoft.com/office/drawing/2014/main" id="{D558FF26-6785-535D-5B71-ADEF4422D216}"/>
              </a:ext>
            </a:extLst>
          </p:cNvPr>
          <p:cNvSpPr txBox="1"/>
          <p:nvPr/>
        </p:nvSpPr>
        <p:spPr>
          <a:xfrm>
            <a:off x="4336901" y="4260184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96" name="TextBox 595">
            <a:extLst>
              <a:ext uri="{FF2B5EF4-FFF2-40B4-BE49-F238E27FC236}">
                <a16:creationId xmlns:a16="http://schemas.microsoft.com/office/drawing/2014/main" id="{07B5481D-1CCA-D013-3D7A-BC593D57CD89}"/>
              </a:ext>
            </a:extLst>
          </p:cNvPr>
          <p:cNvSpPr txBox="1"/>
          <p:nvPr/>
        </p:nvSpPr>
        <p:spPr>
          <a:xfrm>
            <a:off x="4335254" y="4697967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97" name="TextBox 596">
            <a:extLst>
              <a:ext uri="{FF2B5EF4-FFF2-40B4-BE49-F238E27FC236}">
                <a16:creationId xmlns:a16="http://schemas.microsoft.com/office/drawing/2014/main" id="{392A94E3-596F-C917-B47A-37883CEF1E03}"/>
              </a:ext>
            </a:extLst>
          </p:cNvPr>
          <p:cNvSpPr txBox="1"/>
          <p:nvPr/>
        </p:nvSpPr>
        <p:spPr>
          <a:xfrm>
            <a:off x="5497200" y="3421665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W8.S2</a:t>
            </a:r>
          </a:p>
        </p:txBody>
      </p:sp>
      <p:sp>
        <p:nvSpPr>
          <p:cNvPr id="598" name="TextBox 597">
            <a:extLst>
              <a:ext uri="{FF2B5EF4-FFF2-40B4-BE49-F238E27FC236}">
                <a16:creationId xmlns:a16="http://schemas.microsoft.com/office/drawing/2014/main" id="{8072670E-58B9-0C5B-5540-59980A22E92C}"/>
              </a:ext>
            </a:extLst>
          </p:cNvPr>
          <p:cNvSpPr txBox="1"/>
          <p:nvPr/>
        </p:nvSpPr>
        <p:spPr>
          <a:xfrm>
            <a:off x="5497200" y="3848294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W8.S3</a:t>
            </a: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CEC152B6-5618-D4F0-BCA9-DF0A713C6291}"/>
              </a:ext>
            </a:extLst>
          </p:cNvPr>
          <p:cNvSpPr txBox="1"/>
          <p:nvPr/>
        </p:nvSpPr>
        <p:spPr>
          <a:xfrm>
            <a:off x="5497200" y="4274772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W8.S4</a:t>
            </a:r>
          </a:p>
        </p:txBody>
      </p:sp>
      <p:sp>
        <p:nvSpPr>
          <p:cNvPr id="600" name="TextBox 599">
            <a:extLst>
              <a:ext uri="{FF2B5EF4-FFF2-40B4-BE49-F238E27FC236}">
                <a16:creationId xmlns:a16="http://schemas.microsoft.com/office/drawing/2014/main" id="{464D2D80-D317-8423-ABBF-13FE4BAB07DA}"/>
              </a:ext>
            </a:extLst>
          </p:cNvPr>
          <p:cNvSpPr txBox="1"/>
          <p:nvPr/>
        </p:nvSpPr>
        <p:spPr>
          <a:xfrm>
            <a:off x="5497200" y="4695820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W8.S5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601" name="Rectangle 600">
            <a:extLst>
              <a:ext uri="{FF2B5EF4-FFF2-40B4-BE49-F238E27FC236}">
                <a16:creationId xmlns:a16="http://schemas.microsoft.com/office/drawing/2014/main" id="{D192EC95-590F-AB90-002E-2883741C1361}"/>
              </a:ext>
            </a:extLst>
          </p:cNvPr>
          <p:cNvSpPr/>
          <p:nvPr/>
        </p:nvSpPr>
        <p:spPr>
          <a:xfrm>
            <a:off x="360077" y="5200822"/>
            <a:ext cx="722557" cy="359243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2" name="Rectangle 601">
            <a:extLst>
              <a:ext uri="{FF2B5EF4-FFF2-40B4-BE49-F238E27FC236}">
                <a16:creationId xmlns:a16="http://schemas.microsoft.com/office/drawing/2014/main" id="{8AA9211F-51D2-9840-F68F-C81EA3D60AB2}"/>
              </a:ext>
            </a:extLst>
          </p:cNvPr>
          <p:cNvSpPr/>
          <p:nvPr/>
        </p:nvSpPr>
        <p:spPr>
          <a:xfrm>
            <a:off x="360077" y="5626320"/>
            <a:ext cx="72255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3" name="Rectangle 602">
            <a:extLst>
              <a:ext uri="{FF2B5EF4-FFF2-40B4-BE49-F238E27FC236}">
                <a16:creationId xmlns:a16="http://schemas.microsoft.com/office/drawing/2014/main" id="{18156187-9EB1-EE62-D3F1-E207BC6B9434}"/>
              </a:ext>
            </a:extLst>
          </p:cNvPr>
          <p:cNvSpPr/>
          <p:nvPr/>
        </p:nvSpPr>
        <p:spPr>
          <a:xfrm>
            <a:off x="360076" y="6051818"/>
            <a:ext cx="72255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4" name="Rectangle 603">
            <a:extLst>
              <a:ext uri="{FF2B5EF4-FFF2-40B4-BE49-F238E27FC236}">
                <a16:creationId xmlns:a16="http://schemas.microsoft.com/office/drawing/2014/main" id="{6AF01ABC-E792-328F-EB97-6B02254CB3E8}"/>
              </a:ext>
            </a:extLst>
          </p:cNvPr>
          <p:cNvSpPr/>
          <p:nvPr/>
        </p:nvSpPr>
        <p:spPr>
          <a:xfrm>
            <a:off x="360075" y="6477316"/>
            <a:ext cx="72255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5" name="Rectangle 604">
            <a:extLst>
              <a:ext uri="{FF2B5EF4-FFF2-40B4-BE49-F238E27FC236}">
                <a16:creationId xmlns:a16="http://schemas.microsoft.com/office/drawing/2014/main" id="{190367A3-A931-7839-CA5D-CA0B364B01D7}"/>
              </a:ext>
            </a:extLst>
          </p:cNvPr>
          <p:cNvSpPr/>
          <p:nvPr/>
        </p:nvSpPr>
        <p:spPr>
          <a:xfrm>
            <a:off x="360075" y="6902814"/>
            <a:ext cx="72255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6" name="TextBox 605">
            <a:extLst>
              <a:ext uri="{FF2B5EF4-FFF2-40B4-BE49-F238E27FC236}">
                <a16:creationId xmlns:a16="http://schemas.microsoft.com/office/drawing/2014/main" id="{86B34B25-86C7-C3C2-0AFD-57C197E6EE3D}"/>
              </a:ext>
            </a:extLst>
          </p:cNvPr>
          <p:cNvSpPr txBox="1"/>
          <p:nvPr/>
        </p:nvSpPr>
        <p:spPr>
          <a:xfrm>
            <a:off x="325151" y="5004700"/>
            <a:ext cx="787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6"/>
                </a:solidFill>
              </a:rPr>
              <a:t>W9</a:t>
            </a:r>
          </a:p>
        </p:txBody>
      </p:sp>
      <p:sp>
        <p:nvSpPr>
          <p:cNvPr id="607" name="TextBox 606">
            <a:extLst>
              <a:ext uri="{FF2B5EF4-FFF2-40B4-BE49-F238E27FC236}">
                <a16:creationId xmlns:a16="http://schemas.microsoft.com/office/drawing/2014/main" id="{75B908F0-E614-8511-8932-07874A685B4F}"/>
              </a:ext>
            </a:extLst>
          </p:cNvPr>
          <p:cNvSpPr txBox="1"/>
          <p:nvPr/>
        </p:nvSpPr>
        <p:spPr>
          <a:xfrm>
            <a:off x="1751138" y="5004693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6"/>
                </a:solidFill>
              </a:rPr>
              <a:t>W9.R1</a:t>
            </a:r>
          </a:p>
        </p:txBody>
      </p:sp>
      <p:sp>
        <p:nvSpPr>
          <p:cNvPr id="608" name="Rectangle 607">
            <a:extLst>
              <a:ext uri="{FF2B5EF4-FFF2-40B4-BE49-F238E27FC236}">
                <a16:creationId xmlns:a16="http://schemas.microsoft.com/office/drawing/2014/main" id="{4F4E6C9E-5BA3-C42E-8496-355DF6749A4C}"/>
              </a:ext>
            </a:extLst>
          </p:cNvPr>
          <p:cNvSpPr/>
          <p:nvPr/>
        </p:nvSpPr>
        <p:spPr>
          <a:xfrm>
            <a:off x="1852044" y="5200822"/>
            <a:ext cx="864539" cy="359243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9" name="Rectangle 608">
            <a:extLst>
              <a:ext uri="{FF2B5EF4-FFF2-40B4-BE49-F238E27FC236}">
                <a16:creationId xmlns:a16="http://schemas.microsoft.com/office/drawing/2014/main" id="{A4997FBF-3DF0-2B20-AED0-D0866192F6A5}"/>
              </a:ext>
            </a:extLst>
          </p:cNvPr>
          <p:cNvSpPr/>
          <p:nvPr/>
        </p:nvSpPr>
        <p:spPr>
          <a:xfrm>
            <a:off x="1852044" y="5626320"/>
            <a:ext cx="87164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10" name="Rectangle 609">
            <a:extLst>
              <a:ext uri="{FF2B5EF4-FFF2-40B4-BE49-F238E27FC236}">
                <a16:creationId xmlns:a16="http://schemas.microsoft.com/office/drawing/2014/main" id="{18CD440C-E2A5-C976-FEAC-18527D2A32A1}"/>
              </a:ext>
            </a:extLst>
          </p:cNvPr>
          <p:cNvSpPr/>
          <p:nvPr/>
        </p:nvSpPr>
        <p:spPr>
          <a:xfrm>
            <a:off x="1852042" y="6051818"/>
            <a:ext cx="871649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31C2AC9B-4B03-A9B3-A3ED-BA298BA58673}"/>
              </a:ext>
            </a:extLst>
          </p:cNvPr>
          <p:cNvSpPr/>
          <p:nvPr/>
        </p:nvSpPr>
        <p:spPr>
          <a:xfrm>
            <a:off x="1852042" y="6477316"/>
            <a:ext cx="871650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12" name="Rectangle 611">
            <a:extLst>
              <a:ext uri="{FF2B5EF4-FFF2-40B4-BE49-F238E27FC236}">
                <a16:creationId xmlns:a16="http://schemas.microsoft.com/office/drawing/2014/main" id="{64212FCA-1C04-9941-7ECC-5DCE14B2D449}"/>
              </a:ext>
            </a:extLst>
          </p:cNvPr>
          <p:cNvSpPr/>
          <p:nvPr/>
        </p:nvSpPr>
        <p:spPr>
          <a:xfrm>
            <a:off x="1852042" y="6902814"/>
            <a:ext cx="871650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613" name="Elbow Connector 612">
            <a:extLst>
              <a:ext uri="{FF2B5EF4-FFF2-40B4-BE49-F238E27FC236}">
                <a16:creationId xmlns:a16="http://schemas.microsoft.com/office/drawing/2014/main" id="{38A0E427-09A6-84BD-66E7-D8EE6BF485CC}"/>
              </a:ext>
            </a:extLst>
          </p:cNvPr>
          <p:cNvCxnSpPr>
            <a:cxnSpLocks/>
            <a:stCxn id="608" idx="1"/>
            <a:endCxn id="609" idx="1"/>
          </p:cNvCxnSpPr>
          <p:nvPr/>
        </p:nvCxnSpPr>
        <p:spPr>
          <a:xfrm rot="10800000" flipV="1">
            <a:off x="1852044" y="5380444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14" name="TextBox 613">
            <a:extLst>
              <a:ext uri="{FF2B5EF4-FFF2-40B4-BE49-F238E27FC236}">
                <a16:creationId xmlns:a16="http://schemas.microsoft.com/office/drawing/2014/main" id="{BDD37408-15B9-D735-EAB7-45BA27045768}"/>
              </a:ext>
            </a:extLst>
          </p:cNvPr>
          <p:cNvSpPr txBox="1">
            <a:spLocks/>
          </p:cNvSpPr>
          <p:nvPr/>
        </p:nvSpPr>
        <p:spPr>
          <a:xfrm>
            <a:off x="1530319" y="557136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x2</a:t>
            </a:r>
          </a:p>
        </p:txBody>
      </p:sp>
      <p:cxnSp>
        <p:nvCxnSpPr>
          <p:cNvPr id="615" name="Elbow Connector 614">
            <a:extLst>
              <a:ext uri="{FF2B5EF4-FFF2-40B4-BE49-F238E27FC236}">
                <a16:creationId xmlns:a16="http://schemas.microsoft.com/office/drawing/2014/main" id="{B0C77532-0C73-96DE-DD9E-FF4CAFA3A486}"/>
              </a:ext>
            </a:extLst>
          </p:cNvPr>
          <p:cNvCxnSpPr>
            <a:cxnSpLocks/>
            <a:endCxn id="610" idx="1"/>
          </p:cNvCxnSpPr>
          <p:nvPr/>
        </p:nvCxnSpPr>
        <p:spPr>
          <a:xfrm rot="16200000" flipH="1">
            <a:off x="1244881" y="5624279"/>
            <a:ext cx="850996" cy="363326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16" name="Elbow Connector 615">
            <a:extLst>
              <a:ext uri="{FF2B5EF4-FFF2-40B4-BE49-F238E27FC236}">
                <a16:creationId xmlns:a16="http://schemas.microsoft.com/office/drawing/2014/main" id="{1D909391-D64C-5EA2-2840-F18D1939958E}"/>
              </a:ext>
            </a:extLst>
          </p:cNvPr>
          <p:cNvCxnSpPr>
            <a:cxnSpLocks/>
            <a:endCxn id="611" idx="1"/>
          </p:cNvCxnSpPr>
          <p:nvPr/>
        </p:nvCxnSpPr>
        <p:spPr>
          <a:xfrm rot="16200000" flipH="1">
            <a:off x="994860" y="5799756"/>
            <a:ext cx="1276498" cy="437866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17" name="Elbow Connector 616">
            <a:extLst>
              <a:ext uri="{FF2B5EF4-FFF2-40B4-BE49-F238E27FC236}">
                <a16:creationId xmlns:a16="http://schemas.microsoft.com/office/drawing/2014/main" id="{89D509CA-A285-CAC2-FFA7-74D6C3863876}"/>
              </a:ext>
            </a:extLst>
          </p:cNvPr>
          <p:cNvCxnSpPr>
            <a:cxnSpLocks/>
            <a:endCxn id="612" idx="1"/>
          </p:cNvCxnSpPr>
          <p:nvPr/>
        </p:nvCxnSpPr>
        <p:spPr>
          <a:xfrm rot="16200000" flipH="1">
            <a:off x="746585" y="5976979"/>
            <a:ext cx="1701996" cy="508918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18" name="TextBox 617">
            <a:extLst>
              <a:ext uri="{FF2B5EF4-FFF2-40B4-BE49-F238E27FC236}">
                <a16:creationId xmlns:a16="http://schemas.microsoft.com/office/drawing/2014/main" id="{8231BAF7-0A9D-E88F-3CDF-3E6EC18766C1}"/>
              </a:ext>
            </a:extLst>
          </p:cNvPr>
          <p:cNvSpPr txBox="1"/>
          <p:nvPr/>
        </p:nvSpPr>
        <p:spPr>
          <a:xfrm>
            <a:off x="1515529" y="6004820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x3</a:t>
            </a:r>
          </a:p>
        </p:txBody>
      </p:sp>
      <p:sp>
        <p:nvSpPr>
          <p:cNvPr id="619" name="TextBox 618">
            <a:extLst>
              <a:ext uri="{FF2B5EF4-FFF2-40B4-BE49-F238E27FC236}">
                <a16:creationId xmlns:a16="http://schemas.microsoft.com/office/drawing/2014/main" id="{97A9F849-4FA8-0147-5A61-ADF0C6419BE8}"/>
              </a:ext>
            </a:extLst>
          </p:cNvPr>
          <p:cNvSpPr txBox="1"/>
          <p:nvPr/>
        </p:nvSpPr>
        <p:spPr>
          <a:xfrm>
            <a:off x="1515528" y="6428999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x4</a:t>
            </a:r>
          </a:p>
        </p:txBody>
      </p:sp>
      <p:sp>
        <p:nvSpPr>
          <p:cNvPr id="620" name="TextBox 619">
            <a:extLst>
              <a:ext uri="{FF2B5EF4-FFF2-40B4-BE49-F238E27FC236}">
                <a16:creationId xmlns:a16="http://schemas.microsoft.com/office/drawing/2014/main" id="{61B0C228-613E-1EB1-FEBA-4FC9B19DDFFD}"/>
              </a:ext>
            </a:extLst>
          </p:cNvPr>
          <p:cNvSpPr txBox="1"/>
          <p:nvPr/>
        </p:nvSpPr>
        <p:spPr>
          <a:xfrm>
            <a:off x="1500741" y="6854126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x5</a:t>
            </a:r>
          </a:p>
        </p:txBody>
      </p:sp>
      <p:cxnSp>
        <p:nvCxnSpPr>
          <p:cNvPr id="621" name="Straight Connector 620">
            <a:extLst>
              <a:ext uri="{FF2B5EF4-FFF2-40B4-BE49-F238E27FC236}">
                <a16:creationId xmlns:a16="http://schemas.microsoft.com/office/drawing/2014/main" id="{A6603284-749A-3C19-327B-256771CC4A1C}"/>
              </a:ext>
            </a:extLst>
          </p:cNvPr>
          <p:cNvCxnSpPr>
            <a:cxnSpLocks/>
          </p:cNvCxnSpPr>
          <p:nvPr/>
        </p:nvCxnSpPr>
        <p:spPr>
          <a:xfrm>
            <a:off x="1333744" y="5380439"/>
            <a:ext cx="254357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22" name="TextBox 621">
            <a:extLst>
              <a:ext uri="{FF2B5EF4-FFF2-40B4-BE49-F238E27FC236}">
                <a16:creationId xmlns:a16="http://schemas.microsoft.com/office/drawing/2014/main" id="{32B4B23B-6D8D-BF2E-7870-14F777ECA520}"/>
              </a:ext>
            </a:extLst>
          </p:cNvPr>
          <p:cNvSpPr txBox="1"/>
          <p:nvPr/>
        </p:nvSpPr>
        <p:spPr>
          <a:xfrm>
            <a:off x="2709053" y="5195773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9F150286-C16B-8EEC-8619-7A9363EAAD6F}"/>
              </a:ext>
            </a:extLst>
          </p:cNvPr>
          <p:cNvSpPr txBox="1"/>
          <p:nvPr/>
        </p:nvSpPr>
        <p:spPr>
          <a:xfrm>
            <a:off x="3395370" y="5004691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6"/>
                </a:solidFill>
              </a:rPr>
              <a:t>W9.R2</a:t>
            </a:r>
          </a:p>
        </p:txBody>
      </p:sp>
      <p:sp>
        <p:nvSpPr>
          <p:cNvPr id="624" name="Rectangle 623">
            <a:extLst>
              <a:ext uri="{FF2B5EF4-FFF2-40B4-BE49-F238E27FC236}">
                <a16:creationId xmlns:a16="http://schemas.microsoft.com/office/drawing/2014/main" id="{3577C7BF-7B5B-F5B4-59EF-A1EFC55BC582}"/>
              </a:ext>
            </a:extLst>
          </p:cNvPr>
          <p:cNvSpPr/>
          <p:nvPr/>
        </p:nvSpPr>
        <p:spPr>
          <a:xfrm>
            <a:off x="3485037" y="5207079"/>
            <a:ext cx="864539" cy="359243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5" name="Rectangle 624">
            <a:extLst>
              <a:ext uri="{FF2B5EF4-FFF2-40B4-BE49-F238E27FC236}">
                <a16:creationId xmlns:a16="http://schemas.microsoft.com/office/drawing/2014/main" id="{4ACAAF8D-FDD8-CFF9-3555-782D4930EBBD}"/>
              </a:ext>
            </a:extLst>
          </p:cNvPr>
          <p:cNvSpPr/>
          <p:nvPr/>
        </p:nvSpPr>
        <p:spPr>
          <a:xfrm>
            <a:off x="3485037" y="5632577"/>
            <a:ext cx="87164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6" name="Rectangle 625">
            <a:extLst>
              <a:ext uri="{FF2B5EF4-FFF2-40B4-BE49-F238E27FC236}">
                <a16:creationId xmlns:a16="http://schemas.microsoft.com/office/drawing/2014/main" id="{CE147E69-5E6B-0FBB-9E8F-8E1E4950B40B}"/>
              </a:ext>
            </a:extLst>
          </p:cNvPr>
          <p:cNvSpPr/>
          <p:nvPr/>
        </p:nvSpPr>
        <p:spPr>
          <a:xfrm>
            <a:off x="3485035" y="6058075"/>
            <a:ext cx="871649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7" name="Rectangle 626">
            <a:extLst>
              <a:ext uri="{FF2B5EF4-FFF2-40B4-BE49-F238E27FC236}">
                <a16:creationId xmlns:a16="http://schemas.microsoft.com/office/drawing/2014/main" id="{7E35D445-3A14-F5B5-AA1D-0C1D556A0F27}"/>
              </a:ext>
            </a:extLst>
          </p:cNvPr>
          <p:cNvSpPr/>
          <p:nvPr/>
        </p:nvSpPr>
        <p:spPr>
          <a:xfrm>
            <a:off x="3485035" y="6483573"/>
            <a:ext cx="871650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2D91E14C-2F18-1759-6F29-BAB6A0A307CB}"/>
              </a:ext>
            </a:extLst>
          </p:cNvPr>
          <p:cNvSpPr/>
          <p:nvPr/>
        </p:nvSpPr>
        <p:spPr>
          <a:xfrm>
            <a:off x="3485035" y="6909071"/>
            <a:ext cx="871650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629" name="Elbow Connector 628">
            <a:extLst>
              <a:ext uri="{FF2B5EF4-FFF2-40B4-BE49-F238E27FC236}">
                <a16:creationId xmlns:a16="http://schemas.microsoft.com/office/drawing/2014/main" id="{6330B87C-61EB-C549-EDE5-81B845268355}"/>
              </a:ext>
            </a:extLst>
          </p:cNvPr>
          <p:cNvCxnSpPr>
            <a:cxnSpLocks/>
            <a:stCxn id="624" idx="1"/>
            <a:endCxn id="625" idx="1"/>
          </p:cNvCxnSpPr>
          <p:nvPr/>
        </p:nvCxnSpPr>
        <p:spPr>
          <a:xfrm rot="10800000" flipV="1">
            <a:off x="3485037" y="5386701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0" name="TextBox 629">
            <a:extLst>
              <a:ext uri="{FF2B5EF4-FFF2-40B4-BE49-F238E27FC236}">
                <a16:creationId xmlns:a16="http://schemas.microsoft.com/office/drawing/2014/main" id="{CB32813C-D3F8-F034-EA3D-97CF8CE44517}"/>
              </a:ext>
            </a:extLst>
          </p:cNvPr>
          <p:cNvSpPr txBox="1">
            <a:spLocks/>
          </p:cNvSpPr>
          <p:nvPr/>
        </p:nvSpPr>
        <p:spPr>
          <a:xfrm>
            <a:off x="3163312" y="5577624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x4</a:t>
            </a:r>
          </a:p>
        </p:txBody>
      </p:sp>
      <p:cxnSp>
        <p:nvCxnSpPr>
          <p:cNvPr id="631" name="Elbow Connector 630">
            <a:extLst>
              <a:ext uri="{FF2B5EF4-FFF2-40B4-BE49-F238E27FC236}">
                <a16:creationId xmlns:a16="http://schemas.microsoft.com/office/drawing/2014/main" id="{3E62BC1D-0A5F-C325-089D-07F2B88D3706}"/>
              </a:ext>
            </a:extLst>
          </p:cNvPr>
          <p:cNvCxnSpPr>
            <a:cxnSpLocks/>
            <a:endCxn id="626" idx="1"/>
          </p:cNvCxnSpPr>
          <p:nvPr/>
        </p:nvCxnSpPr>
        <p:spPr>
          <a:xfrm rot="16200000" flipH="1">
            <a:off x="2877874" y="5630536"/>
            <a:ext cx="850996" cy="363326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32" name="Elbow Connector 631">
            <a:extLst>
              <a:ext uri="{FF2B5EF4-FFF2-40B4-BE49-F238E27FC236}">
                <a16:creationId xmlns:a16="http://schemas.microsoft.com/office/drawing/2014/main" id="{1291744F-399B-0CF9-B585-F6DB4C3AE685}"/>
              </a:ext>
            </a:extLst>
          </p:cNvPr>
          <p:cNvCxnSpPr>
            <a:cxnSpLocks/>
            <a:endCxn id="627" idx="1"/>
          </p:cNvCxnSpPr>
          <p:nvPr/>
        </p:nvCxnSpPr>
        <p:spPr>
          <a:xfrm rot="16200000" flipH="1">
            <a:off x="2627853" y="5806013"/>
            <a:ext cx="1276498" cy="437866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33" name="Elbow Connector 632">
            <a:extLst>
              <a:ext uri="{FF2B5EF4-FFF2-40B4-BE49-F238E27FC236}">
                <a16:creationId xmlns:a16="http://schemas.microsoft.com/office/drawing/2014/main" id="{641198E9-823A-0C68-1B05-619350B983DC}"/>
              </a:ext>
            </a:extLst>
          </p:cNvPr>
          <p:cNvCxnSpPr>
            <a:cxnSpLocks/>
            <a:endCxn id="628" idx="1"/>
          </p:cNvCxnSpPr>
          <p:nvPr/>
        </p:nvCxnSpPr>
        <p:spPr>
          <a:xfrm rot="16200000" flipH="1">
            <a:off x="2379578" y="5983236"/>
            <a:ext cx="1701996" cy="508918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4" name="TextBox 633">
            <a:extLst>
              <a:ext uri="{FF2B5EF4-FFF2-40B4-BE49-F238E27FC236}">
                <a16:creationId xmlns:a16="http://schemas.microsoft.com/office/drawing/2014/main" id="{E9B9BB43-0396-63BC-4310-FAEC5ABF9F52}"/>
              </a:ext>
            </a:extLst>
          </p:cNvPr>
          <p:cNvSpPr txBox="1"/>
          <p:nvPr/>
        </p:nvSpPr>
        <p:spPr>
          <a:xfrm>
            <a:off x="3148522" y="601107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x9</a:t>
            </a:r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52E6754C-5B77-9742-49DF-86E757155183}"/>
              </a:ext>
            </a:extLst>
          </p:cNvPr>
          <p:cNvSpPr txBox="1"/>
          <p:nvPr/>
        </p:nvSpPr>
        <p:spPr>
          <a:xfrm>
            <a:off x="3114056" y="6435256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x16</a:t>
            </a:r>
          </a:p>
        </p:txBody>
      </p:sp>
      <p:sp>
        <p:nvSpPr>
          <p:cNvPr id="636" name="TextBox 635">
            <a:extLst>
              <a:ext uri="{FF2B5EF4-FFF2-40B4-BE49-F238E27FC236}">
                <a16:creationId xmlns:a16="http://schemas.microsoft.com/office/drawing/2014/main" id="{47CB5CDF-B3A6-A6AC-E20F-066AEB0ACCBD}"/>
              </a:ext>
            </a:extLst>
          </p:cNvPr>
          <p:cNvSpPr txBox="1"/>
          <p:nvPr/>
        </p:nvSpPr>
        <p:spPr>
          <a:xfrm>
            <a:off x="3099269" y="6860383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x25</a:t>
            </a:r>
          </a:p>
        </p:txBody>
      </p:sp>
      <p:cxnSp>
        <p:nvCxnSpPr>
          <p:cNvPr id="637" name="Straight Connector 636">
            <a:extLst>
              <a:ext uri="{FF2B5EF4-FFF2-40B4-BE49-F238E27FC236}">
                <a16:creationId xmlns:a16="http://schemas.microsoft.com/office/drawing/2014/main" id="{6507539D-1A9D-4395-DDB1-F12F1FFAF652}"/>
              </a:ext>
            </a:extLst>
          </p:cNvPr>
          <p:cNvCxnSpPr>
            <a:cxnSpLocks/>
          </p:cNvCxnSpPr>
          <p:nvPr/>
        </p:nvCxnSpPr>
        <p:spPr>
          <a:xfrm>
            <a:off x="2966737" y="5386696"/>
            <a:ext cx="254357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8" name="TextBox 637">
            <a:extLst>
              <a:ext uri="{FF2B5EF4-FFF2-40B4-BE49-F238E27FC236}">
                <a16:creationId xmlns:a16="http://schemas.microsoft.com/office/drawing/2014/main" id="{032D5953-A3BD-54BF-3E57-7C5E6313D3BE}"/>
              </a:ext>
            </a:extLst>
          </p:cNvPr>
          <p:cNvSpPr txBox="1"/>
          <p:nvPr/>
        </p:nvSpPr>
        <p:spPr>
          <a:xfrm>
            <a:off x="2712273" y="562317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39" name="TextBox 638">
            <a:extLst>
              <a:ext uri="{FF2B5EF4-FFF2-40B4-BE49-F238E27FC236}">
                <a16:creationId xmlns:a16="http://schemas.microsoft.com/office/drawing/2014/main" id="{F891D29D-A2D1-7297-208C-E389E0B41401}"/>
              </a:ext>
            </a:extLst>
          </p:cNvPr>
          <p:cNvSpPr txBox="1"/>
          <p:nvPr/>
        </p:nvSpPr>
        <p:spPr>
          <a:xfrm>
            <a:off x="2712273" y="604358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0" name="TextBox 639">
            <a:extLst>
              <a:ext uri="{FF2B5EF4-FFF2-40B4-BE49-F238E27FC236}">
                <a16:creationId xmlns:a16="http://schemas.microsoft.com/office/drawing/2014/main" id="{ADF22612-B859-2B2C-5FB0-1F815339ACF3}"/>
              </a:ext>
            </a:extLst>
          </p:cNvPr>
          <p:cNvSpPr txBox="1"/>
          <p:nvPr/>
        </p:nvSpPr>
        <p:spPr>
          <a:xfrm>
            <a:off x="2712273" y="647532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1" name="TextBox 640">
            <a:extLst>
              <a:ext uri="{FF2B5EF4-FFF2-40B4-BE49-F238E27FC236}">
                <a16:creationId xmlns:a16="http://schemas.microsoft.com/office/drawing/2014/main" id="{6291FC8F-C591-65FE-3CDC-15C340F85C22}"/>
              </a:ext>
            </a:extLst>
          </p:cNvPr>
          <p:cNvSpPr txBox="1"/>
          <p:nvPr/>
        </p:nvSpPr>
        <p:spPr>
          <a:xfrm>
            <a:off x="2712273" y="689848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2" name="TextBox 641">
            <a:extLst>
              <a:ext uri="{FF2B5EF4-FFF2-40B4-BE49-F238E27FC236}">
                <a16:creationId xmlns:a16="http://schemas.microsoft.com/office/drawing/2014/main" id="{633DD1D6-BD9F-6EE4-D59E-7503CEE5D5C1}"/>
              </a:ext>
            </a:extLst>
          </p:cNvPr>
          <p:cNvSpPr txBox="1"/>
          <p:nvPr/>
        </p:nvSpPr>
        <p:spPr>
          <a:xfrm>
            <a:off x="1077803" y="5195773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3" name="TextBox 642">
            <a:extLst>
              <a:ext uri="{FF2B5EF4-FFF2-40B4-BE49-F238E27FC236}">
                <a16:creationId xmlns:a16="http://schemas.microsoft.com/office/drawing/2014/main" id="{C39FFBAC-E643-028B-7E09-E78544308D99}"/>
              </a:ext>
            </a:extLst>
          </p:cNvPr>
          <p:cNvSpPr txBox="1"/>
          <p:nvPr/>
        </p:nvSpPr>
        <p:spPr>
          <a:xfrm>
            <a:off x="1081023" y="562317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4" name="TextBox 643">
            <a:extLst>
              <a:ext uri="{FF2B5EF4-FFF2-40B4-BE49-F238E27FC236}">
                <a16:creationId xmlns:a16="http://schemas.microsoft.com/office/drawing/2014/main" id="{5A24C8C6-B050-32D0-F66C-8F7121FF7CB9}"/>
              </a:ext>
            </a:extLst>
          </p:cNvPr>
          <p:cNvSpPr txBox="1"/>
          <p:nvPr/>
        </p:nvSpPr>
        <p:spPr>
          <a:xfrm>
            <a:off x="1081023" y="604358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5" name="TextBox 644">
            <a:extLst>
              <a:ext uri="{FF2B5EF4-FFF2-40B4-BE49-F238E27FC236}">
                <a16:creationId xmlns:a16="http://schemas.microsoft.com/office/drawing/2014/main" id="{0FE55213-52B3-558B-B327-1CA6BD76023E}"/>
              </a:ext>
            </a:extLst>
          </p:cNvPr>
          <p:cNvSpPr txBox="1"/>
          <p:nvPr/>
        </p:nvSpPr>
        <p:spPr>
          <a:xfrm>
            <a:off x="1081023" y="647532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6" name="TextBox 645">
            <a:extLst>
              <a:ext uri="{FF2B5EF4-FFF2-40B4-BE49-F238E27FC236}">
                <a16:creationId xmlns:a16="http://schemas.microsoft.com/office/drawing/2014/main" id="{8DDADC15-7532-E999-0EDF-2AF7E3AF93B9}"/>
              </a:ext>
            </a:extLst>
          </p:cNvPr>
          <p:cNvSpPr txBox="1"/>
          <p:nvPr/>
        </p:nvSpPr>
        <p:spPr>
          <a:xfrm>
            <a:off x="1081023" y="689848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7" name="TextBox 646">
            <a:extLst>
              <a:ext uri="{FF2B5EF4-FFF2-40B4-BE49-F238E27FC236}">
                <a16:creationId xmlns:a16="http://schemas.microsoft.com/office/drawing/2014/main" id="{CD898894-E007-027D-95FA-79775667190D}"/>
              </a:ext>
            </a:extLst>
          </p:cNvPr>
          <p:cNvSpPr txBox="1"/>
          <p:nvPr/>
        </p:nvSpPr>
        <p:spPr>
          <a:xfrm>
            <a:off x="4335048" y="5257328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48" name="TextBox 647">
            <a:extLst>
              <a:ext uri="{FF2B5EF4-FFF2-40B4-BE49-F238E27FC236}">
                <a16:creationId xmlns:a16="http://schemas.microsoft.com/office/drawing/2014/main" id="{447F3BBB-0F5B-9487-F3CC-ADB43B777122}"/>
              </a:ext>
            </a:extLst>
          </p:cNvPr>
          <p:cNvSpPr txBox="1"/>
          <p:nvPr/>
        </p:nvSpPr>
        <p:spPr>
          <a:xfrm>
            <a:off x="5495764" y="5267157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W9.S1</a:t>
            </a:r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2CFBC5EB-55C9-1B8F-5C97-B3399684D48C}"/>
              </a:ext>
            </a:extLst>
          </p:cNvPr>
          <p:cNvSpPr/>
          <p:nvPr/>
        </p:nvSpPr>
        <p:spPr>
          <a:xfrm>
            <a:off x="4804412" y="5211368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0" name="Rectangle 649">
            <a:extLst>
              <a:ext uri="{FF2B5EF4-FFF2-40B4-BE49-F238E27FC236}">
                <a16:creationId xmlns:a16="http://schemas.microsoft.com/office/drawing/2014/main" id="{D47FCBB4-799E-A4F5-DCA6-F8AD69D285D4}"/>
              </a:ext>
            </a:extLst>
          </p:cNvPr>
          <p:cNvSpPr/>
          <p:nvPr/>
        </p:nvSpPr>
        <p:spPr>
          <a:xfrm>
            <a:off x="4804412" y="5636866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A021A42E-7C8E-B950-4113-B332D00D94DD}"/>
              </a:ext>
            </a:extLst>
          </p:cNvPr>
          <p:cNvSpPr/>
          <p:nvPr/>
        </p:nvSpPr>
        <p:spPr>
          <a:xfrm>
            <a:off x="4804411" y="6062364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2" name="Rectangle 651">
            <a:extLst>
              <a:ext uri="{FF2B5EF4-FFF2-40B4-BE49-F238E27FC236}">
                <a16:creationId xmlns:a16="http://schemas.microsoft.com/office/drawing/2014/main" id="{D16F91EF-F517-929F-35DB-2AC294E4EB98}"/>
              </a:ext>
            </a:extLst>
          </p:cNvPr>
          <p:cNvSpPr/>
          <p:nvPr/>
        </p:nvSpPr>
        <p:spPr>
          <a:xfrm>
            <a:off x="4804410" y="6487862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EF7CE9BB-77B2-60EB-4BB4-B4057381820E}"/>
              </a:ext>
            </a:extLst>
          </p:cNvPr>
          <p:cNvSpPr/>
          <p:nvPr/>
        </p:nvSpPr>
        <p:spPr>
          <a:xfrm>
            <a:off x="4804410" y="6913360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4" name="TextBox 653">
            <a:extLst>
              <a:ext uri="{FF2B5EF4-FFF2-40B4-BE49-F238E27FC236}">
                <a16:creationId xmlns:a16="http://schemas.microsoft.com/office/drawing/2014/main" id="{84C9B1EF-7825-A4D9-6940-1F4F0EBCA81E}"/>
              </a:ext>
            </a:extLst>
          </p:cNvPr>
          <p:cNvSpPr txBox="1"/>
          <p:nvPr/>
        </p:nvSpPr>
        <p:spPr>
          <a:xfrm>
            <a:off x="4339281" y="5684733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55" name="TextBox 654">
            <a:extLst>
              <a:ext uri="{FF2B5EF4-FFF2-40B4-BE49-F238E27FC236}">
                <a16:creationId xmlns:a16="http://schemas.microsoft.com/office/drawing/2014/main" id="{15EAD5C0-0AFE-1236-6E27-F851C6870EA7}"/>
              </a:ext>
            </a:extLst>
          </p:cNvPr>
          <p:cNvSpPr txBox="1"/>
          <p:nvPr/>
        </p:nvSpPr>
        <p:spPr>
          <a:xfrm>
            <a:off x="4339740" y="6093712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56" name="TextBox 655">
            <a:extLst>
              <a:ext uri="{FF2B5EF4-FFF2-40B4-BE49-F238E27FC236}">
                <a16:creationId xmlns:a16="http://schemas.microsoft.com/office/drawing/2014/main" id="{88B99426-4F24-968C-EAB4-E101C4D6F263}"/>
              </a:ext>
            </a:extLst>
          </p:cNvPr>
          <p:cNvSpPr txBox="1"/>
          <p:nvPr/>
        </p:nvSpPr>
        <p:spPr>
          <a:xfrm>
            <a:off x="4340639" y="6532154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57" name="TextBox 656">
            <a:extLst>
              <a:ext uri="{FF2B5EF4-FFF2-40B4-BE49-F238E27FC236}">
                <a16:creationId xmlns:a16="http://schemas.microsoft.com/office/drawing/2014/main" id="{1B49EA80-55E9-FD03-1D89-2E86BE7100FA}"/>
              </a:ext>
            </a:extLst>
          </p:cNvPr>
          <p:cNvSpPr txBox="1"/>
          <p:nvPr/>
        </p:nvSpPr>
        <p:spPr>
          <a:xfrm>
            <a:off x="4338992" y="6969937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58" name="TextBox 657">
            <a:extLst>
              <a:ext uri="{FF2B5EF4-FFF2-40B4-BE49-F238E27FC236}">
                <a16:creationId xmlns:a16="http://schemas.microsoft.com/office/drawing/2014/main" id="{CB31E201-F6C1-CC58-D5CB-90CC0B90613E}"/>
              </a:ext>
            </a:extLst>
          </p:cNvPr>
          <p:cNvSpPr txBox="1"/>
          <p:nvPr/>
        </p:nvSpPr>
        <p:spPr>
          <a:xfrm>
            <a:off x="5495765" y="5693635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W9.S2</a:t>
            </a:r>
          </a:p>
        </p:txBody>
      </p:sp>
      <p:sp>
        <p:nvSpPr>
          <p:cNvPr id="659" name="TextBox 658">
            <a:extLst>
              <a:ext uri="{FF2B5EF4-FFF2-40B4-BE49-F238E27FC236}">
                <a16:creationId xmlns:a16="http://schemas.microsoft.com/office/drawing/2014/main" id="{CF9F6C7F-6F7D-11E2-C4DD-93B957198A2B}"/>
              </a:ext>
            </a:extLst>
          </p:cNvPr>
          <p:cNvSpPr txBox="1"/>
          <p:nvPr/>
        </p:nvSpPr>
        <p:spPr>
          <a:xfrm>
            <a:off x="5496859" y="6120264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W9.S3</a:t>
            </a:r>
          </a:p>
        </p:txBody>
      </p:sp>
      <p:sp>
        <p:nvSpPr>
          <p:cNvPr id="660" name="TextBox 659">
            <a:extLst>
              <a:ext uri="{FF2B5EF4-FFF2-40B4-BE49-F238E27FC236}">
                <a16:creationId xmlns:a16="http://schemas.microsoft.com/office/drawing/2014/main" id="{C6DA1512-E652-00BC-34D3-69A9FE864053}"/>
              </a:ext>
            </a:extLst>
          </p:cNvPr>
          <p:cNvSpPr txBox="1"/>
          <p:nvPr/>
        </p:nvSpPr>
        <p:spPr>
          <a:xfrm>
            <a:off x="5496859" y="6546742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W9.S4</a:t>
            </a:r>
          </a:p>
        </p:txBody>
      </p:sp>
      <p:sp>
        <p:nvSpPr>
          <p:cNvPr id="661" name="TextBox 660">
            <a:extLst>
              <a:ext uri="{FF2B5EF4-FFF2-40B4-BE49-F238E27FC236}">
                <a16:creationId xmlns:a16="http://schemas.microsoft.com/office/drawing/2014/main" id="{BB4D1965-D0B6-03D9-DCCB-2D87AD76C007}"/>
              </a:ext>
            </a:extLst>
          </p:cNvPr>
          <p:cNvSpPr txBox="1"/>
          <p:nvPr/>
        </p:nvSpPr>
        <p:spPr>
          <a:xfrm>
            <a:off x="5495765" y="6967790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W9.S5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34C457-E217-2E49-7C5A-A0C4718EFA75}"/>
              </a:ext>
            </a:extLst>
          </p:cNvPr>
          <p:cNvSpPr txBox="1"/>
          <p:nvPr/>
        </p:nvSpPr>
        <p:spPr>
          <a:xfrm>
            <a:off x="5457753" y="7548128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R3.S1</a:t>
            </a:r>
            <a:r>
              <a:rPr lang="en-US" sz="1000" noProof="0" dirty="0"/>
              <a:t>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7BE00B-02D1-B7AD-D280-1546C40B8D59}"/>
              </a:ext>
            </a:extLst>
          </p:cNvPr>
          <p:cNvSpPr txBox="1"/>
          <p:nvPr/>
        </p:nvSpPr>
        <p:spPr>
          <a:xfrm>
            <a:off x="5871600" y="7863804"/>
            <a:ext cx="6228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W7.S2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W8.S2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W9.S2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37A159-F1AB-7971-CC7E-1603D6D2E2C1}"/>
              </a:ext>
            </a:extLst>
          </p:cNvPr>
          <p:cNvSpPr txBox="1"/>
          <p:nvPr/>
        </p:nvSpPr>
        <p:spPr>
          <a:xfrm>
            <a:off x="5457074" y="7971526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R3</a:t>
            </a:r>
            <a:r>
              <a:rPr lang="en-US" sz="1000" noProof="0" dirty="0">
                <a:solidFill>
                  <a:srgbClr val="A02A93"/>
                </a:solidFill>
              </a:rPr>
              <a:t>.S2</a:t>
            </a:r>
            <a:r>
              <a:rPr lang="en-US" sz="1000" noProof="0" dirty="0"/>
              <a:t>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91302C-F94C-F096-8220-11BBB635561A}"/>
              </a:ext>
            </a:extLst>
          </p:cNvPr>
          <p:cNvSpPr txBox="1"/>
          <p:nvPr/>
        </p:nvSpPr>
        <p:spPr>
          <a:xfrm>
            <a:off x="5871600" y="8292250"/>
            <a:ext cx="6228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W7.S3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W8.S3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W9.S3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BD5524-FE0E-1C5C-6F30-1ADDDFA9A578}"/>
              </a:ext>
            </a:extLst>
          </p:cNvPr>
          <p:cNvSpPr txBox="1"/>
          <p:nvPr/>
        </p:nvSpPr>
        <p:spPr>
          <a:xfrm>
            <a:off x="5457600" y="8401228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R3</a:t>
            </a:r>
            <a:r>
              <a:rPr lang="en-US" sz="1000" noProof="0" dirty="0">
                <a:solidFill>
                  <a:srgbClr val="A02A93"/>
                </a:solidFill>
              </a:rPr>
              <a:t>.S3</a:t>
            </a:r>
            <a:r>
              <a:rPr lang="en-US" sz="1000" noProof="0" dirty="0"/>
              <a:t>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CBA08E-B351-2719-D5DA-3641DC2D9E6B}"/>
              </a:ext>
            </a:extLst>
          </p:cNvPr>
          <p:cNvSpPr txBox="1"/>
          <p:nvPr/>
        </p:nvSpPr>
        <p:spPr>
          <a:xfrm>
            <a:off x="5871600" y="8717050"/>
            <a:ext cx="6228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W7.S4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W8.S4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W9.S4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72E69D-4696-56A9-BEDC-67B28D701FAC}"/>
              </a:ext>
            </a:extLst>
          </p:cNvPr>
          <p:cNvSpPr txBox="1"/>
          <p:nvPr/>
        </p:nvSpPr>
        <p:spPr>
          <a:xfrm>
            <a:off x="5457600" y="8824626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R3</a:t>
            </a:r>
            <a:r>
              <a:rPr lang="en-US" sz="1000" noProof="0" dirty="0">
                <a:solidFill>
                  <a:srgbClr val="A02A93"/>
                </a:solidFill>
              </a:rPr>
              <a:t>.S4</a:t>
            </a:r>
            <a:r>
              <a:rPr lang="en-US" sz="1000" noProof="0" dirty="0"/>
              <a:t>=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39B65F-71C1-56AE-2817-62603176E929}"/>
              </a:ext>
            </a:extLst>
          </p:cNvPr>
          <p:cNvSpPr txBox="1"/>
          <p:nvPr/>
        </p:nvSpPr>
        <p:spPr>
          <a:xfrm>
            <a:off x="5871600" y="9145450"/>
            <a:ext cx="6228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W7.S5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W8.S5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W9.S5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F42F3C-98AA-0E3C-D021-5AA5325CFF57}"/>
              </a:ext>
            </a:extLst>
          </p:cNvPr>
          <p:cNvSpPr txBox="1"/>
          <p:nvPr/>
        </p:nvSpPr>
        <p:spPr>
          <a:xfrm>
            <a:off x="5457600" y="9253210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R3.S5</a:t>
            </a:r>
            <a:r>
              <a:rPr lang="en-US" sz="1000" noProof="0" dirty="0"/>
              <a:t>=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63BBEF-9E67-0273-5E0A-BA61614807F8}"/>
              </a:ext>
            </a:extLst>
          </p:cNvPr>
          <p:cNvSpPr txBox="1"/>
          <p:nvPr/>
        </p:nvSpPr>
        <p:spPr>
          <a:xfrm>
            <a:off x="6019851" y="675822"/>
            <a:ext cx="55607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7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1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7E5831C-E5C2-0469-45B7-4C2EF9D026F9}"/>
              </a:ext>
            </a:extLst>
          </p:cNvPr>
          <p:cNvSpPr/>
          <p:nvPr/>
        </p:nvSpPr>
        <p:spPr>
          <a:xfrm>
            <a:off x="6536342" y="760658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165CD5-14C5-1707-9018-C08B5D338D12}"/>
              </a:ext>
            </a:extLst>
          </p:cNvPr>
          <p:cNvSpPr txBox="1"/>
          <p:nvPr/>
        </p:nvSpPr>
        <p:spPr>
          <a:xfrm>
            <a:off x="6019200" y="1106105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7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2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25AB88-9D29-67F8-4E68-8301280190DC}"/>
              </a:ext>
            </a:extLst>
          </p:cNvPr>
          <p:cNvSpPr/>
          <p:nvPr/>
        </p:nvSpPr>
        <p:spPr>
          <a:xfrm>
            <a:off x="6537600" y="1190941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95BDF9-DC0C-6284-E310-17951F685E8D}"/>
              </a:ext>
            </a:extLst>
          </p:cNvPr>
          <p:cNvSpPr txBox="1"/>
          <p:nvPr/>
        </p:nvSpPr>
        <p:spPr>
          <a:xfrm>
            <a:off x="6019852" y="1526116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7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3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98E06C9-1170-0F4D-6013-7EDC6364A134}"/>
              </a:ext>
            </a:extLst>
          </p:cNvPr>
          <p:cNvSpPr/>
          <p:nvPr/>
        </p:nvSpPr>
        <p:spPr>
          <a:xfrm>
            <a:off x="6536343" y="1610952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D6443F-E47D-D7DE-78F1-C99D029090CE}"/>
              </a:ext>
            </a:extLst>
          </p:cNvPr>
          <p:cNvSpPr txBox="1"/>
          <p:nvPr/>
        </p:nvSpPr>
        <p:spPr>
          <a:xfrm>
            <a:off x="6019200" y="1956399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7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4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6525FDF-8C3F-7D6A-6926-0B9A4F843B96}"/>
              </a:ext>
            </a:extLst>
          </p:cNvPr>
          <p:cNvSpPr/>
          <p:nvPr/>
        </p:nvSpPr>
        <p:spPr>
          <a:xfrm>
            <a:off x="6537600" y="2041235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5CBA6A-691B-4A11-FB31-9038CD31492D}"/>
              </a:ext>
            </a:extLst>
          </p:cNvPr>
          <p:cNvSpPr txBox="1"/>
          <p:nvPr/>
        </p:nvSpPr>
        <p:spPr>
          <a:xfrm>
            <a:off x="6019200" y="2376955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7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5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7539E13-CA68-322E-BBB4-198AC0BB287E}"/>
              </a:ext>
            </a:extLst>
          </p:cNvPr>
          <p:cNvSpPr/>
          <p:nvPr/>
        </p:nvSpPr>
        <p:spPr>
          <a:xfrm>
            <a:off x="6537600" y="2461791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7C65436-37DE-AE14-82E4-FB8476D863F0}"/>
              </a:ext>
            </a:extLst>
          </p:cNvPr>
          <p:cNvSpPr txBox="1"/>
          <p:nvPr/>
        </p:nvSpPr>
        <p:spPr>
          <a:xfrm>
            <a:off x="6019200" y="2950804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8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1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AE3135D-FDF3-B506-1121-F956971A0CE5}"/>
              </a:ext>
            </a:extLst>
          </p:cNvPr>
          <p:cNvSpPr/>
          <p:nvPr/>
        </p:nvSpPr>
        <p:spPr>
          <a:xfrm>
            <a:off x="6537600" y="3035640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52B2811-77D9-B9A8-95F7-357E7235DE4D}"/>
              </a:ext>
            </a:extLst>
          </p:cNvPr>
          <p:cNvSpPr txBox="1"/>
          <p:nvPr/>
        </p:nvSpPr>
        <p:spPr>
          <a:xfrm>
            <a:off x="6019200" y="3381087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8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2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5CFDEC4-2158-09DC-986E-96B8A0A419F9}"/>
              </a:ext>
            </a:extLst>
          </p:cNvPr>
          <p:cNvSpPr/>
          <p:nvPr/>
        </p:nvSpPr>
        <p:spPr>
          <a:xfrm>
            <a:off x="6537600" y="3465923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FE143CE-D57F-1A81-E933-AF3179F8A3A1}"/>
              </a:ext>
            </a:extLst>
          </p:cNvPr>
          <p:cNvSpPr txBox="1"/>
          <p:nvPr/>
        </p:nvSpPr>
        <p:spPr>
          <a:xfrm>
            <a:off x="6019200" y="3801098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8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3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258EDD2-0FA2-F3DC-2A93-1CFBDF8F9EC4}"/>
              </a:ext>
            </a:extLst>
          </p:cNvPr>
          <p:cNvSpPr/>
          <p:nvPr/>
        </p:nvSpPr>
        <p:spPr>
          <a:xfrm>
            <a:off x="6537600" y="3885934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EDD03A0-9731-B11B-8CB9-FADFA97F81CC}"/>
              </a:ext>
            </a:extLst>
          </p:cNvPr>
          <p:cNvSpPr txBox="1"/>
          <p:nvPr/>
        </p:nvSpPr>
        <p:spPr>
          <a:xfrm>
            <a:off x="6019200" y="4231381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8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4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2BC6ED4-C3B7-2362-28A3-874DDFF42CD1}"/>
              </a:ext>
            </a:extLst>
          </p:cNvPr>
          <p:cNvSpPr/>
          <p:nvPr/>
        </p:nvSpPr>
        <p:spPr>
          <a:xfrm>
            <a:off x="6537600" y="4316217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074A54D-18B1-E57D-90A1-5CE905BC23A0}"/>
              </a:ext>
            </a:extLst>
          </p:cNvPr>
          <p:cNvSpPr txBox="1"/>
          <p:nvPr/>
        </p:nvSpPr>
        <p:spPr>
          <a:xfrm>
            <a:off x="6019200" y="4651937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8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5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6F4CEEC-B02A-27AD-623E-A7BE9EFFAB17}"/>
              </a:ext>
            </a:extLst>
          </p:cNvPr>
          <p:cNvSpPr/>
          <p:nvPr/>
        </p:nvSpPr>
        <p:spPr>
          <a:xfrm>
            <a:off x="6537600" y="4735450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DEAEAEA-9682-21C7-772B-CB87459657D5}"/>
              </a:ext>
            </a:extLst>
          </p:cNvPr>
          <p:cNvSpPr txBox="1"/>
          <p:nvPr/>
        </p:nvSpPr>
        <p:spPr>
          <a:xfrm>
            <a:off x="6018565" y="5222288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9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1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D211E97-3F6D-185B-B8DD-6EC3E7B37F42}"/>
              </a:ext>
            </a:extLst>
          </p:cNvPr>
          <p:cNvSpPr/>
          <p:nvPr/>
        </p:nvSpPr>
        <p:spPr>
          <a:xfrm>
            <a:off x="6537600" y="5307124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AD2342F-CD4D-3A89-9F45-BBC2AFEACA65}"/>
              </a:ext>
            </a:extLst>
          </p:cNvPr>
          <p:cNvSpPr txBox="1"/>
          <p:nvPr/>
        </p:nvSpPr>
        <p:spPr>
          <a:xfrm>
            <a:off x="6019200" y="5652571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9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2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C05880F-4ECC-7788-35C1-7F47D60B6E68}"/>
              </a:ext>
            </a:extLst>
          </p:cNvPr>
          <p:cNvSpPr/>
          <p:nvPr/>
        </p:nvSpPr>
        <p:spPr>
          <a:xfrm>
            <a:off x="6538659" y="5737407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5395D45-59B0-6A7B-387A-F02B967E5B22}"/>
              </a:ext>
            </a:extLst>
          </p:cNvPr>
          <p:cNvSpPr txBox="1"/>
          <p:nvPr/>
        </p:nvSpPr>
        <p:spPr>
          <a:xfrm>
            <a:off x="6018566" y="6072582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9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3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46FE4C9-4F25-E7C5-55DC-55970B2651EF}"/>
              </a:ext>
            </a:extLst>
          </p:cNvPr>
          <p:cNvSpPr/>
          <p:nvPr/>
        </p:nvSpPr>
        <p:spPr>
          <a:xfrm>
            <a:off x="6537600" y="6157450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F7F74E8-09F2-B569-7C94-0472FD51B252}"/>
              </a:ext>
            </a:extLst>
          </p:cNvPr>
          <p:cNvSpPr txBox="1"/>
          <p:nvPr/>
        </p:nvSpPr>
        <p:spPr>
          <a:xfrm>
            <a:off x="6019200" y="6502865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9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4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1163581-EAEA-60E2-86FE-D0034816D337}"/>
              </a:ext>
            </a:extLst>
          </p:cNvPr>
          <p:cNvSpPr/>
          <p:nvPr/>
        </p:nvSpPr>
        <p:spPr>
          <a:xfrm>
            <a:off x="6538660" y="6587701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F71FE21-DD40-20AD-96B1-94033091E54A}"/>
              </a:ext>
            </a:extLst>
          </p:cNvPr>
          <p:cNvSpPr txBox="1"/>
          <p:nvPr/>
        </p:nvSpPr>
        <p:spPr>
          <a:xfrm>
            <a:off x="6019200" y="6923421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9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5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E1C2FCA-ADE7-2D35-842E-0B06566FE0B6}"/>
              </a:ext>
            </a:extLst>
          </p:cNvPr>
          <p:cNvSpPr/>
          <p:nvPr/>
        </p:nvSpPr>
        <p:spPr>
          <a:xfrm>
            <a:off x="6538661" y="7008257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481" y="141553"/>
            <a:ext cx="544198" cy="544198"/>
          </a:xfrm>
          <a:prstGeom prst="rect">
            <a:avLst/>
          </a:prstGeom>
          <a:noFill/>
        </p:spPr>
      </p:pic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CB0BBF29-A53B-6DD1-5960-6BBB923A28D7}"/>
              </a:ext>
            </a:extLst>
          </p:cNvPr>
          <p:cNvCxnSpPr>
            <a:cxnSpLocks/>
            <a:stCxn id="70" idx="1"/>
            <a:endCxn id="74" idx="1"/>
          </p:cNvCxnSpPr>
          <p:nvPr/>
        </p:nvCxnSpPr>
        <p:spPr>
          <a:xfrm rot="10800000" flipV="1">
            <a:off x="361170" y="835325"/>
            <a:ext cx="2" cy="1701992"/>
          </a:xfrm>
          <a:prstGeom prst="bentConnector3">
            <a:avLst>
              <a:gd name="adj1" fmla="val 11430100000"/>
            </a:avLst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9996377-DDB0-C0B6-E4E1-0651C308CD34}"/>
              </a:ext>
            </a:extLst>
          </p:cNvPr>
          <p:cNvSpPr txBox="1">
            <a:spLocks/>
          </p:cNvSpPr>
          <p:nvPr/>
        </p:nvSpPr>
        <p:spPr>
          <a:xfrm rot="16200000">
            <a:off x="-253419" y="156321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copy     to      all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FB3F566E-7899-B3E7-F9A0-7DAFD414E3AC}"/>
              </a:ext>
            </a:extLst>
          </p:cNvPr>
          <p:cNvCxnSpPr>
            <a:cxnSpLocks/>
            <a:stCxn id="540" idx="1"/>
            <a:endCxn id="544" idx="1"/>
          </p:cNvCxnSpPr>
          <p:nvPr/>
        </p:nvCxnSpPr>
        <p:spPr>
          <a:xfrm rot="10800000" flipV="1">
            <a:off x="356337" y="3108474"/>
            <a:ext cx="2" cy="1701992"/>
          </a:xfrm>
          <a:prstGeom prst="bentConnector3">
            <a:avLst>
              <a:gd name="adj1" fmla="val 11430100000"/>
            </a:avLst>
          </a:prstGeom>
          <a:ln w="9525">
            <a:solidFill>
              <a:srgbClr val="0F9ED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2BEE9059-2B0B-39F6-8048-B034D64AD84F}"/>
              </a:ext>
            </a:extLst>
          </p:cNvPr>
          <p:cNvSpPr txBox="1">
            <a:spLocks/>
          </p:cNvSpPr>
          <p:nvPr/>
        </p:nvSpPr>
        <p:spPr>
          <a:xfrm rot="16200000">
            <a:off x="-258254" y="3838816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copy     to      all</a:t>
            </a:r>
          </a:p>
        </p:txBody>
      </p: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766EC15C-032C-EB69-1464-F2FF02F71645}"/>
              </a:ext>
            </a:extLst>
          </p:cNvPr>
          <p:cNvCxnSpPr>
            <a:cxnSpLocks/>
            <a:stCxn id="601" idx="1"/>
            <a:endCxn id="605" idx="1"/>
          </p:cNvCxnSpPr>
          <p:nvPr/>
        </p:nvCxnSpPr>
        <p:spPr>
          <a:xfrm rot="10800000" flipV="1">
            <a:off x="360075" y="5380444"/>
            <a:ext cx="2" cy="1701992"/>
          </a:xfrm>
          <a:prstGeom prst="bentConnector3">
            <a:avLst>
              <a:gd name="adj1" fmla="val 11430100000"/>
            </a:avLst>
          </a:prstGeom>
          <a:ln w="9525">
            <a:solidFill>
              <a:srgbClr val="4EA72E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8C7DDE54-68EC-FC6A-A1E8-E77063C1134E}"/>
              </a:ext>
            </a:extLst>
          </p:cNvPr>
          <p:cNvSpPr txBox="1">
            <a:spLocks/>
          </p:cNvSpPr>
          <p:nvPr/>
        </p:nvSpPr>
        <p:spPr>
          <a:xfrm rot="16200000">
            <a:off x="-258252" y="6113948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copy     to      all</a:t>
            </a:r>
          </a:p>
        </p:txBody>
      </p: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DF333819-92C5-6152-3260-2A0F38010E0C}"/>
              </a:ext>
            </a:extLst>
          </p:cNvPr>
          <p:cNvCxnSpPr>
            <a:cxnSpLocks/>
            <a:stCxn id="357" idx="1"/>
            <a:endCxn id="361" idx="1"/>
          </p:cNvCxnSpPr>
          <p:nvPr/>
        </p:nvCxnSpPr>
        <p:spPr>
          <a:xfrm rot="10800000" flipV="1">
            <a:off x="356339" y="7664368"/>
            <a:ext cx="2" cy="1701992"/>
          </a:xfrm>
          <a:prstGeom prst="bentConnector3">
            <a:avLst>
              <a:gd name="adj1" fmla="val 11430100000"/>
            </a:avLst>
          </a:prstGeom>
          <a:ln w="9525">
            <a:solidFill>
              <a:srgbClr val="A02A93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56DD3FE2-3A48-7ADF-BDEF-FF35E11A4606}"/>
              </a:ext>
            </a:extLst>
          </p:cNvPr>
          <p:cNvSpPr txBox="1">
            <a:spLocks/>
          </p:cNvSpPr>
          <p:nvPr/>
        </p:nvSpPr>
        <p:spPr>
          <a:xfrm rot="16200000">
            <a:off x="-258255" y="8392254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copy     to      all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B3B773-A6E8-D7A7-4A30-9F5494F29C5F}"/>
              </a:ext>
            </a:extLst>
          </p:cNvPr>
          <p:cNvSpPr txBox="1"/>
          <p:nvPr/>
        </p:nvSpPr>
        <p:spPr>
          <a:xfrm>
            <a:off x="234965" y="88449"/>
            <a:ext cx="5696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Manua</a:t>
            </a:r>
            <a:r>
              <a:rPr lang="en-US" dirty="0"/>
              <a:t>l Sharing 3-of-5 24 words – Page 04</a:t>
            </a:r>
            <a:endParaRPr lang="en-US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80749A-EA19-4098-EC59-C8797066063B}"/>
              </a:ext>
            </a:extLst>
          </p:cNvPr>
          <p:cNvSpPr txBox="1"/>
          <p:nvPr/>
        </p:nvSpPr>
        <p:spPr>
          <a:xfrm>
            <a:off x="251727" y="339889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</a:t>
            </a:r>
            <a:r>
              <a:rPr lang="en-US" sz="800" b="1" dirty="0"/>
              <a:t>Mod</a:t>
            </a:r>
            <a:r>
              <a:rPr lang="en-US" sz="800" dirty="0"/>
              <a:t>, divide by 2053, subtract the number before the dot, multiply the result by 2053. Roud the result.</a:t>
            </a:r>
            <a:endParaRPr lang="en-US" sz="600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5FC3B1-1645-1D7C-6814-9F1498BCE0C6}"/>
              </a:ext>
            </a:extLst>
          </p:cNvPr>
          <p:cNvSpPr/>
          <p:nvPr/>
        </p:nvSpPr>
        <p:spPr>
          <a:xfrm>
            <a:off x="6612825" y="7529518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A7DCAF8-711F-03ED-124F-B9BAB6BFED1D}"/>
              </a:ext>
            </a:extLst>
          </p:cNvPr>
          <p:cNvSpPr/>
          <p:nvPr/>
        </p:nvSpPr>
        <p:spPr>
          <a:xfrm>
            <a:off x="6612825" y="7690718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E2D8B67-4A52-6FA0-81B3-9BDBCA4F288D}"/>
              </a:ext>
            </a:extLst>
          </p:cNvPr>
          <p:cNvSpPr/>
          <p:nvPr/>
        </p:nvSpPr>
        <p:spPr>
          <a:xfrm>
            <a:off x="6611922" y="79538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32EB25C-EB8D-2598-CC91-000FC95A11A1}"/>
              </a:ext>
            </a:extLst>
          </p:cNvPr>
          <p:cNvSpPr/>
          <p:nvPr/>
        </p:nvSpPr>
        <p:spPr>
          <a:xfrm>
            <a:off x="6611922" y="81122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9671337-05BB-35A2-C77C-21F84C06D0BA}"/>
              </a:ext>
            </a:extLst>
          </p:cNvPr>
          <p:cNvSpPr/>
          <p:nvPr/>
        </p:nvSpPr>
        <p:spPr>
          <a:xfrm>
            <a:off x="6611922" y="83822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20DEE14-FEA2-5391-A31A-1AC7123AA24C}"/>
              </a:ext>
            </a:extLst>
          </p:cNvPr>
          <p:cNvSpPr/>
          <p:nvPr/>
        </p:nvSpPr>
        <p:spPr>
          <a:xfrm>
            <a:off x="6611922" y="85442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D2728C1-E458-648E-6B80-7BB2E580C190}"/>
              </a:ext>
            </a:extLst>
          </p:cNvPr>
          <p:cNvSpPr/>
          <p:nvPr/>
        </p:nvSpPr>
        <p:spPr>
          <a:xfrm>
            <a:off x="6611922" y="88070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0BC8931-C282-3FA8-55E8-FFFA224757B3}"/>
              </a:ext>
            </a:extLst>
          </p:cNvPr>
          <p:cNvSpPr/>
          <p:nvPr/>
        </p:nvSpPr>
        <p:spPr>
          <a:xfrm>
            <a:off x="6611922" y="89690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1D64D00-E96F-88A9-049D-57FC83660E2B}"/>
              </a:ext>
            </a:extLst>
          </p:cNvPr>
          <p:cNvSpPr txBox="1"/>
          <p:nvPr/>
        </p:nvSpPr>
        <p:spPr>
          <a:xfrm>
            <a:off x="6234291" y="9386574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+3</a:t>
            </a:r>
            <a:r>
              <a:rPr lang="en-US" sz="600" noProof="0" dirty="0"/>
              <a:t> Mod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DA24E58-5832-5D86-910F-A2C9A60546C8}"/>
              </a:ext>
            </a:extLst>
          </p:cNvPr>
          <p:cNvSpPr/>
          <p:nvPr/>
        </p:nvSpPr>
        <p:spPr>
          <a:xfrm>
            <a:off x="6611922" y="92390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4BA3993-3FDB-A1BF-A8BB-1A24654E0495}"/>
              </a:ext>
            </a:extLst>
          </p:cNvPr>
          <p:cNvSpPr/>
          <p:nvPr/>
        </p:nvSpPr>
        <p:spPr>
          <a:xfrm>
            <a:off x="6611922" y="93974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B94A8E7-E60F-38EF-5CF0-3F0436F27043}"/>
              </a:ext>
            </a:extLst>
          </p:cNvPr>
          <p:cNvSpPr txBox="1"/>
          <p:nvPr/>
        </p:nvSpPr>
        <p:spPr>
          <a:xfrm>
            <a:off x="6229962" y="8961407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+3</a:t>
            </a:r>
            <a:r>
              <a:rPr lang="en-US" sz="600" noProof="0" dirty="0"/>
              <a:t> Mod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A63B7CD-FB8A-9A88-3F6E-099FEFD44A91}"/>
              </a:ext>
            </a:extLst>
          </p:cNvPr>
          <p:cNvSpPr txBox="1"/>
          <p:nvPr/>
        </p:nvSpPr>
        <p:spPr>
          <a:xfrm>
            <a:off x="6234061" y="8535909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+3</a:t>
            </a:r>
            <a:r>
              <a:rPr lang="en-US" sz="600" noProof="0" dirty="0"/>
              <a:t> Mod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E942D0C-9786-2633-E2B1-95522F15DA53}"/>
              </a:ext>
            </a:extLst>
          </p:cNvPr>
          <p:cNvSpPr txBox="1"/>
          <p:nvPr/>
        </p:nvSpPr>
        <p:spPr>
          <a:xfrm>
            <a:off x="6232605" y="8108931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+3</a:t>
            </a:r>
            <a:r>
              <a:rPr lang="en-US" sz="600" noProof="0" dirty="0"/>
              <a:t> Mod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500A3B4-001E-D472-6C5D-08E221373E90}"/>
              </a:ext>
            </a:extLst>
          </p:cNvPr>
          <p:cNvSpPr txBox="1"/>
          <p:nvPr/>
        </p:nvSpPr>
        <p:spPr>
          <a:xfrm>
            <a:off x="6232006" y="7680767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+3</a:t>
            </a:r>
            <a:r>
              <a:rPr lang="en-US" sz="600" noProof="0" dirty="0"/>
              <a:t> Mod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9D68529-C8D8-1C05-8763-49CB00D7D65B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</p:spTree>
    <p:extLst>
      <p:ext uri="{BB962C8B-B14F-4D97-AF65-F5344CB8AC3E}">
        <p14:creationId xmlns:p14="http://schemas.microsoft.com/office/powerpoint/2010/main" val="1225662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9DFF0E9-F7EC-9913-670C-80D9EB225A9F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E589BAD-6CA5-CE57-4EB3-FEFE75AD35C2}"/>
              </a:ext>
            </a:extLst>
          </p:cNvPr>
          <p:cNvSpPr/>
          <p:nvPr/>
        </p:nvSpPr>
        <p:spPr>
          <a:xfrm>
            <a:off x="361172" y="655703"/>
            <a:ext cx="722557" cy="359243"/>
          </a:xfrm>
          <a:prstGeom prst="rect">
            <a:avLst/>
          </a:prstGeom>
          <a:noFill/>
          <a:ln w="28575"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ECC5152-78F2-BB28-ACB9-8A7827936D3D}"/>
              </a:ext>
            </a:extLst>
          </p:cNvPr>
          <p:cNvSpPr/>
          <p:nvPr/>
        </p:nvSpPr>
        <p:spPr>
          <a:xfrm>
            <a:off x="361172" y="1081201"/>
            <a:ext cx="72255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1DB28A-873C-56A3-DC1A-BFDBB3EFC4E0}"/>
              </a:ext>
            </a:extLst>
          </p:cNvPr>
          <p:cNvSpPr/>
          <p:nvPr/>
        </p:nvSpPr>
        <p:spPr>
          <a:xfrm>
            <a:off x="361171" y="1506699"/>
            <a:ext cx="72255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E7F73F6-AAD6-2639-1729-78C14C091F9F}"/>
              </a:ext>
            </a:extLst>
          </p:cNvPr>
          <p:cNvSpPr/>
          <p:nvPr/>
        </p:nvSpPr>
        <p:spPr>
          <a:xfrm>
            <a:off x="361170" y="1932197"/>
            <a:ext cx="72255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C3B6D45-32F3-1224-392B-8EE14CBD222B}"/>
              </a:ext>
            </a:extLst>
          </p:cNvPr>
          <p:cNvSpPr/>
          <p:nvPr/>
        </p:nvSpPr>
        <p:spPr>
          <a:xfrm>
            <a:off x="361170" y="2357695"/>
            <a:ext cx="72255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5427A5-A424-7CEC-38FE-3522D7D0ECD6}"/>
              </a:ext>
            </a:extLst>
          </p:cNvPr>
          <p:cNvSpPr txBox="1"/>
          <p:nvPr/>
        </p:nvSpPr>
        <p:spPr>
          <a:xfrm>
            <a:off x="352750" y="459581"/>
            <a:ext cx="787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W10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36FE7E6-1085-427A-2A06-1655A56B683B}"/>
              </a:ext>
            </a:extLst>
          </p:cNvPr>
          <p:cNvSpPr txBox="1"/>
          <p:nvPr/>
        </p:nvSpPr>
        <p:spPr>
          <a:xfrm>
            <a:off x="1778738" y="459574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W10.R1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DA1DA7C-AE1D-E424-C375-A3FD894B28AD}"/>
              </a:ext>
            </a:extLst>
          </p:cNvPr>
          <p:cNvSpPr/>
          <p:nvPr/>
        </p:nvSpPr>
        <p:spPr>
          <a:xfrm>
            <a:off x="1853139" y="655703"/>
            <a:ext cx="864539" cy="359243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43B58ED-9148-D208-3AB6-3330491BB764}"/>
              </a:ext>
            </a:extLst>
          </p:cNvPr>
          <p:cNvSpPr/>
          <p:nvPr/>
        </p:nvSpPr>
        <p:spPr>
          <a:xfrm>
            <a:off x="1853139" y="1081201"/>
            <a:ext cx="87164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68A0CAB-554C-3B7C-3870-3C3D61A5A51B}"/>
              </a:ext>
            </a:extLst>
          </p:cNvPr>
          <p:cNvSpPr/>
          <p:nvPr/>
        </p:nvSpPr>
        <p:spPr>
          <a:xfrm>
            <a:off x="1853137" y="1506699"/>
            <a:ext cx="871649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4678211-6344-0DC3-9344-410804AADEF6}"/>
              </a:ext>
            </a:extLst>
          </p:cNvPr>
          <p:cNvSpPr/>
          <p:nvPr/>
        </p:nvSpPr>
        <p:spPr>
          <a:xfrm>
            <a:off x="1853137" y="1932197"/>
            <a:ext cx="87165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D67C32B-19E8-9DB0-3EE0-741734D5B756}"/>
              </a:ext>
            </a:extLst>
          </p:cNvPr>
          <p:cNvSpPr/>
          <p:nvPr/>
        </p:nvSpPr>
        <p:spPr>
          <a:xfrm>
            <a:off x="1853137" y="2357695"/>
            <a:ext cx="87165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07" name="Elbow Connector 106">
            <a:extLst>
              <a:ext uri="{FF2B5EF4-FFF2-40B4-BE49-F238E27FC236}">
                <a16:creationId xmlns:a16="http://schemas.microsoft.com/office/drawing/2014/main" id="{38A37EB7-D810-2013-70C0-E77522E1920F}"/>
              </a:ext>
            </a:extLst>
          </p:cNvPr>
          <p:cNvCxnSpPr>
            <a:cxnSpLocks/>
            <a:stCxn id="98" idx="1"/>
            <a:endCxn id="99" idx="1"/>
          </p:cNvCxnSpPr>
          <p:nvPr/>
        </p:nvCxnSpPr>
        <p:spPr>
          <a:xfrm rot="10800000" flipV="1">
            <a:off x="1853139" y="835325"/>
            <a:ext cx="12700" cy="425498"/>
          </a:xfrm>
          <a:prstGeom prst="bentConnector3">
            <a:avLst>
              <a:gd name="adj1" fmla="val 2433803"/>
            </a:avLst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A2EE057D-4A92-B978-FBD3-79210A8A0999}"/>
              </a:ext>
            </a:extLst>
          </p:cNvPr>
          <p:cNvSpPr txBox="1">
            <a:spLocks/>
          </p:cNvSpPr>
          <p:nvPr/>
        </p:nvSpPr>
        <p:spPr>
          <a:xfrm>
            <a:off x="1531414" y="1026248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x2</a:t>
            </a:r>
          </a:p>
        </p:txBody>
      </p:sp>
      <p:cxnSp>
        <p:nvCxnSpPr>
          <p:cNvPr id="127" name="Elbow Connector 126">
            <a:extLst>
              <a:ext uri="{FF2B5EF4-FFF2-40B4-BE49-F238E27FC236}">
                <a16:creationId xmlns:a16="http://schemas.microsoft.com/office/drawing/2014/main" id="{A37D2884-8CE8-B6A2-C999-BFF69C835309}"/>
              </a:ext>
            </a:extLst>
          </p:cNvPr>
          <p:cNvCxnSpPr>
            <a:cxnSpLocks/>
            <a:endCxn id="100" idx="1"/>
          </p:cNvCxnSpPr>
          <p:nvPr/>
        </p:nvCxnSpPr>
        <p:spPr>
          <a:xfrm rot="16200000" flipH="1">
            <a:off x="1245976" y="1079160"/>
            <a:ext cx="850996" cy="363326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3" name="Elbow Connector 142">
            <a:extLst>
              <a:ext uri="{FF2B5EF4-FFF2-40B4-BE49-F238E27FC236}">
                <a16:creationId xmlns:a16="http://schemas.microsoft.com/office/drawing/2014/main" id="{56528FDA-29B2-E883-11D0-0A9E15EEE0D3}"/>
              </a:ext>
            </a:extLst>
          </p:cNvPr>
          <p:cNvCxnSpPr>
            <a:cxnSpLocks/>
            <a:endCxn id="101" idx="1"/>
          </p:cNvCxnSpPr>
          <p:nvPr/>
        </p:nvCxnSpPr>
        <p:spPr>
          <a:xfrm rot="16200000" flipH="1">
            <a:off x="995955" y="1254637"/>
            <a:ext cx="1276498" cy="437866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6" name="Elbow Connector 145">
            <a:extLst>
              <a:ext uri="{FF2B5EF4-FFF2-40B4-BE49-F238E27FC236}">
                <a16:creationId xmlns:a16="http://schemas.microsoft.com/office/drawing/2014/main" id="{E32F9306-73EA-D59E-F2E8-F5D4A91854C3}"/>
              </a:ext>
            </a:extLst>
          </p:cNvPr>
          <p:cNvCxnSpPr>
            <a:cxnSpLocks/>
            <a:endCxn id="102" idx="1"/>
          </p:cNvCxnSpPr>
          <p:nvPr/>
        </p:nvCxnSpPr>
        <p:spPr>
          <a:xfrm rot="16200000" flipH="1">
            <a:off x="747680" y="1431860"/>
            <a:ext cx="1701996" cy="508918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8150B952-A39E-CE02-52FE-54B74407763E}"/>
              </a:ext>
            </a:extLst>
          </p:cNvPr>
          <p:cNvSpPr txBox="1"/>
          <p:nvPr/>
        </p:nvSpPr>
        <p:spPr>
          <a:xfrm>
            <a:off x="1516624" y="1459701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x3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6785F86-F02B-4674-8381-982C69009EDE}"/>
              </a:ext>
            </a:extLst>
          </p:cNvPr>
          <p:cNvSpPr txBox="1"/>
          <p:nvPr/>
        </p:nvSpPr>
        <p:spPr>
          <a:xfrm>
            <a:off x="1516623" y="1883880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x4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3C2941E-AB1E-435C-0921-9CC9B2607FB9}"/>
              </a:ext>
            </a:extLst>
          </p:cNvPr>
          <p:cNvSpPr txBox="1"/>
          <p:nvPr/>
        </p:nvSpPr>
        <p:spPr>
          <a:xfrm>
            <a:off x="1501836" y="230900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x5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E3DA89C9-039D-9139-510B-E8E90637F0CF}"/>
              </a:ext>
            </a:extLst>
          </p:cNvPr>
          <p:cNvCxnSpPr>
            <a:cxnSpLocks/>
          </p:cNvCxnSpPr>
          <p:nvPr/>
        </p:nvCxnSpPr>
        <p:spPr>
          <a:xfrm>
            <a:off x="1334839" y="835320"/>
            <a:ext cx="254357" cy="0"/>
          </a:xfrm>
          <a:prstGeom prst="line">
            <a:avLst/>
          </a:prstGeom>
          <a:ln w="9525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D12601B4-DBB3-7B90-8DE2-6D25B5FB13C2}"/>
              </a:ext>
            </a:extLst>
          </p:cNvPr>
          <p:cNvSpPr txBox="1"/>
          <p:nvPr/>
        </p:nvSpPr>
        <p:spPr>
          <a:xfrm>
            <a:off x="2710148" y="65065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1B77402-C76B-7AAF-7631-515855822687}"/>
              </a:ext>
            </a:extLst>
          </p:cNvPr>
          <p:cNvSpPr txBox="1"/>
          <p:nvPr/>
        </p:nvSpPr>
        <p:spPr>
          <a:xfrm>
            <a:off x="3422967" y="459572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W10.R2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9E63A247-552E-5251-51CA-CEE16EDE8C42}"/>
              </a:ext>
            </a:extLst>
          </p:cNvPr>
          <p:cNvSpPr/>
          <p:nvPr/>
        </p:nvSpPr>
        <p:spPr>
          <a:xfrm>
            <a:off x="3486132" y="661960"/>
            <a:ext cx="864539" cy="359243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67DCBC86-D289-4707-8579-52172AA43F61}"/>
              </a:ext>
            </a:extLst>
          </p:cNvPr>
          <p:cNvSpPr/>
          <p:nvPr/>
        </p:nvSpPr>
        <p:spPr>
          <a:xfrm>
            <a:off x="3486132" y="1087458"/>
            <a:ext cx="87164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389C63D7-F522-A0FB-2A0C-0A7069D0AFA3}"/>
              </a:ext>
            </a:extLst>
          </p:cNvPr>
          <p:cNvSpPr/>
          <p:nvPr/>
        </p:nvSpPr>
        <p:spPr>
          <a:xfrm>
            <a:off x="3486130" y="1512956"/>
            <a:ext cx="871649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591095F6-CEAC-35A9-BE12-04A80C846E22}"/>
              </a:ext>
            </a:extLst>
          </p:cNvPr>
          <p:cNvSpPr/>
          <p:nvPr/>
        </p:nvSpPr>
        <p:spPr>
          <a:xfrm>
            <a:off x="3486130" y="1938454"/>
            <a:ext cx="87165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7CAA567C-725D-E8D5-561E-93455C328763}"/>
              </a:ext>
            </a:extLst>
          </p:cNvPr>
          <p:cNvSpPr/>
          <p:nvPr/>
        </p:nvSpPr>
        <p:spPr>
          <a:xfrm>
            <a:off x="3486130" y="2363952"/>
            <a:ext cx="87165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2" name="Elbow Connector 181">
            <a:extLst>
              <a:ext uri="{FF2B5EF4-FFF2-40B4-BE49-F238E27FC236}">
                <a16:creationId xmlns:a16="http://schemas.microsoft.com/office/drawing/2014/main" id="{7DF6FD0D-2E72-9C20-4798-089EA77E9461}"/>
              </a:ext>
            </a:extLst>
          </p:cNvPr>
          <p:cNvCxnSpPr>
            <a:cxnSpLocks/>
            <a:stCxn id="177" idx="1"/>
            <a:endCxn id="178" idx="1"/>
          </p:cNvCxnSpPr>
          <p:nvPr/>
        </p:nvCxnSpPr>
        <p:spPr>
          <a:xfrm rot="10800000" flipV="1">
            <a:off x="3486132" y="841582"/>
            <a:ext cx="12700" cy="425498"/>
          </a:xfrm>
          <a:prstGeom prst="bentConnector3">
            <a:avLst>
              <a:gd name="adj1" fmla="val 2433803"/>
            </a:avLst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3992E111-57A8-3032-C17A-DF533A65DEBD}"/>
              </a:ext>
            </a:extLst>
          </p:cNvPr>
          <p:cNvSpPr txBox="1">
            <a:spLocks/>
          </p:cNvSpPr>
          <p:nvPr/>
        </p:nvSpPr>
        <p:spPr>
          <a:xfrm>
            <a:off x="3164407" y="1032505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x4</a:t>
            </a:r>
          </a:p>
        </p:txBody>
      </p:sp>
      <p:cxnSp>
        <p:nvCxnSpPr>
          <p:cNvPr id="184" name="Elbow Connector 183">
            <a:extLst>
              <a:ext uri="{FF2B5EF4-FFF2-40B4-BE49-F238E27FC236}">
                <a16:creationId xmlns:a16="http://schemas.microsoft.com/office/drawing/2014/main" id="{55CFE194-F918-5C62-9497-FA14B921A3C4}"/>
              </a:ext>
            </a:extLst>
          </p:cNvPr>
          <p:cNvCxnSpPr>
            <a:cxnSpLocks/>
            <a:endCxn id="179" idx="1"/>
          </p:cNvCxnSpPr>
          <p:nvPr/>
        </p:nvCxnSpPr>
        <p:spPr>
          <a:xfrm rot="16200000" flipH="1">
            <a:off x="2878969" y="1085417"/>
            <a:ext cx="850996" cy="363326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5" name="Elbow Connector 184">
            <a:extLst>
              <a:ext uri="{FF2B5EF4-FFF2-40B4-BE49-F238E27FC236}">
                <a16:creationId xmlns:a16="http://schemas.microsoft.com/office/drawing/2014/main" id="{AF0CDE28-E6A9-1FF6-5B1B-0D7C421868B5}"/>
              </a:ext>
            </a:extLst>
          </p:cNvPr>
          <p:cNvCxnSpPr>
            <a:cxnSpLocks/>
            <a:endCxn id="180" idx="1"/>
          </p:cNvCxnSpPr>
          <p:nvPr/>
        </p:nvCxnSpPr>
        <p:spPr>
          <a:xfrm rot="16200000" flipH="1">
            <a:off x="2628948" y="1260894"/>
            <a:ext cx="1276498" cy="437866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6" name="Elbow Connector 185">
            <a:extLst>
              <a:ext uri="{FF2B5EF4-FFF2-40B4-BE49-F238E27FC236}">
                <a16:creationId xmlns:a16="http://schemas.microsoft.com/office/drawing/2014/main" id="{C18B9EDD-2A67-5EE5-CC44-31E2F5E0B469}"/>
              </a:ext>
            </a:extLst>
          </p:cNvPr>
          <p:cNvCxnSpPr>
            <a:cxnSpLocks/>
            <a:endCxn id="181" idx="1"/>
          </p:cNvCxnSpPr>
          <p:nvPr/>
        </p:nvCxnSpPr>
        <p:spPr>
          <a:xfrm rot="16200000" flipH="1">
            <a:off x="2380673" y="1438117"/>
            <a:ext cx="1701996" cy="508918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DF285E21-86A0-0FA2-E26E-F64D7B7356B8}"/>
              </a:ext>
            </a:extLst>
          </p:cNvPr>
          <p:cNvSpPr txBox="1"/>
          <p:nvPr/>
        </p:nvSpPr>
        <p:spPr>
          <a:xfrm>
            <a:off x="3149617" y="1465958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x9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1B06B6BA-EA11-8B95-0ABC-FF8242405ADB}"/>
              </a:ext>
            </a:extLst>
          </p:cNvPr>
          <p:cNvSpPr txBox="1"/>
          <p:nvPr/>
        </p:nvSpPr>
        <p:spPr>
          <a:xfrm>
            <a:off x="3115151" y="1890137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x16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695C1BDD-BE8E-2F9F-DF7F-C6C93526412A}"/>
              </a:ext>
            </a:extLst>
          </p:cNvPr>
          <p:cNvSpPr txBox="1"/>
          <p:nvPr/>
        </p:nvSpPr>
        <p:spPr>
          <a:xfrm>
            <a:off x="3100364" y="2315264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x25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252E1DF-BDBD-D32F-F8D5-9BA70920366B}"/>
              </a:ext>
            </a:extLst>
          </p:cNvPr>
          <p:cNvCxnSpPr>
            <a:cxnSpLocks/>
          </p:cNvCxnSpPr>
          <p:nvPr/>
        </p:nvCxnSpPr>
        <p:spPr>
          <a:xfrm>
            <a:off x="2967832" y="841577"/>
            <a:ext cx="254357" cy="0"/>
          </a:xfrm>
          <a:prstGeom prst="line">
            <a:avLst/>
          </a:prstGeom>
          <a:ln w="9525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1BFA5C08-A4A6-85B9-B5A2-F53FA0FF1E81}"/>
              </a:ext>
            </a:extLst>
          </p:cNvPr>
          <p:cNvSpPr txBox="1"/>
          <p:nvPr/>
        </p:nvSpPr>
        <p:spPr>
          <a:xfrm>
            <a:off x="2713368" y="1078059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D9734090-D78F-556D-8E63-8050410465A8}"/>
              </a:ext>
            </a:extLst>
          </p:cNvPr>
          <p:cNvSpPr txBox="1"/>
          <p:nvPr/>
        </p:nvSpPr>
        <p:spPr>
          <a:xfrm>
            <a:off x="2713368" y="149846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10431365-5150-4000-3785-0CAA98453940}"/>
              </a:ext>
            </a:extLst>
          </p:cNvPr>
          <p:cNvSpPr txBox="1"/>
          <p:nvPr/>
        </p:nvSpPr>
        <p:spPr>
          <a:xfrm>
            <a:off x="2713368" y="1930205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30C8F69E-3EB6-7D81-D32F-1270ABEC0DB5}"/>
              </a:ext>
            </a:extLst>
          </p:cNvPr>
          <p:cNvSpPr txBox="1"/>
          <p:nvPr/>
        </p:nvSpPr>
        <p:spPr>
          <a:xfrm>
            <a:off x="2713368" y="2353369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9F77D25A-DA31-9599-F887-C5A6F1AAC8BC}"/>
              </a:ext>
            </a:extLst>
          </p:cNvPr>
          <p:cNvSpPr txBox="1"/>
          <p:nvPr/>
        </p:nvSpPr>
        <p:spPr>
          <a:xfrm>
            <a:off x="1078898" y="65065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BE8ACF3F-6DB2-4D93-3DEE-4EF77EEAC144}"/>
              </a:ext>
            </a:extLst>
          </p:cNvPr>
          <p:cNvSpPr txBox="1"/>
          <p:nvPr/>
        </p:nvSpPr>
        <p:spPr>
          <a:xfrm>
            <a:off x="1082118" y="1078059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9A879-FEB0-132E-EF00-4B8123987BF0}"/>
              </a:ext>
            </a:extLst>
          </p:cNvPr>
          <p:cNvSpPr txBox="1"/>
          <p:nvPr/>
        </p:nvSpPr>
        <p:spPr>
          <a:xfrm>
            <a:off x="1082118" y="149846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1A17ADC3-34C0-42C4-0507-3CDD57BBDDC5}"/>
              </a:ext>
            </a:extLst>
          </p:cNvPr>
          <p:cNvSpPr txBox="1"/>
          <p:nvPr/>
        </p:nvSpPr>
        <p:spPr>
          <a:xfrm>
            <a:off x="1082118" y="1930205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3CE2F034-6E07-44B3-9209-7F38A5C2F2C2}"/>
              </a:ext>
            </a:extLst>
          </p:cNvPr>
          <p:cNvSpPr txBox="1"/>
          <p:nvPr/>
        </p:nvSpPr>
        <p:spPr>
          <a:xfrm>
            <a:off x="1082118" y="2353369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B356EAB5-946C-4455-F225-0EC02DACEBFF}"/>
              </a:ext>
            </a:extLst>
          </p:cNvPr>
          <p:cNvSpPr txBox="1"/>
          <p:nvPr/>
        </p:nvSpPr>
        <p:spPr>
          <a:xfrm>
            <a:off x="4336143" y="712209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4C93D9F2-E36A-ABB9-E5E7-DC48A68A98F7}"/>
              </a:ext>
            </a:extLst>
          </p:cNvPr>
          <p:cNvSpPr txBox="1"/>
          <p:nvPr/>
        </p:nvSpPr>
        <p:spPr>
          <a:xfrm>
            <a:off x="5496858" y="722038"/>
            <a:ext cx="622208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W10.S1</a:t>
            </a: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4BD8ED64-728D-BE40-EC73-0156A083B6A0}"/>
              </a:ext>
            </a:extLst>
          </p:cNvPr>
          <p:cNvSpPr/>
          <p:nvPr/>
        </p:nvSpPr>
        <p:spPr>
          <a:xfrm>
            <a:off x="4802400" y="666249"/>
            <a:ext cx="722557" cy="35924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012A86FD-EB5B-9F20-4250-1B4679FC225F}"/>
              </a:ext>
            </a:extLst>
          </p:cNvPr>
          <p:cNvSpPr/>
          <p:nvPr/>
        </p:nvSpPr>
        <p:spPr>
          <a:xfrm>
            <a:off x="4802400" y="1091747"/>
            <a:ext cx="722557" cy="3592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9FE7CD5B-4221-AB3D-1B6D-60DF4A11731B}"/>
              </a:ext>
            </a:extLst>
          </p:cNvPr>
          <p:cNvSpPr/>
          <p:nvPr/>
        </p:nvSpPr>
        <p:spPr>
          <a:xfrm>
            <a:off x="4802400" y="1517245"/>
            <a:ext cx="722557" cy="359243"/>
          </a:xfrm>
          <a:prstGeom prst="rect">
            <a:avLst/>
          </a:prstGeom>
          <a:noFill/>
          <a:ln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65732AD-8F0C-6D1C-03A6-61AA6B6A8B14}"/>
              </a:ext>
            </a:extLst>
          </p:cNvPr>
          <p:cNvSpPr/>
          <p:nvPr/>
        </p:nvSpPr>
        <p:spPr>
          <a:xfrm>
            <a:off x="4802400" y="1942743"/>
            <a:ext cx="722557" cy="35924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3CA35BE1-B30F-2700-B668-67C55D187785}"/>
              </a:ext>
            </a:extLst>
          </p:cNvPr>
          <p:cNvSpPr/>
          <p:nvPr/>
        </p:nvSpPr>
        <p:spPr>
          <a:xfrm>
            <a:off x="4802400" y="2368241"/>
            <a:ext cx="722557" cy="35924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FA955A86-1554-83A3-3E4A-BA8D714D58A2}"/>
              </a:ext>
            </a:extLst>
          </p:cNvPr>
          <p:cNvSpPr txBox="1"/>
          <p:nvPr/>
        </p:nvSpPr>
        <p:spPr>
          <a:xfrm>
            <a:off x="4340376" y="1139614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0BDB347-53D5-F71B-F55E-53EFFBDE7C06}"/>
              </a:ext>
            </a:extLst>
          </p:cNvPr>
          <p:cNvSpPr txBox="1"/>
          <p:nvPr/>
        </p:nvSpPr>
        <p:spPr>
          <a:xfrm>
            <a:off x="4340835" y="1548593"/>
            <a:ext cx="5229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01550370-E1CA-CC0C-DED3-5B447E072F26}"/>
              </a:ext>
            </a:extLst>
          </p:cNvPr>
          <p:cNvSpPr txBox="1"/>
          <p:nvPr/>
        </p:nvSpPr>
        <p:spPr>
          <a:xfrm>
            <a:off x="4341734" y="1987035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0BAC42F3-4635-03AC-170D-09004E734D16}"/>
              </a:ext>
            </a:extLst>
          </p:cNvPr>
          <p:cNvSpPr txBox="1"/>
          <p:nvPr/>
        </p:nvSpPr>
        <p:spPr>
          <a:xfrm>
            <a:off x="4340087" y="2424818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ED40151D-5759-16FE-6657-23C1782B36D1}"/>
              </a:ext>
            </a:extLst>
          </p:cNvPr>
          <p:cNvSpPr txBox="1"/>
          <p:nvPr/>
        </p:nvSpPr>
        <p:spPr>
          <a:xfrm>
            <a:off x="5496859" y="1148516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W10.S2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699BA70D-0BF3-83C9-98D2-2DCEFF65CDF3}"/>
              </a:ext>
            </a:extLst>
          </p:cNvPr>
          <p:cNvSpPr txBox="1"/>
          <p:nvPr/>
        </p:nvSpPr>
        <p:spPr>
          <a:xfrm>
            <a:off x="5497954" y="1575145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W10.S3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D12F5D04-6EC9-2A6A-A773-789FDC90FC6E}"/>
              </a:ext>
            </a:extLst>
          </p:cNvPr>
          <p:cNvSpPr txBox="1"/>
          <p:nvPr/>
        </p:nvSpPr>
        <p:spPr>
          <a:xfrm>
            <a:off x="5497954" y="2001623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W10.S4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90A39020-C440-51CC-82EB-CCB81123E57C}"/>
              </a:ext>
            </a:extLst>
          </p:cNvPr>
          <p:cNvSpPr txBox="1"/>
          <p:nvPr/>
        </p:nvSpPr>
        <p:spPr>
          <a:xfrm>
            <a:off x="5496859" y="2422671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W10.S5</a:t>
            </a: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5E67941C-EDCC-6EF9-DD80-D21907A2AA65}"/>
              </a:ext>
            </a:extLst>
          </p:cNvPr>
          <p:cNvSpPr/>
          <p:nvPr/>
        </p:nvSpPr>
        <p:spPr>
          <a:xfrm>
            <a:off x="356341" y="7484746"/>
            <a:ext cx="722557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01F4ADEA-ED57-5A96-3ED8-7B74F42F5E7A}"/>
              </a:ext>
            </a:extLst>
          </p:cNvPr>
          <p:cNvSpPr/>
          <p:nvPr/>
        </p:nvSpPr>
        <p:spPr>
          <a:xfrm>
            <a:off x="356341" y="7910244"/>
            <a:ext cx="72255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071B9C17-8ACC-EA57-3956-9361E1551A76}"/>
              </a:ext>
            </a:extLst>
          </p:cNvPr>
          <p:cNvSpPr/>
          <p:nvPr/>
        </p:nvSpPr>
        <p:spPr>
          <a:xfrm>
            <a:off x="356340" y="8335742"/>
            <a:ext cx="72255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E8802721-4777-4CB6-FCB2-941EB4F41A06}"/>
              </a:ext>
            </a:extLst>
          </p:cNvPr>
          <p:cNvSpPr/>
          <p:nvPr/>
        </p:nvSpPr>
        <p:spPr>
          <a:xfrm>
            <a:off x="356339" y="8761240"/>
            <a:ext cx="72255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99C756E2-2422-C889-8E23-F289CEA90548}"/>
              </a:ext>
            </a:extLst>
          </p:cNvPr>
          <p:cNvSpPr/>
          <p:nvPr/>
        </p:nvSpPr>
        <p:spPr>
          <a:xfrm>
            <a:off x="356339" y="9186738"/>
            <a:ext cx="72255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32C6F720-2A71-1231-90F8-922386280EC9}"/>
              </a:ext>
            </a:extLst>
          </p:cNvPr>
          <p:cNvSpPr txBox="1"/>
          <p:nvPr/>
        </p:nvSpPr>
        <p:spPr>
          <a:xfrm>
            <a:off x="41292" y="7288624"/>
            <a:ext cx="13567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W10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W11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W12</a:t>
            </a:r>
            <a:r>
              <a:rPr lang="en-US" sz="1000" b="1" noProof="0" dirty="0"/>
              <a:t>+4</a:t>
            </a:r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80E3F286-41E3-D94B-4784-8C5688B7CC5D}"/>
              </a:ext>
            </a:extLst>
          </p:cNvPr>
          <p:cNvSpPr txBox="1"/>
          <p:nvPr/>
        </p:nvSpPr>
        <p:spPr>
          <a:xfrm>
            <a:off x="1336235" y="7288617"/>
            <a:ext cx="18934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97132"/>
                </a:solidFill>
              </a:rPr>
              <a:t>W10.R1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W11.R1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W12.R1</a:t>
            </a:r>
            <a:endParaRPr lang="en-US" sz="1000" noProof="0" dirty="0"/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D70A748E-69DE-2C66-B82F-9D1E6D51B6B2}"/>
              </a:ext>
            </a:extLst>
          </p:cNvPr>
          <p:cNvSpPr/>
          <p:nvPr/>
        </p:nvSpPr>
        <p:spPr>
          <a:xfrm>
            <a:off x="1848308" y="7484746"/>
            <a:ext cx="864539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BC896361-FF36-6473-4D16-D4CAC699921B}"/>
              </a:ext>
            </a:extLst>
          </p:cNvPr>
          <p:cNvSpPr/>
          <p:nvPr/>
        </p:nvSpPr>
        <p:spPr>
          <a:xfrm>
            <a:off x="1848308" y="7910244"/>
            <a:ext cx="87164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CA2EE003-A86B-BA9D-99D1-60BC58C486D3}"/>
              </a:ext>
            </a:extLst>
          </p:cNvPr>
          <p:cNvSpPr/>
          <p:nvPr/>
        </p:nvSpPr>
        <p:spPr>
          <a:xfrm>
            <a:off x="1848306" y="8335742"/>
            <a:ext cx="871649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BB14ECAF-7DBE-0431-113D-AB217E5C2F16}"/>
              </a:ext>
            </a:extLst>
          </p:cNvPr>
          <p:cNvSpPr/>
          <p:nvPr/>
        </p:nvSpPr>
        <p:spPr>
          <a:xfrm>
            <a:off x="1848306" y="8761240"/>
            <a:ext cx="871650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D3046548-8169-5987-4068-39EDFB28027A}"/>
              </a:ext>
            </a:extLst>
          </p:cNvPr>
          <p:cNvSpPr/>
          <p:nvPr/>
        </p:nvSpPr>
        <p:spPr>
          <a:xfrm>
            <a:off x="1848306" y="9186738"/>
            <a:ext cx="871650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69" name="Elbow Connector 368">
            <a:extLst>
              <a:ext uri="{FF2B5EF4-FFF2-40B4-BE49-F238E27FC236}">
                <a16:creationId xmlns:a16="http://schemas.microsoft.com/office/drawing/2014/main" id="{13473A79-81BA-FC8C-6B30-C721CAD8E019}"/>
              </a:ext>
            </a:extLst>
          </p:cNvPr>
          <p:cNvCxnSpPr>
            <a:cxnSpLocks/>
            <a:stCxn id="364" idx="1"/>
            <a:endCxn id="365" idx="1"/>
          </p:cNvCxnSpPr>
          <p:nvPr/>
        </p:nvCxnSpPr>
        <p:spPr>
          <a:xfrm rot="10800000" flipV="1">
            <a:off x="1848308" y="7664368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0" name="TextBox 369">
            <a:extLst>
              <a:ext uri="{FF2B5EF4-FFF2-40B4-BE49-F238E27FC236}">
                <a16:creationId xmlns:a16="http://schemas.microsoft.com/office/drawing/2014/main" id="{4C3BACD6-CB7A-1185-FF0E-4A4732BF57CF}"/>
              </a:ext>
            </a:extLst>
          </p:cNvPr>
          <p:cNvSpPr txBox="1">
            <a:spLocks/>
          </p:cNvSpPr>
          <p:nvPr/>
        </p:nvSpPr>
        <p:spPr>
          <a:xfrm>
            <a:off x="1526583" y="7855291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x2</a:t>
            </a:r>
          </a:p>
        </p:txBody>
      </p:sp>
      <p:cxnSp>
        <p:nvCxnSpPr>
          <p:cNvPr id="371" name="Elbow Connector 370">
            <a:extLst>
              <a:ext uri="{FF2B5EF4-FFF2-40B4-BE49-F238E27FC236}">
                <a16:creationId xmlns:a16="http://schemas.microsoft.com/office/drawing/2014/main" id="{B7859023-CC19-7FD9-AB82-07357112E78D}"/>
              </a:ext>
            </a:extLst>
          </p:cNvPr>
          <p:cNvCxnSpPr>
            <a:cxnSpLocks/>
            <a:endCxn id="366" idx="1"/>
          </p:cNvCxnSpPr>
          <p:nvPr/>
        </p:nvCxnSpPr>
        <p:spPr>
          <a:xfrm rot="16200000" flipH="1">
            <a:off x="1241145" y="7908203"/>
            <a:ext cx="850996" cy="363326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2" name="Elbow Connector 371">
            <a:extLst>
              <a:ext uri="{FF2B5EF4-FFF2-40B4-BE49-F238E27FC236}">
                <a16:creationId xmlns:a16="http://schemas.microsoft.com/office/drawing/2014/main" id="{2FDD5A8E-BD75-B33F-03DA-52F3AC4F07A6}"/>
              </a:ext>
            </a:extLst>
          </p:cNvPr>
          <p:cNvCxnSpPr>
            <a:cxnSpLocks/>
            <a:endCxn id="367" idx="1"/>
          </p:cNvCxnSpPr>
          <p:nvPr/>
        </p:nvCxnSpPr>
        <p:spPr>
          <a:xfrm rot="16200000" flipH="1">
            <a:off x="991124" y="8083680"/>
            <a:ext cx="1276498" cy="437866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3" name="Elbow Connector 372">
            <a:extLst>
              <a:ext uri="{FF2B5EF4-FFF2-40B4-BE49-F238E27FC236}">
                <a16:creationId xmlns:a16="http://schemas.microsoft.com/office/drawing/2014/main" id="{F07DD8A2-E16D-0ED8-728B-93B94FCC0B92}"/>
              </a:ext>
            </a:extLst>
          </p:cNvPr>
          <p:cNvCxnSpPr>
            <a:cxnSpLocks/>
            <a:endCxn id="368" idx="1"/>
          </p:cNvCxnSpPr>
          <p:nvPr/>
        </p:nvCxnSpPr>
        <p:spPr>
          <a:xfrm rot="16200000" flipH="1">
            <a:off x="742849" y="8260903"/>
            <a:ext cx="1701996" cy="508918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4" name="TextBox 373">
            <a:extLst>
              <a:ext uri="{FF2B5EF4-FFF2-40B4-BE49-F238E27FC236}">
                <a16:creationId xmlns:a16="http://schemas.microsoft.com/office/drawing/2014/main" id="{E88397AF-A6E0-F620-3C58-1B8BB834CFB4}"/>
              </a:ext>
            </a:extLst>
          </p:cNvPr>
          <p:cNvSpPr txBox="1"/>
          <p:nvPr/>
        </p:nvSpPr>
        <p:spPr>
          <a:xfrm>
            <a:off x="1511793" y="8288744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x3</a:t>
            </a: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442492E5-FBEA-B949-C6BA-B1551A1A4029}"/>
              </a:ext>
            </a:extLst>
          </p:cNvPr>
          <p:cNvSpPr txBox="1"/>
          <p:nvPr/>
        </p:nvSpPr>
        <p:spPr>
          <a:xfrm>
            <a:off x="1511792" y="8712923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x4</a:t>
            </a: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03124403-64AD-C318-6156-D582D984D95E}"/>
              </a:ext>
            </a:extLst>
          </p:cNvPr>
          <p:cNvSpPr txBox="1"/>
          <p:nvPr/>
        </p:nvSpPr>
        <p:spPr>
          <a:xfrm>
            <a:off x="1497005" y="9138050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x5</a:t>
            </a:r>
          </a:p>
        </p:txBody>
      </p:sp>
      <p:cxnSp>
        <p:nvCxnSpPr>
          <p:cNvPr id="377" name="Straight Connector 376">
            <a:extLst>
              <a:ext uri="{FF2B5EF4-FFF2-40B4-BE49-F238E27FC236}">
                <a16:creationId xmlns:a16="http://schemas.microsoft.com/office/drawing/2014/main" id="{9A6A96E1-9830-044D-EB63-47C20C3D4DBE}"/>
              </a:ext>
            </a:extLst>
          </p:cNvPr>
          <p:cNvCxnSpPr>
            <a:cxnSpLocks/>
          </p:cNvCxnSpPr>
          <p:nvPr/>
        </p:nvCxnSpPr>
        <p:spPr>
          <a:xfrm>
            <a:off x="1330008" y="7664363"/>
            <a:ext cx="254357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D3B713BE-AD85-40B0-4FE5-5C4E0FC5929A}"/>
              </a:ext>
            </a:extLst>
          </p:cNvPr>
          <p:cNvSpPr txBox="1"/>
          <p:nvPr/>
        </p:nvSpPr>
        <p:spPr>
          <a:xfrm>
            <a:off x="2705317" y="747969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7B1D8E2C-30D2-96F0-DA9E-AB32DF442EB1}"/>
              </a:ext>
            </a:extLst>
          </p:cNvPr>
          <p:cNvSpPr txBox="1"/>
          <p:nvPr/>
        </p:nvSpPr>
        <p:spPr>
          <a:xfrm>
            <a:off x="2948400" y="7290000"/>
            <a:ext cx="19375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W10.R2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W11.R2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W12.R2</a:t>
            </a:r>
            <a:endParaRPr lang="en-US" sz="1000" noProof="0" dirty="0"/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A0E60E46-FB2F-B675-6C15-25171B4AD6E7}"/>
              </a:ext>
            </a:extLst>
          </p:cNvPr>
          <p:cNvSpPr/>
          <p:nvPr/>
        </p:nvSpPr>
        <p:spPr>
          <a:xfrm>
            <a:off x="3481301" y="7491003"/>
            <a:ext cx="864539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7577C829-0B44-7A94-AE1B-9506B37E0A73}"/>
              </a:ext>
            </a:extLst>
          </p:cNvPr>
          <p:cNvSpPr/>
          <p:nvPr/>
        </p:nvSpPr>
        <p:spPr>
          <a:xfrm>
            <a:off x="3481301" y="7916501"/>
            <a:ext cx="87164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156D1F46-675E-05E7-4A98-FFB9935913AD}"/>
              </a:ext>
            </a:extLst>
          </p:cNvPr>
          <p:cNvSpPr/>
          <p:nvPr/>
        </p:nvSpPr>
        <p:spPr>
          <a:xfrm>
            <a:off x="3481299" y="8341999"/>
            <a:ext cx="871649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9154664C-00B4-7681-EA21-57ACE85B655F}"/>
              </a:ext>
            </a:extLst>
          </p:cNvPr>
          <p:cNvSpPr/>
          <p:nvPr/>
        </p:nvSpPr>
        <p:spPr>
          <a:xfrm>
            <a:off x="3481299" y="8767497"/>
            <a:ext cx="871650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0DE64335-0BB6-8BE2-0D48-6B3B5615EC8E}"/>
              </a:ext>
            </a:extLst>
          </p:cNvPr>
          <p:cNvSpPr/>
          <p:nvPr/>
        </p:nvSpPr>
        <p:spPr>
          <a:xfrm>
            <a:off x="3481299" y="9192995"/>
            <a:ext cx="871650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85" name="Elbow Connector 384">
            <a:extLst>
              <a:ext uri="{FF2B5EF4-FFF2-40B4-BE49-F238E27FC236}">
                <a16:creationId xmlns:a16="http://schemas.microsoft.com/office/drawing/2014/main" id="{2656734B-FFC4-5CE9-BFBF-C7FB3111B545}"/>
              </a:ext>
            </a:extLst>
          </p:cNvPr>
          <p:cNvCxnSpPr>
            <a:cxnSpLocks/>
            <a:stCxn id="380" idx="1"/>
            <a:endCxn id="381" idx="1"/>
          </p:cNvCxnSpPr>
          <p:nvPr/>
        </p:nvCxnSpPr>
        <p:spPr>
          <a:xfrm rot="10800000" flipV="1">
            <a:off x="3481301" y="7670625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6" name="TextBox 385">
            <a:extLst>
              <a:ext uri="{FF2B5EF4-FFF2-40B4-BE49-F238E27FC236}">
                <a16:creationId xmlns:a16="http://schemas.microsoft.com/office/drawing/2014/main" id="{C750C1B1-31DB-774B-169E-1BE0C4291FAA}"/>
              </a:ext>
            </a:extLst>
          </p:cNvPr>
          <p:cNvSpPr txBox="1">
            <a:spLocks/>
          </p:cNvSpPr>
          <p:nvPr/>
        </p:nvSpPr>
        <p:spPr>
          <a:xfrm>
            <a:off x="3159576" y="7861548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x4</a:t>
            </a:r>
          </a:p>
        </p:txBody>
      </p:sp>
      <p:cxnSp>
        <p:nvCxnSpPr>
          <p:cNvPr id="387" name="Elbow Connector 386">
            <a:extLst>
              <a:ext uri="{FF2B5EF4-FFF2-40B4-BE49-F238E27FC236}">
                <a16:creationId xmlns:a16="http://schemas.microsoft.com/office/drawing/2014/main" id="{37C8B93E-E3F5-9A38-B923-34A8E597F477}"/>
              </a:ext>
            </a:extLst>
          </p:cNvPr>
          <p:cNvCxnSpPr>
            <a:cxnSpLocks/>
            <a:endCxn id="382" idx="1"/>
          </p:cNvCxnSpPr>
          <p:nvPr/>
        </p:nvCxnSpPr>
        <p:spPr>
          <a:xfrm rot="16200000" flipH="1">
            <a:off x="2874138" y="7914460"/>
            <a:ext cx="850996" cy="363326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8" name="Elbow Connector 387">
            <a:extLst>
              <a:ext uri="{FF2B5EF4-FFF2-40B4-BE49-F238E27FC236}">
                <a16:creationId xmlns:a16="http://schemas.microsoft.com/office/drawing/2014/main" id="{6B4DFE0E-D9F5-131D-6287-9EDF0C59BF9D}"/>
              </a:ext>
            </a:extLst>
          </p:cNvPr>
          <p:cNvCxnSpPr>
            <a:cxnSpLocks/>
            <a:endCxn id="383" idx="1"/>
          </p:cNvCxnSpPr>
          <p:nvPr/>
        </p:nvCxnSpPr>
        <p:spPr>
          <a:xfrm rot="16200000" flipH="1">
            <a:off x="2624117" y="8089937"/>
            <a:ext cx="1276498" cy="437866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9" name="Elbow Connector 388">
            <a:extLst>
              <a:ext uri="{FF2B5EF4-FFF2-40B4-BE49-F238E27FC236}">
                <a16:creationId xmlns:a16="http://schemas.microsoft.com/office/drawing/2014/main" id="{F2F03BC3-7526-0330-EEFA-8F3F38D41A5C}"/>
              </a:ext>
            </a:extLst>
          </p:cNvPr>
          <p:cNvCxnSpPr>
            <a:cxnSpLocks/>
            <a:endCxn id="384" idx="1"/>
          </p:cNvCxnSpPr>
          <p:nvPr/>
        </p:nvCxnSpPr>
        <p:spPr>
          <a:xfrm rot="16200000" flipH="1">
            <a:off x="2375842" y="8267160"/>
            <a:ext cx="1701996" cy="508918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0" name="TextBox 389">
            <a:extLst>
              <a:ext uri="{FF2B5EF4-FFF2-40B4-BE49-F238E27FC236}">
                <a16:creationId xmlns:a16="http://schemas.microsoft.com/office/drawing/2014/main" id="{139A6212-0F52-0654-2BB3-CF03898B90A9}"/>
              </a:ext>
            </a:extLst>
          </p:cNvPr>
          <p:cNvSpPr txBox="1"/>
          <p:nvPr/>
        </p:nvSpPr>
        <p:spPr>
          <a:xfrm>
            <a:off x="3144786" y="8295001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x9</a:t>
            </a: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4F29D4EC-C4D9-68D1-C58D-A055AF97A167}"/>
              </a:ext>
            </a:extLst>
          </p:cNvPr>
          <p:cNvSpPr txBox="1"/>
          <p:nvPr/>
        </p:nvSpPr>
        <p:spPr>
          <a:xfrm>
            <a:off x="3110320" y="8719180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x16</a:t>
            </a: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72FB3210-5AA1-83A3-15DA-308998B65E9F}"/>
              </a:ext>
            </a:extLst>
          </p:cNvPr>
          <p:cNvSpPr txBox="1"/>
          <p:nvPr/>
        </p:nvSpPr>
        <p:spPr>
          <a:xfrm>
            <a:off x="3095533" y="9144307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x25</a:t>
            </a:r>
          </a:p>
        </p:txBody>
      </p:sp>
      <p:cxnSp>
        <p:nvCxnSpPr>
          <p:cNvPr id="393" name="Straight Connector 392">
            <a:extLst>
              <a:ext uri="{FF2B5EF4-FFF2-40B4-BE49-F238E27FC236}">
                <a16:creationId xmlns:a16="http://schemas.microsoft.com/office/drawing/2014/main" id="{BACBDF31-7A52-7B9E-60EE-824C5553C58D}"/>
              </a:ext>
            </a:extLst>
          </p:cNvPr>
          <p:cNvCxnSpPr>
            <a:cxnSpLocks/>
          </p:cNvCxnSpPr>
          <p:nvPr/>
        </p:nvCxnSpPr>
        <p:spPr>
          <a:xfrm>
            <a:off x="2963001" y="7670620"/>
            <a:ext cx="254357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4" name="TextBox 393">
            <a:extLst>
              <a:ext uri="{FF2B5EF4-FFF2-40B4-BE49-F238E27FC236}">
                <a16:creationId xmlns:a16="http://schemas.microsoft.com/office/drawing/2014/main" id="{F80E1085-C32C-1BAA-B144-7DC8D4C04C84}"/>
              </a:ext>
            </a:extLst>
          </p:cNvPr>
          <p:cNvSpPr txBox="1"/>
          <p:nvPr/>
        </p:nvSpPr>
        <p:spPr>
          <a:xfrm>
            <a:off x="2708537" y="790710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5" name="TextBox 394">
            <a:extLst>
              <a:ext uri="{FF2B5EF4-FFF2-40B4-BE49-F238E27FC236}">
                <a16:creationId xmlns:a16="http://schemas.microsoft.com/office/drawing/2014/main" id="{6DDD8B72-D558-6B94-3513-01B486C94AB5}"/>
              </a:ext>
            </a:extLst>
          </p:cNvPr>
          <p:cNvSpPr txBox="1"/>
          <p:nvPr/>
        </p:nvSpPr>
        <p:spPr>
          <a:xfrm>
            <a:off x="2708537" y="8327511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8FD7DD8F-F907-0BE5-64BD-52C3E71BC6B4}"/>
              </a:ext>
            </a:extLst>
          </p:cNvPr>
          <p:cNvSpPr txBox="1"/>
          <p:nvPr/>
        </p:nvSpPr>
        <p:spPr>
          <a:xfrm>
            <a:off x="2708537" y="875924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7" name="TextBox 396">
            <a:extLst>
              <a:ext uri="{FF2B5EF4-FFF2-40B4-BE49-F238E27FC236}">
                <a16:creationId xmlns:a16="http://schemas.microsoft.com/office/drawing/2014/main" id="{CD357D82-4758-24A2-CAD6-D18CE8CF162C}"/>
              </a:ext>
            </a:extLst>
          </p:cNvPr>
          <p:cNvSpPr txBox="1"/>
          <p:nvPr/>
        </p:nvSpPr>
        <p:spPr>
          <a:xfrm>
            <a:off x="2708537" y="918241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7A26B3B5-4609-AD14-6E88-25069151DE9A}"/>
              </a:ext>
            </a:extLst>
          </p:cNvPr>
          <p:cNvSpPr txBox="1"/>
          <p:nvPr/>
        </p:nvSpPr>
        <p:spPr>
          <a:xfrm>
            <a:off x="1074067" y="747969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3675884A-97E3-73C8-A1DB-010796F547C7}"/>
              </a:ext>
            </a:extLst>
          </p:cNvPr>
          <p:cNvSpPr txBox="1"/>
          <p:nvPr/>
        </p:nvSpPr>
        <p:spPr>
          <a:xfrm>
            <a:off x="1077287" y="790710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3DD64A71-5982-3F67-20E4-1392D9C3DB79}"/>
              </a:ext>
            </a:extLst>
          </p:cNvPr>
          <p:cNvSpPr txBox="1"/>
          <p:nvPr/>
        </p:nvSpPr>
        <p:spPr>
          <a:xfrm>
            <a:off x="1077287" y="8327511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5B060534-9D9C-7BB5-43CA-C78F0DE09897}"/>
              </a:ext>
            </a:extLst>
          </p:cNvPr>
          <p:cNvSpPr txBox="1"/>
          <p:nvPr/>
        </p:nvSpPr>
        <p:spPr>
          <a:xfrm>
            <a:off x="1077287" y="875924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3FBD1E96-1E03-E82B-7C7A-CA7400EEC0F9}"/>
              </a:ext>
            </a:extLst>
          </p:cNvPr>
          <p:cNvSpPr txBox="1"/>
          <p:nvPr/>
        </p:nvSpPr>
        <p:spPr>
          <a:xfrm>
            <a:off x="1077287" y="918241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B2B9DA2B-AF46-3A33-9929-CC3AAB3FC818}"/>
              </a:ext>
            </a:extLst>
          </p:cNvPr>
          <p:cNvSpPr txBox="1"/>
          <p:nvPr/>
        </p:nvSpPr>
        <p:spPr>
          <a:xfrm>
            <a:off x="4331312" y="7541252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8E5E1A7E-7EB5-5D5E-D44B-E453233DF2DA}"/>
              </a:ext>
            </a:extLst>
          </p:cNvPr>
          <p:cNvSpPr txBox="1"/>
          <p:nvPr/>
        </p:nvSpPr>
        <p:spPr>
          <a:xfrm>
            <a:off x="5870634" y="7440406"/>
            <a:ext cx="62220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W10.S1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W11.S1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W12.S1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7673E26F-8B50-563C-3A5A-7EA5B45C761B}"/>
              </a:ext>
            </a:extLst>
          </p:cNvPr>
          <p:cNvSpPr/>
          <p:nvPr/>
        </p:nvSpPr>
        <p:spPr>
          <a:xfrm>
            <a:off x="4800676" y="7495292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5655D3A3-5663-9436-DF3E-EEEFBD3593B9}"/>
              </a:ext>
            </a:extLst>
          </p:cNvPr>
          <p:cNvSpPr/>
          <p:nvPr/>
        </p:nvSpPr>
        <p:spPr>
          <a:xfrm>
            <a:off x="4800676" y="7920790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2AAFF0C3-947E-091D-BC5B-1426A0A476FA}"/>
              </a:ext>
            </a:extLst>
          </p:cNvPr>
          <p:cNvSpPr/>
          <p:nvPr/>
        </p:nvSpPr>
        <p:spPr>
          <a:xfrm>
            <a:off x="4800675" y="8346288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55BA792B-FFCF-B586-1C42-1A6F32F343C0}"/>
              </a:ext>
            </a:extLst>
          </p:cNvPr>
          <p:cNvSpPr/>
          <p:nvPr/>
        </p:nvSpPr>
        <p:spPr>
          <a:xfrm>
            <a:off x="4800674" y="8771786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C066EFB2-79F0-535D-4E58-9DA3F3D6AE2E}"/>
              </a:ext>
            </a:extLst>
          </p:cNvPr>
          <p:cNvSpPr/>
          <p:nvPr/>
        </p:nvSpPr>
        <p:spPr>
          <a:xfrm>
            <a:off x="4800674" y="9197284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4821EFDC-2A30-1114-63F4-4804F2F266F5}"/>
              </a:ext>
            </a:extLst>
          </p:cNvPr>
          <p:cNvSpPr txBox="1"/>
          <p:nvPr/>
        </p:nvSpPr>
        <p:spPr>
          <a:xfrm>
            <a:off x="4335545" y="7968657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6858A913-009A-1AB0-E3F4-76723AADCE4A}"/>
              </a:ext>
            </a:extLst>
          </p:cNvPr>
          <p:cNvSpPr txBox="1"/>
          <p:nvPr/>
        </p:nvSpPr>
        <p:spPr>
          <a:xfrm>
            <a:off x="4336004" y="8377636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FB7EB238-A662-114B-AFD8-5F0ED8D9F074}"/>
              </a:ext>
            </a:extLst>
          </p:cNvPr>
          <p:cNvSpPr txBox="1"/>
          <p:nvPr/>
        </p:nvSpPr>
        <p:spPr>
          <a:xfrm>
            <a:off x="4336903" y="8816078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DAA4B6EE-838F-FAC4-7D08-D2499D841017}"/>
              </a:ext>
            </a:extLst>
          </p:cNvPr>
          <p:cNvSpPr txBox="1"/>
          <p:nvPr/>
        </p:nvSpPr>
        <p:spPr>
          <a:xfrm>
            <a:off x="4335256" y="9253861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CF8892D4-FF2B-4172-6C29-8D99C4C380C2}"/>
              </a:ext>
            </a:extLst>
          </p:cNvPr>
          <p:cNvSpPr/>
          <p:nvPr/>
        </p:nvSpPr>
        <p:spPr>
          <a:xfrm>
            <a:off x="356339" y="2928852"/>
            <a:ext cx="722557" cy="359243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5346CD05-9DC3-6E7D-0026-F1EB44168CB0}"/>
              </a:ext>
            </a:extLst>
          </p:cNvPr>
          <p:cNvSpPr/>
          <p:nvPr/>
        </p:nvSpPr>
        <p:spPr>
          <a:xfrm>
            <a:off x="356339" y="3354350"/>
            <a:ext cx="72255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2" name="Rectangle 541">
            <a:extLst>
              <a:ext uri="{FF2B5EF4-FFF2-40B4-BE49-F238E27FC236}">
                <a16:creationId xmlns:a16="http://schemas.microsoft.com/office/drawing/2014/main" id="{9FDDA30E-6868-5A01-8F73-7752C8C36A68}"/>
              </a:ext>
            </a:extLst>
          </p:cNvPr>
          <p:cNvSpPr/>
          <p:nvPr/>
        </p:nvSpPr>
        <p:spPr>
          <a:xfrm>
            <a:off x="356338" y="3779848"/>
            <a:ext cx="72255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3" name="Rectangle 542">
            <a:extLst>
              <a:ext uri="{FF2B5EF4-FFF2-40B4-BE49-F238E27FC236}">
                <a16:creationId xmlns:a16="http://schemas.microsoft.com/office/drawing/2014/main" id="{3C440FE3-2523-18D3-E4C8-E9306BE2E3FE}"/>
              </a:ext>
            </a:extLst>
          </p:cNvPr>
          <p:cNvSpPr/>
          <p:nvPr/>
        </p:nvSpPr>
        <p:spPr>
          <a:xfrm>
            <a:off x="356337" y="4205346"/>
            <a:ext cx="72255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4" name="Rectangle 543">
            <a:extLst>
              <a:ext uri="{FF2B5EF4-FFF2-40B4-BE49-F238E27FC236}">
                <a16:creationId xmlns:a16="http://schemas.microsoft.com/office/drawing/2014/main" id="{EEFA6783-4E57-75A6-F4ED-11C029AEDC1C}"/>
              </a:ext>
            </a:extLst>
          </p:cNvPr>
          <p:cNvSpPr/>
          <p:nvPr/>
        </p:nvSpPr>
        <p:spPr>
          <a:xfrm>
            <a:off x="356337" y="4630844"/>
            <a:ext cx="72255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5" name="TextBox 544">
            <a:extLst>
              <a:ext uri="{FF2B5EF4-FFF2-40B4-BE49-F238E27FC236}">
                <a16:creationId xmlns:a16="http://schemas.microsoft.com/office/drawing/2014/main" id="{C6B340D5-402D-5613-C0E1-5530791A7965}"/>
              </a:ext>
            </a:extLst>
          </p:cNvPr>
          <p:cNvSpPr txBox="1"/>
          <p:nvPr/>
        </p:nvSpPr>
        <p:spPr>
          <a:xfrm>
            <a:off x="321413" y="2732730"/>
            <a:ext cx="787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4"/>
                </a:solidFill>
              </a:rPr>
              <a:t>W11</a:t>
            </a:r>
          </a:p>
        </p:txBody>
      </p:sp>
      <p:sp>
        <p:nvSpPr>
          <p:cNvPr id="546" name="TextBox 545">
            <a:extLst>
              <a:ext uri="{FF2B5EF4-FFF2-40B4-BE49-F238E27FC236}">
                <a16:creationId xmlns:a16="http://schemas.microsoft.com/office/drawing/2014/main" id="{DABC3C28-8F56-4CC3-F28E-95233A258EDC}"/>
              </a:ext>
            </a:extLst>
          </p:cNvPr>
          <p:cNvSpPr txBox="1"/>
          <p:nvPr/>
        </p:nvSpPr>
        <p:spPr>
          <a:xfrm>
            <a:off x="1747401" y="2732723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4"/>
                </a:solidFill>
              </a:rPr>
              <a:t>W11.R1</a:t>
            </a: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7D367A97-EF5A-C2BB-5A2B-7E58F53BCDE1}"/>
              </a:ext>
            </a:extLst>
          </p:cNvPr>
          <p:cNvSpPr/>
          <p:nvPr/>
        </p:nvSpPr>
        <p:spPr>
          <a:xfrm>
            <a:off x="1848306" y="2928852"/>
            <a:ext cx="864539" cy="359243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11760054-108C-B8D4-1151-2F400C1970A5}"/>
              </a:ext>
            </a:extLst>
          </p:cNvPr>
          <p:cNvSpPr/>
          <p:nvPr/>
        </p:nvSpPr>
        <p:spPr>
          <a:xfrm>
            <a:off x="1848306" y="3354350"/>
            <a:ext cx="87164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4CBCDB63-121C-6124-572D-8FCC797EA90C}"/>
              </a:ext>
            </a:extLst>
          </p:cNvPr>
          <p:cNvSpPr/>
          <p:nvPr/>
        </p:nvSpPr>
        <p:spPr>
          <a:xfrm>
            <a:off x="1848304" y="3779848"/>
            <a:ext cx="871649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380362B5-AF76-6BE3-D6EC-56D0E1956A51}"/>
              </a:ext>
            </a:extLst>
          </p:cNvPr>
          <p:cNvSpPr/>
          <p:nvPr/>
        </p:nvSpPr>
        <p:spPr>
          <a:xfrm>
            <a:off x="1848304" y="4205346"/>
            <a:ext cx="871650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88F794CE-3D3D-6BF0-F9D1-192F00579809}"/>
              </a:ext>
            </a:extLst>
          </p:cNvPr>
          <p:cNvSpPr/>
          <p:nvPr/>
        </p:nvSpPr>
        <p:spPr>
          <a:xfrm>
            <a:off x="1848304" y="4630844"/>
            <a:ext cx="871650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552" name="Elbow Connector 551">
            <a:extLst>
              <a:ext uri="{FF2B5EF4-FFF2-40B4-BE49-F238E27FC236}">
                <a16:creationId xmlns:a16="http://schemas.microsoft.com/office/drawing/2014/main" id="{638D83E1-3060-9147-8377-ED643B11D08F}"/>
              </a:ext>
            </a:extLst>
          </p:cNvPr>
          <p:cNvCxnSpPr>
            <a:cxnSpLocks/>
            <a:stCxn id="547" idx="1"/>
            <a:endCxn id="548" idx="1"/>
          </p:cNvCxnSpPr>
          <p:nvPr/>
        </p:nvCxnSpPr>
        <p:spPr>
          <a:xfrm rot="10800000" flipV="1">
            <a:off x="1848306" y="3108474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53" name="TextBox 552">
            <a:extLst>
              <a:ext uri="{FF2B5EF4-FFF2-40B4-BE49-F238E27FC236}">
                <a16:creationId xmlns:a16="http://schemas.microsoft.com/office/drawing/2014/main" id="{C7DA5B8E-5DE4-8F81-7ACB-43C254CB85E4}"/>
              </a:ext>
            </a:extLst>
          </p:cNvPr>
          <p:cNvSpPr txBox="1">
            <a:spLocks/>
          </p:cNvSpPr>
          <p:nvPr/>
        </p:nvSpPr>
        <p:spPr>
          <a:xfrm>
            <a:off x="1526581" y="329939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x2</a:t>
            </a:r>
          </a:p>
        </p:txBody>
      </p:sp>
      <p:cxnSp>
        <p:nvCxnSpPr>
          <p:cNvPr id="554" name="Elbow Connector 553">
            <a:extLst>
              <a:ext uri="{FF2B5EF4-FFF2-40B4-BE49-F238E27FC236}">
                <a16:creationId xmlns:a16="http://schemas.microsoft.com/office/drawing/2014/main" id="{13C473CB-53E0-9E33-CD01-BC2BBF085E92}"/>
              </a:ext>
            </a:extLst>
          </p:cNvPr>
          <p:cNvCxnSpPr>
            <a:cxnSpLocks/>
            <a:endCxn id="549" idx="1"/>
          </p:cNvCxnSpPr>
          <p:nvPr/>
        </p:nvCxnSpPr>
        <p:spPr>
          <a:xfrm rot="16200000" flipH="1">
            <a:off x="1241143" y="3352309"/>
            <a:ext cx="850996" cy="363326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55" name="Elbow Connector 554">
            <a:extLst>
              <a:ext uri="{FF2B5EF4-FFF2-40B4-BE49-F238E27FC236}">
                <a16:creationId xmlns:a16="http://schemas.microsoft.com/office/drawing/2014/main" id="{F045EFBE-06E8-29F8-F0E0-FEA925702644}"/>
              </a:ext>
            </a:extLst>
          </p:cNvPr>
          <p:cNvCxnSpPr>
            <a:cxnSpLocks/>
            <a:endCxn id="550" idx="1"/>
          </p:cNvCxnSpPr>
          <p:nvPr/>
        </p:nvCxnSpPr>
        <p:spPr>
          <a:xfrm rot="16200000" flipH="1">
            <a:off x="991122" y="3527786"/>
            <a:ext cx="1276498" cy="437866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56" name="Elbow Connector 555">
            <a:extLst>
              <a:ext uri="{FF2B5EF4-FFF2-40B4-BE49-F238E27FC236}">
                <a16:creationId xmlns:a16="http://schemas.microsoft.com/office/drawing/2014/main" id="{BBE1F8CA-FBB7-AE55-CF8A-3983450E84F4}"/>
              </a:ext>
            </a:extLst>
          </p:cNvPr>
          <p:cNvCxnSpPr>
            <a:cxnSpLocks/>
            <a:endCxn id="551" idx="1"/>
          </p:cNvCxnSpPr>
          <p:nvPr/>
        </p:nvCxnSpPr>
        <p:spPr>
          <a:xfrm rot="16200000" flipH="1">
            <a:off x="742847" y="3705009"/>
            <a:ext cx="1701996" cy="508918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57" name="TextBox 556">
            <a:extLst>
              <a:ext uri="{FF2B5EF4-FFF2-40B4-BE49-F238E27FC236}">
                <a16:creationId xmlns:a16="http://schemas.microsoft.com/office/drawing/2014/main" id="{6C899E6C-56DD-705B-FA99-08A2C34B32B9}"/>
              </a:ext>
            </a:extLst>
          </p:cNvPr>
          <p:cNvSpPr txBox="1"/>
          <p:nvPr/>
        </p:nvSpPr>
        <p:spPr>
          <a:xfrm>
            <a:off x="1511791" y="3732850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x3</a:t>
            </a:r>
          </a:p>
        </p:txBody>
      </p:sp>
      <p:sp>
        <p:nvSpPr>
          <p:cNvPr id="558" name="TextBox 557">
            <a:extLst>
              <a:ext uri="{FF2B5EF4-FFF2-40B4-BE49-F238E27FC236}">
                <a16:creationId xmlns:a16="http://schemas.microsoft.com/office/drawing/2014/main" id="{887D3050-16A9-ADE5-5EBE-BDDA44A256BE}"/>
              </a:ext>
            </a:extLst>
          </p:cNvPr>
          <p:cNvSpPr txBox="1"/>
          <p:nvPr/>
        </p:nvSpPr>
        <p:spPr>
          <a:xfrm>
            <a:off x="1511790" y="4157029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x4</a:t>
            </a:r>
          </a:p>
        </p:txBody>
      </p:sp>
      <p:sp>
        <p:nvSpPr>
          <p:cNvPr id="559" name="TextBox 558">
            <a:extLst>
              <a:ext uri="{FF2B5EF4-FFF2-40B4-BE49-F238E27FC236}">
                <a16:creationId xmlns:a16="http://schemas.microsoft.com/office/drawing/2014/main" id="{CF803C55-F7DA-A66C-317A-4739DF2CC187}"/>
              </a:ext>
            </a:extLst>
          </p:cNvPr>
          <p:cNvSpPr txBox="1"/>
          <p:nvPr/>
        </p:nvSpPr>
        <p:spPr>
          <a:xfrm>
            <a:off x="1497003" y="4582156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x5</a:t>
            </a:r>
          </a:p>
        </p:txBody>
      </p:sp>
      <p:cxnSp>
        <p:nvCxnSpPr>
          <p:cNvPr id="560" name="Straight Connector 559">
            <a:extLst>
              <a:ext uri="{FF2B5EF4-FFF2-40B4-BE49-F238E27FC236}">
                <a16:creationId xmlns:a16="http://schemas.microsoft.com/office/drawing/2014/main" id="{4C7D39AF-BEC2-673E-0CC7-0B0913B1C88D}"/>
              </a:ext>
            </a:extLst>
          </p:cNvPr>
          <p:cNvCxnSpPr>
            <a:cxnSpLocks/>
          </p:cNvCxnSpPr>
          <p:nvPr/>
        </p:nvCxnSpPr>
        <p:spPr>
          <a:xfrm>
            <a:off x="1330006" y="3108469"/>
            <a:ext cx="254357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61" name="TextBox 560">
            <a:extLst>
              <a:ext uri="{FF2B5EF4-FFF2-40B4-BE49-F238E27FC236}">
                <a16:creationId xmlns:a16="http://schemas.microsoft.com/office/drawing/2014/main" id="{D0A5B062-1F48-674C-4544-C98AA0E82293}"/>
              </a:ext>
            </a:extLst>
          </p:cNvPr>
          <p:cNvSpPr txBox="1"/>
          <p:nvPr/>
        </p:nvSpPr>
        <p:spPr>
          <a:xfrm>
            <a:off x="2705315" y="2923803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62" name="TextBox 561">
            <a:extLst>
              <a:ext uri="{FF2B5EF4-FFF2-40B4-BE49-F238E27FC236}">
                <a16:creationId xmlns:a16="http://schemas.microsoft.com/office/drawing/2014/main" id="{2390306B-65B8-D54C-18AA-877BD1EE2DCD}"/>
              </a:ext>
            </a:extLst>
          </p:cNvPr>
          <p:cNvSpPr txBox="1"/>
          <p:nvPr/>
        </p:nvSpPr>
        <p:spPr>
          <a:xfrm>
            <a:off x="3391631" y="2732721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4"/>
                </a:solidFill>
              </a:rPr>
              <a:t>W11.R2</a:t>
            </a:r>
          </a:p>
        </p:txBody>
      </p:sp>
      <p:sp>
        <p:nvSpPr>
          <p:cNvPr id="563" name="Rectangle 562">
            <a:extLst>
              <a:ext uri="{FF2B5EF4-FFF2-40B4-BE49-F238E27FC236}">
                <a16:creationId xmlns:a16="http://schemas.microsoft.com/office/drawing/2014/main" id="{869E1654-DBB9-8690-9FCA-6352EC858F9F}"/>
              </a:ext>
            </a:extLst>
          </p:cNvPr>
          <p:cNvSpPr/>
          <p:nvPr/>
        </p:nvSpPr>
        <p:spPr>
          <a:xfrm>
            <a:off x="3481299" y="2935109"/>
            <a:ext cx="864539" cy="359243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4" name="Rectangle 563">
            <a:extLst>
              <a:ext uri="{FF2B5EF4-FFF2-40B4-BE49-F238E27FC236}">
                <a16:creationId xmlns:a16="http://schemas.microsoft.com/office/drawing/2014/main" id="{BD60CAD3-CA76-95D2-2DDF-E1252CA644A8}"/>
              </a:ext>
            </a:extLst>
          </p:cNvPr>
          <p:cNvSpPr/>
          <p:nvPr/>
        </p:nvSpPr>
        <p:spPr>
          <a:xfrm>
            <a:off x="3481299" y="3360607"/>
            <a:ext cx="87164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5" name="Rectangle 564">
            <a:extLst>
              <a:ext uri="{FF2B5EF4-FFF2-40B4-BE49-F238E27FC236}">
                <a16:creationId xmlns:a16="http://schemas.microsoft.com/office/drawing/2014/main" id="{E91179D2-0393-8E26-4CFF-843DDC5589BB}"/>
              </a:ext>
            </a:extLst>
          </p:cNvPr>
          <p:cNvSpPr/>
          <p:nvPr/>
        </p:nvSpPr>
        <p:spPr>
          <a:xfrm>
            <a:off x="3481297" y="3786105"/>
            <a:ext cx="871649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6" name="Rectangle 565">
            <a:extLst>
              <a:ext uri="{FF2B5EF4-FFF2-40B4-BE49-F238E27FC236}">
                <a16:creationId xmlns:a16="http://schemas.microsoft.com/office/drawing/2014/main" id="{1B21B7FF-0FD2-0D76-5835-A9E65FE6C7B4}"/>
              </a:ext>
            </a:extLst>
          </p:cNvPr>
          <p:cNvSpPr/>
          <p:nvPr/>
        </p:nvSpPr>
        <p:spPr>
          <a:xfrm>
            <a:off x="3481297" y="4211603"/>
            <a:ext cx="871650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7" name="Rectangle 566">
            <a:extLst>
              <a:ext uri="{FF2B5EF4-FFF2-40B4-BE49-F238E27FC236}">
                <a16:creationId xmlns:a16="http://schemas.microsoft.com/office/drawing/2014/main" id="{92FD25DA-C9CF-AB4F-5684-279E88215DB3}"/>
              </a:ext>
            </a:extLst>
          </p:cNvPr>
          <p:cNvSpPr/>
          <p:nvPr/>
        </p:nvSpPr>
        <p:spPr>
          <a:xfrm>
            <a:off x="3481297" y="4637101"/>
            <a:ext cx="871650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568" name="Elbow Connector 567">
            <a:extLst>
              <a:ext uri="{FF2B5EF4-FFF2-40B4-BE49-F238E27FC236}">
                <a16:creationId xmlns:a16="http://schemas.microsoft.com/office/drawing/2014/main" id="{07B3985A-1403-72C8-01FF-85746E389FB6}"/>
              </a:ext>
            </a:extLst>
          </p:cNvPr>
          <p:cNvCxnSpPr>
            <a:cxnSpLocks/>
            <a:stCxn id="563" idx="1"/>
            <a:endCxn id="564" idx="1"/>
          </p:cNvCxnSpPr>
          <p:nvPr/>
        </p:nvCxnSpPr>
        <p:spPr>
          <a:xfrm rot="10800000" flipV="1">
            <a:off x="3481299" y="3114731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52F98FD6-116A-770D-05FC-E266108D6CFD}"/>
              </a:ext>
            </a:extLst>
          </p:cNvPr>
          <p:cNvSpPr txBox="1">
            <a:spLocks/>
          </p:cNvSpPr>
          <p:nvPr/>
        </p:nvSpPr>
        <p:spPr>
          <a:xfrm>
            <a:off x="3159574" y="3305654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x4</a:t>
            </a:r>
          </a:p>
        </p:txBody>
      </p:sp>
      <p:cxnSp>
        <p:nvCxnSpPr>
          <p:cNvPr id="570" name="Elbow Connector 569">
            <a:extLst>
              <a:ext uri="{FF2B5EF4-FFF2-40B4-BE49-F238E27FC236}">
                <a16:creationId xmlns:a16="http://schemas.microsoft.com/office/drawing/2014/main" id="{02D04763-2E80-5A15-2096-F34DE8004968}"/>
              </a:ext>
            </a:extLst>
          </p:cNvPr>
          <p:cNvCxnSpPr>
            <a:cxnSpLocks/>
            <a:endCxn id="565" idx="1"/>
          </p:cNvCxnSpPr>
          <p:nvPr/>
        </p:nvCxnSpPr>
        <p:spPr>
          <a:xfrm rot="16200000" flipH="1">
            <a:off x="2874136" y="3358566"/>
            <a:ext cx="850996" cy="363326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71" name="Elbow Connector 570">
            <a:extLst>
              <a:ext uri="{FF2B5EF4-FFF2-40B4-BE49-F238E27FC236}">
                <a16:creationId xmlns:a16="http://schemas.microsoft.com/office/drawing/2014/main" id="{4327DAE3-B0C6-DE7A-90C4-0F738D9CA430}"/>
              </a:ext>
            </a:extLst>
          </p:cNvPr>
          <p:cNvCxnSpPr>
            <a:cxnSpLocks/>
            <a:endCxn id="566" idx="1"/>
          </p:cNvCxnSpPr>
          <p:nvPr/>
        </p:nvCxnSpPr>
        <p:spPr>
          <a:xfrm rot="16200000" flipH="1">
            <a:off x="2624115" y="3534043"/>
            <a:ext cx="1276498" cy="437866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72" name="Elbow Connector 571">
            <a:extLst>
              <a:ext uri="{FF2B5EF4-FFF2-40B4-BE49-F238E27FC236}">
                <a16:creationId xmlns:a16="http://schemas.microsoft.com/office/drawing/2014/main" id="{80E80D34-9E06-6EF1-0605-E4F6B22E659C}"/>
              </a:ext>
            </a:extLst>
          </p:cNvPr>
          <p:cNvCxnSpPr>
            <a:cxnSpLocks/>
            <a:endCxn id="567" idx="1"/>
          </p:cNvCxnSpPr>
          <p:nvPr/>
        </p:nvCxnSpPr>
        <p:spPr>
          <a:xfrm rot="16200000" flipH="1">
            <a:off x="2375840" y="3711266"/>
            <a:ext cx="1701996" cy="508918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73" name="TextBox 572">
            <a:extLst>
              <a:ext uri="{FF2B5EF4-FFF2-40B4-BE49-F238E27FC236}">
                <a16:creationId xmlns:a16="http://schemas.microsoft.com/office/drawing/2014/main" id="{A2AA4972-0DB3-897F-C4BC-073F0CAB8DE2}"/>
              </a:ext>
            </a:extLst>
          </p:cNvPr>
          <p:cNvSpPr txBox="1"/>
          <p:nvPr/>
        </p:nvSpPr>
        <p:spPr>
          <a:xfrm>
            <a:off x="3144784" y="373910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x9</a:t>
            </a:r>
          </a:p>
        </p:txBody>
      </p:sp>
      <p:sp>
        <p:nvSpPr>
          <p:cNvPr id="574" name="TextBox 573">
            <a:extLst>
              <a:ext uri="{FF2B5EF4-FFF2-40B4-BE49-F238E27FC236}">
                <a16:creationId xmlns:a16="http://schemas.microsoft.com/office/drawing/2014/main" id="{F2619C66-DF6E-5491-4F37-9C955CFE9268}"/>
              </a:ext>
            </a:extLst>
          </p:cNvPr>
          <p:cNvSpPr txBox="1"/>
          <p:nvPr/>
        </p:nvSpPr>
        <p:spPr>
          <a:xfrm>
            <a:off x="3110318" y="4163286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x16</a:t>
            </a:r>
          </a:p>
        </p:txBody>
      </p:sp>
      <p:sp>
        <p:nvSpPr>
          <p:cNvPr id="575" name="TextBox 574">
            <a:extLst>
              <a:ext uri="{FF2B5EF4-FFF2-40B4-BE49-F238E27FC236}">
                <a16:creationId xmlns:a16="http://schemas.microsoft.com/office/drawing/2014/main" id="{5E8B4EAB-E9FA-4F9E-DFAD-CF94D6ED4BD1}"/>
              </a:ext>
            </a:extLst>
          </p:cNvPr>
          <p:cNvSpPr txBox="1"/>
          <p:nvPr/>
        </p:nvSpPr>
        <p:spPr>
          <a:xfrm>
            <a:off x="3095531" y="4588413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x25</a:t>
            </a:r>
          </a:p>
        </p:txBody>
      </p:sp>
      <p:cxnSp>
        <p:nvCxnSpPr>
          <p:cNvPr id="576" name="Straight Connector 575">
            <a:extLst>
              <a:ext uri="{FF2B5EF4-FFF2-40B4-BE49-F238E27FC236}">
                <a16:creationId xmlns:a16="http://schemas.microsoft.com/office/drawing/2014/main" id="{24FBB3D6-45C2-FA9E-0C7E-5419B73BB658}"/>
              </a:ext>
            </a:extLst>
          </p:cNvPr>
          <p:cNvCxnSpPr>
            <a:cxnSpLocks/>
          </p:cNvCxnSpPr>
          <p:nvPr/>
        </p:nvCxnSpPr>
        <p:spPr>
          <a:xfrm>
            <a:off x="2962999" y="3114726"/>
            <a:ext cx="254357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77" name="TextBox 576">
            <a:extLst>
              <a:ext uri="{FF2B5EF4-FFF2-40B4-BE49-F238E27FC236}">
                <a16:creationId xmlns:a16="http://schemas.microsoft.com/office/drawing/2014/main" id="{69441A86-E021-A790-333A-F15930DC6163}"/>
              </a:ext>
            </a:extLst>
          </p:cNvPr>
          <p:cNvSpPr txBox="1"/>
          <p:nvPr/>
        </p:nvSpPr>
        <p:spPr>
          <a:xfrm>
            <a:off x="2708535" y="335120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78" name="TextBox 577">
            <a:extLst>
              <a:ext uri="{FF2B5EF4-FFF2-40B4-BE49-F238E27FC236}">
                <a16:creationId xmlns:a16="http://schemas.microsoft.com/office/drawing/2014/main" id="{97EE85B6-419C-D761-DEAE-E8B2E304236B}"/>
              </a:ext>
            </a:extLst>
          </p:cNvPr>
          <p:cNvSpPr txBox="1"/>
          <p:nvPr/>
        </p:nvSpPr>
        <p:spPr>
          <a:xfrm>
            <a:off x="2708535" y="377161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79" name="TextBox 578">
            <a:extLst>
              <a:ext uri="{FF2B5EF4-FFF2-40B4-BE49-F238E27FC236}">
                <a16:creationId xmlns:a16="http://schemas.microsoft.com/office/drawing/2014/main" id="{68F91933-3E48-80DF-6689-04DAF482FDF2}"/>
              </a:ext>
            </a:extLst>
          </p:cNvPr>
          <p:cNvSpPr txBox="1"/>
          <p:nvPr/>
        </p:nvSpPr>
        <p:spPr>
          <a:xfrm>
            <a:off x="2708535" y="420335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0" name="TextBox 579">
            <a:extLst>
              <a:ext uri="{FF2B5EF4-FFF2-40B4-BE49-F238E27FC236}">
                <a16:creationId xmlns:a16="http://schemas.microsoft.com/office/drawing/2014/main" id="{66383992-44FF-4336-FEE5-DBC8AC5955D9}"/>
              </a:ext>
            </a:extLst>
          </p:cNvPr>
          <p:cNvSpPr txBox="1"/>
          <p:nvPr/>
        </p:nvSpPr>
        <p:spPr>
          <a:xfrm>
            <a:off x="2708535" y="462651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1" name="TextBox 580">
            <a:extLst>
              <a:ext uri="{FF2B5EF4-FFF2-40B4-BE49-F238E27FC236}">
                <a16:creationId xmlns:a16="http://schemas.microsoft.com/office/drawing/2014/main" id="{8AA0ADA9-D847-EB09-977E-AB9B19C4DC90}"/>
              </a:ext>
            </a:extLst>
          </p:cNvPr>
          <p:cNvSpPr txBox="1"/>
          <p:nvPr/>
        </p:nvSpPr>
        <p:spPr>
          <a:xfrm>
            <a:off x="1074065" y="2923803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2" name="TextBox 581">
            <a:extLst>
              <a:ext uri="{FF2B5EF4-FFF2-40B4-BE49-F238E27FC236}">
                <a16:creationId xmlns:a16="http://schemas.microsoft.com/office/drawing/2014/main" id="{19D85DB5-EF65-BFBF-2834-F554E4318DC6}"/>
              </a:ext>
            </a:extLst>
          </p:cNvPr>
          <p:cNvSpPr txBox="1"/>
          <p:nvPr/>
        </p:nvSpPr>
        <p:spPr>
          <a:xfrm>
            <a:off x="1077285" y="335120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3" name="TextBox 582">
            <a:extLst>
              <a:ext uri="{FF2B5EF4-FFF2-40B4-BE49-F238E27FC236}">
                <a16:creationId xmlns:a16="http://schemas.microsoft.com/office/drawing/2014/main" id="{934F0D38-3F7D-F6EB-4A20-B34F66AA6AEF}"/>
              </a:ext>
            </a:extLst>
          </p:cNvPr>
          <p:cNvSpPr txBox="1"/>
          <p:nvPr/>
        </p:nvSpPr>
        <p:spPr>
          <a:xfrm>
            <a:off x="1077285" y="377161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4" name="TextBox 583">
            <a:extLst>
              <a:ext uri="{FF2B5EF4-FFF2-40B4-BE49-F238E27FC236}">
                <a16:creationId xmlns:a16="http://schemas.microsoft.com/office/drawing/2014/main" id="{B3D6EB12-E206-D7A3-DFA3-4BA029AD9D53}"/>
              </a:ext>
            </a:extLst>
          </p:cNvPr>
          <p:cNvSpPr txBox="1"/>
          <p:nvPr/>
        </p:nvSpPr>
        <p:spPr>
          <a:xfrm>
            <a:off x="1077285" y="420335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5" name="TextBox 584">
            <a:extLst>
              <a:ext uri="{FF2B5EF4-FFF2-40B4-BE49-F238E27FC236}">
                <a16:creationId xmlns:a16="http://schemas.microsoft.com/office/drawing/2014/main" id="{EFA40991-BCEE-6EC4-A694-0AF109FD7EED}"/>
              </a:ext>
            </a:extLst>
          </p:cNvPr>
          <p:cNvSpPr txBox="1"/>
          <p:nvPr/>
        </p:nvSpPr>
        <p:spPr>
          <a:xfrm>
            <a:off x="1077285" y="462651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6" name="TextBox 585">
            <a:extLst>
              <a:ext uri="{FF2B5EF4-FFF2-40B4-BE49-F238E27FC236}">
                <a16:creationId xmlns:a16="http://schemas.microsoft.com/office/drawing/2014/main" id="{E5A4120C-2A53-F059-F897-D26D612F8216}"/>
              </a:ext>
            </a:extLst>
          </p:cNvPr>
          <p:cNvSpPr txBox="1"/>
          <p:nvPr/>
        </p:nvSpPr>
        <p:spPr>
          <a:xfrm>
            <a:off x="4331310" y="2985358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87" name="TextBox 586">
            <a:extLst>
              <a:ext uri="{FF2B5EF4-FFF2-40B4-BE49-F238E27FC236}">
                <a16:creationId xmlns:a16="http://schemas.microsoft.com/office/drawing/2014/main" id="{0CF5ADE8-F820-8737-F3D4-BAD7A6A77359}"/>
              </a:ext>
            </a:extLst>
          </p:cNvPr>
          <p:cNvSpPr txBox="1"/>
          <p:nvPr/>
        </p:nvSpPr>
        <p:spPr>
          <a:xfrm>
            <a:off x="5497200" y="2995187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W11.S1</a:t>
            </a:r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ECB92905-12B8-94E9-5C08-009E8DA20067}"/>
              </a:ext>
            </a:extLst>
          </p:cNvPr>
          <p:cNvSpPr/>
          <p:nvPr/>
        </p:nvSpPr>
        <p:spPr>
          <a:xfrm>
            <a:off x="4800674" y="2939398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241D70A0-6AF3-89CB-92EE-B0924D29887E}"/>
              </a:ext>
            </a:extLst>
          </p:cNvPr>
          <p:cNvSpPr/>
          <p:nvPr/>
        </p:nvSpPr>
        <p:spPr>
          <a:xfrm>
            <a:off x="4800674" y="3364896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9E5DF7DA-6D30-8B4A-A685-0C4107DC2734}"/>
              </a:ext>
            </a:extLst>
          </p:cNvPr>
          <p:cNvSpPr/>
          <p:nvPr/>
        </p:nvSpPr>
        <p:spPr>
          <a:xfrm>
            <a:off x="4800673" y="3790394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6B1F6E26-5814-3690-728A-07F1FF94801A}"/>
              </a:ext>
            </a:extLst>
          </p:cNvPr>
          <p:cNvSpPr/>
          <p:nvPr/>
        </p:nvSpPr>
        <p:spPr>
          <a:xfrm>
            <a:off x="4800672" y="4215892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02242A0F-CEEC-54F6-04D7-7CC6210B1AA6}"/>
              </a:ext>
            </a:extLst>
          </p:cNvPr>
          <p:cNvSpPr/>
          <p:nvPr/>
        </p:nvSpPr>
        <p:spPr>
          <a:xfrm>
            <a:off x="4800672" y="4641390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3" name="TextBox 592">
            <a:extLst>
              <a:ext uri="{FF2B5EF4-FFF2-40B4-BE49-F238E27FC236}">
                <a16:creationId xmlns:a16="http://schemas.microsoft.com/office/drawing/2014/main" id="{702321B3-44F7-94E8-39BC-1E153858983E}"/>
              </a:ext>
            </a:extLst>
          </p:cNvPr>
          <p:cNvSpPr txBox="1"/>
          <p:nvPr/>
        </p:nvSpPr>
        <p:spPr>
          <a:xfrm>
            <a:off x="4335543" y="3412763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94" name="TextBox 593">
            <a:extLst>
              <a:ext uri="{FF2B5EF4-FFF2-40B4-BE49-F238E27FC236}">
                <a16:creationId xmlns:a16="http://schemas.microsoft.com/office/drawing/2014/main" id="{3C22B5A5-2180-B773-64E2-42829D8A51DC}"/>
              </a:ext>
            </a:extLst>
          </p:cNvPr>
          <p:cNvSpPr txBox="1"/>
          <p:nvPr/>
        </p:nvSpPr>
        <p:spPr>
          <a:xfrm>
            <a:off x="4336002" y="3821742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95" name="TextBox 594">
            <a:extLst>
              <a:ext uri="{FF2B5EF4-FFF2-40B4-BE49-F238E27FC236}">
                <a16:creationId xmlns:a16="http://schemas.microsoft.com/office/drawing/2014/main" id="{D558FF26-6785-535D-5B71-ADEF4422D216}"/>
              </a:ext>
            </a:extLst>
          </p:cNvPr>
          <p:cNvSpPr txBox="1"/>
          <p:nvPr/>
        </p:nvSpPr>
        <p:spPr>
          <a:xfrm>
            <a:off x="4336901" y="4260184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96" name="TextBox 595">
            <a:extLst>
              <a:ext uri="{FF2B5EF4-FFF2-40B4-BE49-F238E27FC236}">
                <a16:creationId xmlns:a16="http://schemas.microsoft.com/office/drawing/2014/main" id="{07B5481D-1CCA-D013-3D7A-BC593D57CD89}"/>
              </a:ext>
            </a:extLst>
          </p:cNvPr>
          <p:cNvSpPr txBox="1"/>
          <p:nvPr/>
        </p:nvSpPr>
        <p:spPr>
          <a:xfrm>
            <a:off x="4335254" y="4697967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97" name="TextBox 596">
            <a:extLst>
              <a:ext uri="{FF2B5EF4-FFF2-40B4-BE49-F238E27FC236}">
                <a16:creationId xmlns:a16="http://schemas.microsoft.com/office/drawing/2014/main" id="{392A94E3-596F-C917-B47A-37883CEF1E03}"/>
              </a:ext>
            </a:extLst>
          </p:cNvPr>
          <p:cNvSpPr txBox="1"/>
          <p:nvPr/>
        </p:nvSpPr>
        <p:spPr>
          <a:xfrm>
            <a:off x="5497200" y="3421665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W11.S2</a:t>
            </a:r>
          </a:p>
        </p:txBody>
      </p:sp>
      <p:sp>
        <p:nvSpPr>
          <p:cNvPr id="598" name="TextBox 597">
            <a:extLst>
              <a:ext uri="{FF2B5EF4-FFF2-40B4-BE49-F238E27FC236}">
                <a16:creationId xmlns:a16="http://schemas.microsoft.com/office/drawing/2014/main" id="{8072670E-58B9-0C5B-5540-59980A22E92C}"/>
              </a:ext>
            </a:extLst>
          </p:cNvPr>
          <p:cNvSpPr txBox="1"/>
          <p:nvPr/>
        </p:nvSpPr>
        <p:spPr>
          <a:xfrm>
            <a:off x="5497200" y="3848294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W11.S3</a:t>
            </a: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CEC152B6-5618-D4F0-BCA9-DF0A713C6291}"/>
              </a:ext>
            </a:extLst>
          </p:cNvPr>
          <p:cNvSpPr txBox="1"/>
          <p:nvPr/>
        </p:nvSpPr>
        <p:spPr>
          <a:xfrm>
            <a:off x="5497200" y="4274772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W11.S4</a:t>
            </a:r>
          </a:p>
        </p:txBody>
      </p:sp>
      <p:sp>
        <p:nvSpPr>
          <p:cNvPr id="600" name="TextBox 599">
            <a:extLst>
              <a:ext uri="{FF2B5EF4-FFF2-40B4-BE49-F238E27FC236}">
                <a16:creationId xmlns:a16="http://schemas.microsoft.com/office/drawing/2014/main" id="{464D2D80-D317-8423-ABBF-13FE4BAB07DA}"/>
              </a:ext>
            </a:extLst>
          </p:cNvPr>
          <p:cNvSpPr txBox="1"/>
          <p:nvPr/>
        </p:nvSpPr>
        <p:spPr>
          <a:xfrm>
            <a:off x="5497200" y="4695820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W11.S5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601" name="Rectangle 600">
            <a:extLst>
              <a:ext uri="{FF2B5EF4-FFF2-40B4-BE49-F238E27FC236}">
                <a16:creationId xmlns:a16="http://schemas.microsoft.com/office/drawing/2014/main" id="{D192EC95-590F-AB90-002E-2883741C1361}"/>
              </a:ext>
            </a:extLst>
          </p:cNvPr>
          <p:cNvSpPr/>
          <p:nvPr/>
        </p:nvSpPr>
        <p:spPr>
          <a:xfrm>
            <a:off x="360077" y="5200822"/>
            <a:ext cx="722557" cy="359243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2" name="Rectangle 601">
            <a:extLst>
              <a:ext uri="{FF2B5EF4-FFF2-40B4-BE49-F238E27FC236}">
                <a16:creationId xmlns:a16="http://schemas.microsoft.com/office/drawing/2014/main" id="{8AA9211F-51D2-9840-F68F-C81EA3D60AB2}"/>
              </a:ext>
            </a:extLst>
          </p:cNvPr>
          <p:cNvSpPr/>
          <p:nvPr/>
        </p:nvSpPr>
        <p:spPr>
          <a:xfrm>
            <a:off x="360077" y="5626320"/>
            <a:ext cx="72255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3" name="Rectangle 602">
            <a:extLst>
              <a:ext uri="{FF2B5EF4-FFF2-40B4-BE49-F238E27FC236}">
                <a16:creationId xmlns:a16="http://schemas.microsoft.com/office/drawing/2014/main" id="{18156187-9EB1-EE62-D3F1-E207BC6B9434}"/>
              </a:ext>
            </a:extLst>
          </p:cNvPr>
          <p:cNvSpPr/>
          <p:nvPr/>
        </p:nvSpPr>
        <p:spPr>
          <a:xfrm>
            <a:off x="360076" y="6051818"/>
            <a:ext cx="72255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4" name="Rectangle 603">
            <a:extLst>
              <a:ext uri="{FF2B5EF4-FFF2-40B4-BE49-F238E27FC236}">
                <a16:creationId xmlns:a16="http://schemas.microsoft.com/office/drawing/2014/main" id="{6AF01ABC-E792-328F-EB97-6B02254CB3E8}"/>
              </a:ext>
            </a:extLst>
          </p:cNvPr>
          <p:cNvSpPr/>
          <p:nvPr/>
        </p:nvSpPr>
        <p:spPr>
          <a:xfrm>
            <a:off x="360075" y="6477316"/>
            <a:ext cx="72255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5" name="Rectangle 604">
            <a:extLst>
              <a:ext uri="{FF2B5EF4-FFF2-40B4-BE49-F238E27FC236}">
                <a16:creationId xmlns:a16="http://schemas.microsoft.com/office/drawing/2014/main" id="{190367A3-A931-7839-CA5D-CA0B364B01D7}"/>
              </a:ext>
            </a:extLst>
          </p:cNvPr>
          <p:cNvSpPr/>
          <p:nvPr/>
        </p:nvSpPr>
        <p:spPr>
          <a:xfrm>
            <a:off x="360075" y="6902814"/>
            <a:ext cx="72255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6" name="TextBox 605">
            <a:extLst>
              <a:ext uri="{FF2B5EF4-FFF2-40B4-BE49-F238E27FC236}">
                <a16:creationId xmlns:a16="http://schemas.microsoft.com/office/drawing/2014/main" id="{86B34B25-86C7-C3C2-0AFD-57C197E6EE3D}"/>
              </a:ext>
            </a:extLst>
          </p:cNvPr>
          <p:cNvSpPr txBox="1"/>
          <p:nvPr/>
        </p:nvSpPr>
        <p:spPr>
          <a:xfrm>
            <a:off x="325151" y="5004700"/>
            <a:ext cx="787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6"/>
                </a:solidFill>
              </a:rPr>
              <a:t>W12</a:t>
            </a:r>
          </a:p>
        </p:txBody>
      </p:sp>
      <p:sp>
        <p:nvSpPr>
          <p:cNvPr id="607" name="TextBox 606">
            <a:extLst>
              <a:ext uri="{FF2B5EF4-FFF2-40B4-BE49-F238E27FC236}">
                <a16:creationId xmlns:a16="http://schemas.microsoft.com/office/drawing/2014/main" id="{75B908F0-E614-8511-8932-07874A685B4F}"/>
              </a:ext>
            </a:extLst>
          </p:cNvPr>
          <p:cNvSpPr txBox="1"/>
          <p:nvPr/>
        </p:nvSpPr>
        <p:spPr>
          <a:xfrm>
            <a:off x="1751138" y="5004693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6"/>
                </a:solidFill>
              </a:rPr>
              <a:t>W12.R1</a:t>
            </a:r>
          </a:p>
        </p:txBody>
      </p:sp>
      <p:sp>
        <p:nvSpPr>
          <p:cNvPr id="608" name="Rectangle 607">
            <a:extLst>
              <a:ext uri="{FF2B5EF4-FFF2-40B4-BE49-F238E27FC236}">
                <a16:creationId xmlns:a16="http://schemas.microsoft.com/office/drawing/2014/main" id="{4F4E6C9E-5BA3-C42E-8496-355DF6749A4C}"/>
              </a:ext>
            </a:extLst>
          </p:cNvPr>
          <p:cNvSpPr/>
          <p:nvPr/>
        </p:nvSpPr>
        <p:spPr>
          <a:xfrm>
            <a:off x="1852044" y="5200822"/>
            <a:ext cx="864539" cy="359243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9" name="Rectangle 608">
            <a:extLst>
              <a:ext uri="{FF2B5EF4-FFF2-40B4-BE49-F238E27FC236}">
                <a16:creationId xmlns:a16="http://schemas.microsoft.com/office/drawing/2014/main" id="{A4997FBF-3DF0-2B20-AED0-D0866192F6A5}"/>
              </a:ext>
            </a:extLst>
          </p:cNvPr>
          <p:cNvSpPr/>
          <p:nvPr/>
        </p:nvSpPr>
        <p:spPr>
          <a:xfrm>
            <a:off x="1852044" y="5626320"/>
            <a:ext cx="87164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10" name="Rectangle 609">
            <a:extLst>
              <a:ext uri="{FF2B5EF4-FFF2-40B4-BE49-F238E27FC236}">
                <a16:creationId xmlns:a16="http://schemas.microsoft.com/office/drawing/2014/main" id="{18CD440C-E2A5-C976-FEAC-18527D2A32A1}"/>
              </a:ext>
            </a:extLst>
          </p:cNvPr>
          <p:cNvSpPr/>
          <p:nvPr/>
        </p:nvSpPr>
        <p:spPr>
          <a:xfrm>
            <a:off x="1852042" y="6051818"/>
            <a:ext cx="871649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31C2AC9B-4B03-A9B3-A3ED-BA298BA58673}"/>
              </a:ext>
            </a:extLst>
          </p:cNvPr>
          <p:cNvSpPr/>
          <p:nvPr/>
        </p:nvSpPr>
        <p:spPr>
          <a:xfrm>
            <a:off x="1852042" y="6477316"/>
            <a:ext cx="871650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12" name="Rectangle 611">
            <a:extLst>
              <a:ext uri="{FF2B5EF4-FFF2-40B4-BE49-F238E27FC236}">
                <a16:creationId xmlns:a16="http://schemas.microsoft.com/office/drawing/2014/main" id="{64212FCA-1C04-9941-7ECC-5DCE14B2D449}"/>
              </a:ext>
            </a:extLst>
          </p:cNvPr>
          <p:cNvSpPr/>
          <p:nvPr/>
        </p:nvSpPr>
        <p:spPr>
          <a:xfrm>
            <a:off x="1852042" y="6902814"/>
            <a:ext cx="871650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613" name="Elbow Connector 612">
            <a:extLst>
              <a:ext uri="{FF2B5EF4-FFF2-40B4-BE49-F238E27FC236}">
                <a16:creationId xmlns:a16="http://schemas.microsoft.com/office/drawing/2014/main" id="{38A0E427-09A6-84BD-66E7-D8EE6BF485CC}"/>
              </a:ext>
            </a:extLst>
          </p:cNvPr>
          <p:cNvCxnSpPr>
            <a:cxnSpLocks/>
            <a:stCxn id="608" idx="1"/>
            <a:endCxn id="609" idx="1"/>
          </p:cNvCxnSpPr>
          <p:nvPr/>
        </p:nvCxnSpPr>
        <p:spPr>
          <a:xfrm rot="10800000" flipV="1">
            <a:off x="1852044" y="5380444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14" name="TextBox 613">
            <a:extLst>
              <a:ext uri="{FF2B5EF4-FFF2-40B4-BE49-F238E27FC236}">
                <a16:creationId xmlns:a16="http://schemas.microsoft.com/office/drawing/2014/main" id="{BDD37408-15B9-D735-EAB7-45BA27045768}"/>
              </a:ext>
            </a:extLst>
          </p:cNvPr>
          <p:cNvSpPr txBox="1">
            <a:spLocks/>
          </p:cNvSpPr>
          <p:nvPr/>
        </p:nvSpPr>
        <p:spPr>
          <a:xfrm>
            <a:off x="1530319" y="557136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x2</a:t>
            </a:r>
          </a:p>
        </p:txBody>
      </p:sp>
      <p:cxnSp>
        <p:nvCxnSpPr>
          <p:cNvPr id="615" name="Elbow Connector 614">
            <a:extLst>
              <a:ext uri="{FF2B5EF4-FFF2-40B4-BE49-F238E27FC236}">
                <a16:creationId xmlns:a16="http://schemas.microsoft.com/office/drawing/2014/main" id="{B0C77532-0C73-96DE-DD9E-FF4CAFA3A486}"/>
              </a:ext>
            </a:extLst>
          </p:cNvPr>
          <p:cNvCxnSpPr>
            <a:cxnSpLocks/>
            <a:endCxn id="610" idx="1"/>
          </p:cNvCxnSpPr>
          <p:nvPr/>
        </p:nvCxnSpPr>
        <p:spPr>
          <a:xfrm rot="16200000" flipH="1">
            <a:off x="1244881" y="5624279"/>
            <a:ext cx="850996" cy="363326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16" name="Elbow Connector 615">
            <a:extLst>
              <a:ext uri="{FF2B5EF4-FFF2-40B4-BE49-F238E27FC236}">
                <a16:creationId xmlns:a16="http://schemas.microsoft.com/office/drawing/2014/main" id="{1D909391-D64C-5EA2-2840-F18D1939958E}"/>
              </a:ext>
            </a:extLst>
          </p:cNvPr>
          <p:cNvCxnSpPr>
            <a:cxnSpLocks/>
            <a:endCxn id="611" idx="1"/>
          </p:cNvCxnSpPr>
          <p:nvPr/>
        </p:nvCxnSpPr>
        <p:spPr>
          <a:xfrm rot="16200000" flipH="1">
            <a:off x="994860" y="5799756"/>
            <a:ext cx="1276498" cy="437866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17" name="Elbow Connector 616">
            <a:extLst>
              <a:ext uri="{FF2B5EF4-FFF2-40B4-BE49-F238E27FC236}">
                <a16:creationId xmlns:a16="http://schemas.microsoft.com/office/drawing/2014/main" id="{89D509CA-A285-CAC2-FFA7-74D6C3863876}"/>
              </a:ext>
            </a:extLst>
          </p:cNvPr>
          <p:cNvCxnSpPr>
            <a:cxnSpLocks/>
            <a:endCxn id="612" idx="1"/>
          </p:cNvCxnSpPr>
          <p:nvPr/>
        </p:nvCxnSpPr>
        <p:spPr>
          <a:xfrm rot="16200000" flipH="1">
            <a:off x="746585" y="5976979"/>
            <a:ext cx="1701996" cy="508918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18" name="TextBox 617">
            <a:extLst>
              <a:ext uri="{FF2B5EF4-FFF2-40B4-BE49-F238E27FC236}">
                <a16:creationId xmlns:a16="http://schemas.microsoft.com/office/drawing/2014/main" id="{8231BAF7-0A9D-E88F-3CDF-3E6EC18766C1}"/>
              </a:ext>
            </a:extLst>
          </p:cNvPr>
          <p:cNvSpPr txBox="1"/>
          <p:nvPr/>
        </p:nvSpPr>
        <p:spPr>
          <a:xfrm>
            <a:off x="1515529" y="6004820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x3</a:t>
            </a:r>
          </a:p>
        </p:txBody>
      </p:sp>
      <p:sp>
        <p:nvSpPr>
          <p:cNvPr id="619" name="TextBox 618">
            <a:extLst>
              <a:ext uri="{FF2B5EF4-FFF2-40B4-BE49-F238E27FC236}">
                <a16:creationId xmlns:a16="http://schemas.microsoft.com/office/drawing/2014/main" id="{97A9F849-4FA8-0147-5A61-ADF0C6419BE8}"/>
              </a:ext>
            </a:extLst>
          </p:cNvPr>
          <p:cNvSpPr txBox="1"/>
          <p:nvPr/>
        </p:nvSpPr>
        <p:spPr>
          <a:xfrm>
            <a:off x="1515528" y="6428999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x4</a:t>
            </a:r>
          </a:p>
        </p:txBody>
      </p:sp>
      <p:sp>
        <p:nvSpPr>
          <p:cNvPr id="620" name="TextBox 619">
            <a:extLst>
              <a:ext uri="{FF2B5EF4-FFF2-40B4-BE49-F238E27FC236}">
                <a16:creationId xmlns:a16="http://schemas.microsoft.com/office/drawing/2014/main" id="{61B0C228-613E-1EB1-FEBA-4FC9B19DDFFD}"/>
              </a:ext>
            </a:extLst>
          </p:cNvPr>
          <p:cNvSpPr txBox="1"/>
          <p:nvPr/>
        </p:nvSpPr>
        <p:spPr>
          <a:xfrm>
            <a:off x="1500741" y="6854126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x5</a:t>
            </a:r>
          </a:p>
        </p:txBody>
      </p:sp>
      <p:cxnSp>
        <p:nvCxnSpPr>
          <p:cNvPr id="621" name="Straight Connector 620">
            <a:extLst>
              <a:ext uri="{FF2B5EF4-FFF2-40B4-BE49-F238E27FC236}">
                <a16:creationId xmlns:a16="http://schemas.microsoft.com/office/drawing/2014/main" id="{A6603284-749A-3C19-327B-256771CC4A1C}"/>
              </a:ext>
            </a:extLst>
          </p:cNvPr>
          <p:cNvCxnSpPr>
            <a:cxnSpLocks/>
          </p:cNvCxnSpPr>
          <p:nvPr/>
        </p:nvCxnSpPr>
        <p:spPr>
          <a:xfrm>
            <a:off x="1333744" y="5380439"/>
            <a:ext cx="254357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22" name="TextBox 621">
            <a:extLst>
              <a:ext uri="{FF2B5EF4-FFF2-40B4-BE49-F238E27FC236}">
                <a16:creationId xmlns:a16="http://schemas.microsoft.com/office/drawing/2014/main" id="{32B4B23B-6D8D-BF2E-7870-14F777ECA520}"/>
              </a:ext>
            </a:extLst>
          </p:cNvPr>
          <p:cNvSpPr txBox="1"/>
          <p:nvPr/>
        </p:nvSpPr>
        <p:spPr>
          <a:xfrm>
            <a:off x="2709053" y="5195773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9F150286-C16B-8EEC-8619-7A9363EAAD6F}"/>
              </a:ext>
            </a:extLst>
          </p:cNvPr>
          <p:cNvSpPr txBox="1"/>
          <p:nvPr/>
        </p:nvSpPr>
        <p:spPr>
          <a:xfrm>
            <a:off x="3395370" y="5004691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6"/>
                </a:solidFill>
              </a:rPr>
              <a:t>W12.R2</a:t>
            </a:r>
          </a:p>
        </p:txBody>
      </p:sp>
      <p:sp>
        <p:nvSpPr>
          <p:cNvPr id="624" name="Rectangle 623">
            <a:extLst>
              <a:ext uri="{FF2B5EF4-FFF2-40B4-BE49-F238E27FC236}">
                <a16:creationId xmlns:a16="http://schemas.microsoft.com/office/drawing/2014/main" id="{3577C7BF-7B5B-F5B4-59EF-A1EFC55BC582}"/>
              </a:ext>
            </a:extLst>
          </p:cNvPr>
          <p:cNvSpPr/>
          <p:nvPr/>
        </p:nvSpPr>
        <p:spPr>
          <a:xfrm>
            <a:off x="3485037" y="5207079"/>
            <a:ext cx="864539" cy="359243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5" name="Rectangle 624">
            <a:extLst>
              <a:ext uri="{FF2B5EF4-FFF2-40B4-BE49-F238E27FC236}">
                <a16:creationId xmlns:a16="http://schemas.microsoft.com/office/drawing/2014/main" id="{4ACAAF8D-FDD8-CFF9-3555-782D4930EBBD}"/>
              </a:ext>
            </a:extLst>
          </p:cNvPr>
          <p:cNvSpPr/>
          <p:nvPr/>
        </p:nvSpPr>
        <p:spPr>
          <a:xfrm>
            <a:off x="3485037" y="5632577"/>
            <a:ext cx="87164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6" name="Rectangle 625">
            <a:extLst>
              <a:ext uri="{FF2B5EF4-FFF2-40B4-BE49-F238E27FC236}">
                <a16:creationId xmlns:a16="http://schemas.microsoft.com/office/drawing/2014/main" id="{CE147E69-5E6B-0FBB-9E8F-8E1E4950B40B}"/>
              </a:ext>
            </a:extLst>
          </p:cNvPr>
          <p:cNvSpPr/>
          <p:nvPr/>
        </p:nvSpPr>
        <p:spPr>
          <a:xfrm>
            <a:off x="3485035" y="6058075"/>
            <a:ext cx="871649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7" name="Rectangle 626">
            <a:extLst>
              <a:ext uri="{FF2B5EF4-FFF2-40B4-BE49-F238E27FC236}">
                <a16:creationId xmlns:a16="http://schemas.microsoft.com/office/drawing/2014/main" id="{7E35D445-3A14-F5B5-AA1D-0C1D556A0F27}"/>
              </a:ext>
            </a:extLst>
          </p:cNvPr>
          <p:cNvSpPr/>
          <p:nvPr/>
        </p:nvSpPr>
        <p:spPr>
          <a:xfrm>
            <a:off x="3485035" y="6483573"/>
            <a:ext cx="871650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2D91E14C-2F18-1759-6F29-BAB6A0A307CB}"/>
              </a:ext>
            </a:extLst>
          </p:cNvPr>
          <p:cNvSpPr/>
          <p:nvPr/>
        </p:nvSpPr>
        <p:spPr>
          <a:xfrm>
            <a:off x="3485035" y="6909071"/>
            <a:ext cx="871650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629" name="Elbow Connector 628">
            <a:extLst>
              <a:ext uri="{FF2B5EF4-FFF2-40B4-BE49-F238E27FC236}">
                <a16:creationId xmlns:a16="http://schemas.microsoft.com/office/drawing/2014/main" id="{6330B87C-61EB-C549-EDE5-81B845268355}"/>
              </a:ext>
            </a:extLst>
          </p:cNvPr>
          <p:cNvCxnSpPr>
            <a:cxnSpLocks/>
            <a:stCxn id="624" idx="1"/>
            <a:endCxn id="625" idx="1"/>
          </p:cNvCxnSpPr>
          <p:nvPr/>
        </p:nvCxnSpPr>
        <p:spPr>
          <a:xfrm rot="10800000" flipV="1">
            <a:off x="3485037" y="5386701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0" name="TextBox 629">
            <a:extLst>
              <a:ext uri="{FF2B5EF4-FFF2-40B4-BE49-F238E27FC236}">
                <a16:creationId xmlns:a16="http://schemas.microsoft.com/office/drawing/2014/main" id="{CB32813C-D3F8-F034-EA3D-97CF8CE44517}"/>
              </a:ext>
            </a:extLst>
          </p:cNvPr>
          <p:cNvSpPr txBox="1">
            <a:spLocks/>
          </p:cNvSpPr>
          <p:nvPr/>
        </p:nvSpPr>
        <p:spPr>
          <a:xfrm>
            <a:off x="3163312" y="5577624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x4</a:t>
            </a:r>
          </a:p>
        </p:txBody>
      </p:sp>
      <p:cxnSp>
        <p:nvCxnSpPr>
          <p:cNvPr id="631" name="Elbow Connector 630">
            <a:extLst>
              <a:ext uri="{FF2B5EF4-FFF2-40B4-BE49-F238E27FC236}">
                <a16:creationId xmlns:a16="http://schemas.microsoft.com/office/drawing/2014/main" id="{3E62BC1D-0A5F-C325-089D-07F2B88D3706}"/>
              </a:ext>
            </a:extLst>
          </p:cNvPr>
          <p:cNvCxnSpPr>
            <a:cxnSpLocks/>
            <a:endCxn id="626" idx="1"/>
          </p:cNvCxnSpPr>
          <p:nvPr/>
        </p:nvCxnSpPr>
        <p:spPr>
          <a:xfrm rot="16200000" flipH="1">
            <a:off x="2877874" y="5630536"/>
            <a:ext cx="850996" cy="363326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32" name="Elbow Connector 631">
            <a:extLst>
              <a:ext uri="{FF2B5EF4-FFF2-40B4-BE49-F238E27FC236}">
                <a16:creationId xmlns:a16="http://schemas.microsoft.com/office/drawing/2014/main" id="{1291744F-399B-0CF9-B585-F6DB4C3AE685}"/>
              </a:ext>
            </a:extLst>
          </p:cNvPr>
          <p:cNvCxnSpPr>
            <a:cxnSpLocks/>
            <a:endCxn id="627" idx="1"/>
          </p:cNvCxnSpPr>
          <p:nvPr/>
        </p:nvCxnSpPr>
        <p:spPr>
          <a:xfrm rot="16200000" flipH="1">
            <a:off x="2627853" y="5806013"/>
            <a:ext cx="1276498" cy="437866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33" name="Elbow Connector 632">
            <a:extLst>
              <a:ext uri="{FF2B5EF4-FFF2-40B4-BE49-F238E27FC236}">
                <a16:creationId xmlns:a16="http://schemas.microsoft.com/office/drawing/2014/main" id="{641198E9-823A-0C68-1B05-619350B983DC}"/>
              </a:ext>
            </a:extLst>
          </p:cNvPr>
          <p:cNvCxnSpPr>
            <a:cxnSpLocks/>
            <a:endCxn id="628" idx="1"/>
          </p:cNvCxnSpPr>
          <p:nvPr/>
        </p:nvCxnSpPr>
        <p:spPr>
          <a:xfrm rot="16200000" flipH="1">
            <a:off x="2379578" y="5983236"/>
            <a:ext cx="1701996" cy="508918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4" name="TextBox 633">
            <a:extLst>
              <a:ext uri="{FF2B5EF4-FFF2-40B4-BE49-F238E27FC236}">
                <a16:creationId xmlns:a16="http://schemas.microsoft.com/office/drawing/2014/main" id="{E9B9BB43-0396-63BC-4310-FAEC5ABF9F52}"/>
              </a:ext>
            </a:extLst>
          </p:cNvPr>
          <p:cNvSpPr txBox="1"/>
          <p:nvPr/>
        </p:nvSpPr>
        <p:spPr>
          <a:xfrm>
            <a:off x="3148522" y="601107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x9</a:t>
            </a:r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52E6754C-5B77-9742-49DF-86E757155183}"/>
              </a:ext>
            </a:extLst>
          </p:cNvPr>
          <p:cNvSpPr txBox="1"/>
          <p:nvPr/>
        </p:nvSpPr>
        <p:spPr>
          <a:xfrm>
            <a:off x="3114056" y="6435256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x16</a:t>
            </a:r>
          </a:p>
        </p:txBody>
      </p:sp>
      <p:sp>
        <p:nvSpPr>
          <p:cNvPr id="636" name="TextBox 635">
            <a:extLst>
              <a:ext uri="{FF2B5EF4-FFF2-40B4-BE49-F238E27FC236}">
                <a16:creationId xmlns:a16="http://schemas.microsoft.com/office/drawing/2014/main" id="{47CB5CDF-B3A6-A6AC-E20F-066AEB0ACCBD}"/>
              </a:ext>
            </a:extLst>
          </p:cNvPr>
          <p:cNvSpPr txBox="1"/>
          <p:nvPr/>
        </p:nvSpPr>
        <p:spPr>
          <a:xfrm>
            <a:off x="3099269" y="6860383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x25</a:t>
            </a:r>
          </a:p>
        </p:txBody>
      </p:sp>
      <p:cxnSp>
        <p:nvCxnSpPr>
          <p:cNvPr id="637" name="Straight Connector 636">
            <a:extLst>
              <a:ext uri="{FF2B5EF4-FFF2-40B4-BE49-F238E27FC236}">
                <a16:creationId xmlns:a16="http://schemas.microsoft.com/office/drawing/2014/main" id="{6507539D-1A9D-4395-DDB1-F12F1FFAF652}"/>
              </a:ext>
            </a:extLst>
          </p:cNvPr>
          <p:cNvCxnSpPr>
            <a:cxnSpLocks/>
          </p:cNvCxnSpPr>
          <p:nvPr/>
        </p:nvCxnSpPr>
        <p:spPr>
          <a:xfrm>
            <a:off x="2966737" y="5386696"/>
            <a:ext cx="254357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8" name="TextBox 637">
            <a:extLst>
              <a:ext uri="{FF2B5EF4-FFF2-40B4-BE49-F238E27FC236}">
                <a16:creationId xmlns:a16="http://schemas.microsoft.com/office/drawing/2014/main" id="{032D5953-A3BD-54BF-3E57-7C5E6313D3BE}"/>
              </a:ext>
            </a:extLst>
          </p:cNvPr>
          <p:cNvSpPr txBox="1"/>
          <p:nvPr/>
        </p:nvSpPr>
        <p:spPr>
          <a:xfrm>
            <a:off x="2712273" y="562317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39" name="TextBox 638">
            <a:extLst>
              <a:ext uri="{FF2B5EF4-FFF2-40B4-BE49-F238E27FC236}">
                <a16:creationId xmlns:a16="http://schemas.microsoft.com/office/drawing/2014/main" id="{F891D29D-A2D1-7297-208C-E389E0B41401}"/>
              </a:ext>
            </a:extLst>
          </p:cNvPr>
          <p:cNvSpPr txBox="1"/>
          <p:nvPr/>
        </p:nvSpPr>
        <p:spPr>
          <a:xfrm>
            <a:off x="2712273" y="604358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0" name="TextBox 639">
            <a:extLst>
              <a:ext uri="{FF2B5EF4-FFF2-40B4-BE49-F238E27FC236}">
                <a16:creationId xmlns:a16="http://schemas.microsoft.com/office/drawing/2014/main" id="{ADF22612-B859-2B2C-5FB0-1F815339ACF3}"/>
              </a:ext>
            </a:extLst>
          </p:cNvPr>
          <p:cNvSpPr txBox="1"/>
          <p:nvPr/>
        </p:nvSpPr>
        <p:spPr>
          <a:xfrm>
            <a:off x="2712273" y="647532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1" name="TextBox 640">
            <a:extLst>
              <a:ext uri="{FF2B5EF4-FFF2-40B4-BE49-F238E27FC236}">
                <a16:creationId xmlns:a16="http://schemas.microsoft.com/office/drawing/2014/main" id="{6291FC8F-C591-65FE-3CDC-15C340F85C22}"/>
              </a:ext>
            </a:extLst>
          </p:cNvPr>
          <p:cNvSpPr txBox="1"/>
          <p:nvPr/>
        </p:nvSpPr>
        <p:spPr>
          <a:xfrm>
            <a:off x="2712273" y="689848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2" name="TextBox 641">
            <a:extLst>
              <a:ext uri="{FF2B5EF4-FFF2-40B4-BE49-F238E27FC236}">
                <a16:creationId xmlns:a16="http://schemas.microsoft.com/office/drawing/2014/main" id="{633DD1D6-BD9F-6EE4-D59E-7503CEE5D5C1}"/>
              </a:ext>
            </a:extLst>
          </p:cNvPr>
          <p:cNvSpPr txBox="1"/>
          <p:nvPr/>
        </p:nvSpPr>
        <p:spPr>
          <a:xfrm>
            <a:off x="1077803" y="5195773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3" name="TextBox 642">
            <a:extLst>
              <a:ext uri="{FF2B5EF4-FFF2-40B4-BE49-F238E27FC236}">
                <a16:creationId xmlns:a16="http://schemas.microsoft.com/office/drawing/2014/main" id="{C39FFBAC-E643-028B-7E09-E78544308D99}"/>
              </a:ext>
            </a:extLst>
          </p:cNvPr>
          <p:cNvSpPr txBox="1"/>
          <p:nvPr/>
        </p:nvSpPr>
        <p:spPr>
          <a:xfrm>
            <a:off x="1081023" y="562317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4" name="TextBox 643">
            <a:extLst>
              <a:ext uri="{FF2B5EF4-FFF2-40B4-BE49-F238E27FC236}">
                <a16:creationId xmlns:a16="http://schemas.microsoft.com/office/drawing/2014/main" id="{5A24C8C6-B050-32D0-F66C-8F7121FF7CB9}"/>
              </a:ext>
            </a:extLst>
          </p:cNvPr>
          <p:cNvSpPr txBox="1"/>
          <p:nvPr/>
        </p:nvSpPr>
        <p:spPr>
          <a:xfrm>
            <a:off x="1081023" y="604358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5" name="TextBox 644">
            <a:extLst>
              <a:ext uri="{FF2B5EF4-FFF2-40B4-BE49-F238E27FC236}">
                <a16:creationId xmlns:a16="http://schemas.microsoft.com/office/drawing/2014/main" id="{0FE55213-52B3-558B-B327-1CA6BD76023E}"/>
              </a:ext>
            </a:extLst>
          </p:cNvPr>
          <p:cNvSpPr txBox="1"/>
          <p:nvPr/>
        </p:nvSpPr>
        <p:spPr>
          <a:xfrm>
            <a:off x="1081023" y="647532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6" name="TextBox 645">
            <a:extLst>
              <a:ext uri="{FF2B5EF4-FFF2-40B4-BE49-F238E27FC236}">
                <a16:creationId xmlns:a16="http://schemas.microsoft.com/office/drawing/2014/main" id="{8DDADC15-7532-E999-0EDF-2AF7E3AF93B9}"/>
              </a:ext>
            </a:extLst>
          </p:cNvPr>
          <p:cNvSpPr txBox="1"/>
          <p:nvPr/>
        </p:nvSpPr>
        <p:spPr>
          <a:xfrm>
            <a:off x="1081023" y="689848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7" name="TextBox 646">
            <a:extLst>
              <a:ext uri="{FF2B5EF4-FFF2-40B4-BE49-F238E27FC236}">
                <a16:creationId xmlns:a16="http://schemas.microsoft.com/office/drawing/2014/main" id="{CD898894-E007-027D-95FA-79775667190D}"/>
              </a:ext>
            </a:extLst>
          </p:cNvPr>
          <p:cNvSpPr txBox="1"/>
          <p:nvPr/>
        </p:nvSpPr>
        <p:spPr>
          <a:xfrm>
            <a:off x="4335048" y="5257328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48" name="TextBox 647">
            <a:extLst>
              <a:ext uri="{FF2B5EF4-FFF2-40B4-BE49-F238E27FC236}">
                <a16:creationId xmlns:a16="http://schemas.microsoft.com/office/drawing/2014/main" id="{447F3BBB-0F5B-9487-F3CC-ADB43B777122}"/>
              </a:ext>
            </a:extLst>
          </p:cNvPr>
          <p:cNvSpPr txBox="1"/>
          <p:nvPr/>
        </p:nvSpPr>
        <p:spPr>
          <a:xfrm>
            <a:off x="5495764" y="5267157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W12.S1</a:t>
            </a:r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2CFBC5EB-55C9-1B8F-5C97-B3399684D48C}"/>
              </a:ext>
            </a:extLst>
          </p:cNvPr>
          <p:cNvSpPr/>
          <p:nvPr/>
        </p:nvSpPr>
        <p:spPr>
          <a:xfrm>
            <a:off x="4804412" y="5211368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0" name="Rectangle 649">
            <a:extLst>
              <a:ext uri="{FF2B5EF4-FFF2-40B4-BE49-F238E27FC236}">
                <a16:creationId xmlns:a16="http://schemas.microsoft.com/office/drawing/2014/main" id="{D47FCBB4-799E-A4F5-DCA6-F8AD69D285D4}"/>
              </a:ext>
            </a:extLst>
          </p:cNvPr>
          <p:cNvSpPr/>
          <p:nvPr/>
        </p:nvSpPr>
        <p:spPr>
          <a:xfrm>
            <a:off x="4804412" y="5636866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A021A42E-7C8E-B950-4113-B332D00D94DD}"/>
              </a:ext>
            </a:extLst>
          </p:cNvPr>
          <p:cNvSpPr/>
          <p:nvPr/>
        </p:nvSpPr>
        <p:spPr>
          <a:xfrm>
            <a:off x="4804411" y="6062364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2" name="Rectangle 651">
            <a:extLst>
              <a:ext uri="{FF2B5EF4-FFF2-40B4-BE49-F238E27FC236}">
                <a16:creationId xmlns:a16="http://schemas.microsoft.com/office/drawing/2014/main" id="{D16F91EF-F517-929F-35DB-2AC294E4EB98}"/>
              </a:ext>
            </a:extLst>
          </p:cNvPr>
          <p:cNvSpPr/>
          <p:nvPr/>
        </p:nvSpPr>
        <p:spPr>
          <a:xfrm>
            <a:off x="4804410" y="6487862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EF7CE9BB-77B2-60EB-4BB4-B4057381820E}"/>
              </a:ext>
            </a:extLst>
          </p:cNvPr>
          <p:cNvSpPr/>
          <p:nvPr/>
        </p:nvSpPr>
        <p:spPr>
          <a:xfrm>
            <a:off x="4804410" y="6913360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4" name="TextBox 653">
            <a:extLst>
              <a:ext uri="{FF2B5EF4-FFF2-40B4-BE49-F238E27FC236}">
                <a16:creationId xmlns:a16="http://schemas.microsoft.com/office/drawing/2014/main" id="{84C9B1EF-7825-A4D9-6940-1F4F0EBCA81E}"/>
              </a:ext>
            </a:extLst>
          </p:cNvPr>
          <p:cNvSpPr txBox="1"/>
          <p:nvPr/>
        </p:nvSpPr>
        <p:spPr>
          <a:xfrm>
            <a:off x="4339281" y="5684733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55" name="TextBox 654">
            <a:extLst>
              <a:ext uri="{FF2B5EF4-FFF2-40B4-BE49-F238E27FC236}">
                <a16:creationId xmlns:a16="http://schemas.microsoft.com/office/drawing/2014/main" id="{15EAD5C0-0AFE-1236-6E27-F851C6870EA7}"/>
              </a:ext>
            </a:extLst>
          </p:cNvPr>
          <p:cNvSpPr txBox="1"/>
          <p:nvPr/>
        </p:nvSpPr>
        <p:spPr>
          <a:xfrm>
            <a:off x="4339740" y="6093712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56" name="TextBox 655">
            <a:extLst>
              <a:ext uri="{FF2B5EF4-FFF2-40B4-BE49-F238E27FC236}">
                <a16:creationId xmlns:a16="http://schemas.microsoft.com/office/drawing/2014/main" id="{88B99426-4F24-968C-EAB4-E101C4D6F263}"/>
              </a:ext>
            </a:extLst>
          </p:cNvPr>
          <p:cNvSpPr txBox="1"/>
          <p:nvPr/>
        </p:nvSpPr>
        <p:spPr>
          <a:xfrm>
            <a:off x="4340639" y="6532154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57" name="TextBox 656">
            <a:extLst>
              <a:ext uri="{FF2B5EF4-FFF2-40B4-BE49-F238E27FC236}">
                <a16:creationId xmlns:a16="http://schemas.microsoft.com/office/drawing/2014/main" id="{1B49EA80-55E9-FD03-1D89-2E86BE7100FA}"/>
              </a:ext>
            </a:extLst>
          </p:cNvPr>
          <p:cNvSpPr txBox="1"/>
          <p:nvPr/>
        </p:nvSpPr>
        <p:spPr>
          <a:xfrm>
            <a:off x="4338992" y="6969937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58" name="TextBox 657">
            <a:extLst>
              <a:ext uri="{FF2B5EF4-FFF2-40B4-BE49-F238E27FC236}">
                <a16:creationId xmlns:a16="http://schemas.microsoft.com/office/drawing/2014/main" id="{CB31E201-F6C1-CC58-D5CB-90CC0B90613E}"/>
              </a:ext>
            </a:extLst>
          </p:cNvPr>
          <p:cNvSpPr txBox="1"/>
          <p:nvPr/>
        </p:nvSpPr>
        <p:spPr>
          <a:xfrm>
            <a:off x="5495765" y="5693635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W12.S2</a:t>
            </a:r>
          </a:p>
        </p:txBody>
      </p:sp>
      <p:sp>
        <p:nvSpPr>
          <p:cNvPr id="659" name="TextBox 658">
            <a:extLst>
              <a:ext uri="{FF2B5EF4-FFF2-40B4-BE49-F238E27FC236}">
                <a16:creationId xmlns:a16="http://schemas.microsoft.com/office/drawing/2014/main" id="{CF9F6C7F-6F7D-11E2-C4DD-93B957198A2B}"/>
              </a:ext>
            </a:extLst>
          </p:cNvPr>
          <p:cNvSpPr txBox="1"/>
          <p:nvPr/>
        </p:nvSpPr>
        <p:spPr>
          <a:xfrm>
            <a:off x="5496859" y="6120264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W12.S3</a:t>
            </a:r>
          </a:p>
        </p:txBody>
      </p:sp>
      <p:sp>
        <p:nvSpPr>
          <p:cNvPr id="660" name="TextBox 659">
            <a:extLst>
              <a:ext uri="{FF2B5EF4-FFF2-40B4-BE49-F238E27FC236}">
                <a16:creationId xmlns:a16="http://schemas.microsoft.com/office/drawing/2014/main" id="{C6DA1512-E652-00BC-34D3-69A9FE864053}"/>
              </a:ext>
            </a:extLst>
          </p:cNvPr>
          <p:cNvSpPr txBox="1"/>
          <p:nvPr/>
        </p:nvSpPr>
        <p:spPr>
          <a:xfrm>
            <a:off x="5496859" y="6546742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W12.S4</a:t>
            </a:r>
          </a:p>
        </p:txBody>
      </p:sp>
      <p:sp>
        <p:nvSpPr>
          <p:cNvPr id="661" name="TextBox 660">
            <a:extLst>
              <a:ext uri="{FF2B5EF4-FFF2-40B4-BE49-F238E27FC236}">
                <a16:creationId xmlns:a16="http://schemas.microsoft.com/office/drawing/2014/main" id="{BB4D1965-D0B6-03D9-DCCB-2D87AD76C007}"/>
              </a:ext>
            </a:extLst>
          </p:cNvPr>
          <p:cNvSpPr txBox="1"/>
          <p:nvPr/>
        </p:nvSpPr>
        <p:spPr>
          <a:xfrm>
            <a:off x="5495765" y="6967790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W12.S5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34C457-E217-2E49-7C5A-A0C4718EFA75}"/>
              </a:ext>
            </a:extLst>
          </p:cNvPr>
          <p:cNvSpPr txBox="1"/>
          <p:nvPr/>
        </p:nvSpPr>
        <p:spPr>
          <a:xfrm>
            <a:off x="5457753" y="7548128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R4.S1</a:t>
            </a:r>
            <a:r>
              <a:rPr lang="en-US" sz="1000" noProof="0" dirty="0"/>
              <a:t>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7BE00B-02D1-B7AD-D280-1546C40B8D59}"/>
              </a:ext>
            </a:extLst>
          </p:cNvPr>
          <p:cNvSpPr txBox="1"/>
          <p:nvPr/>
        </p:nvSpPr>
        <p:spPr>
          <a:xfrm>
            <a:off x="5871600" y="7863804"/>
            <a:ext cx="6228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W10.S2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W11.S2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W12.S2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37A159-F1AB-7971-CC7E-1603D6D2E2C1}"/>
              </a:ext>
            </a:extLst>
          </p:cNvPr>
          <p:cNvSpPr txBox="1"/>
          <p:nvPr/>
        </p:nvSpPr>
        <p:spPr>
          <a:xfrm>
            <a:off x="5457074" y="7971526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R4</a:t>
            </a:r>
            <a:r>
              <a:rPr lang="en-US" sz="1000" noProof="0" dirty="0">
                <a:solidFill>
                  <a:srgbClr val="A02A93"/>
                </a:solidFill>
              </a:rPr>
              <a:t>.S2</a:t>
            </a:r>
            <a:r>
              <a:rPr lang="en-US" sz="1000" noProof="0" dirty="0"/>
              <a:t>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91302C-F94C-F096-8220-11BBB635561A}"/>
              </a:ext>
            </a:extLst>
          </p:cNvPr>
          <p:cNvSpPr txBox="1"/>
          <p:nvPr/>
        </p:nvSpPr>
        <p:spPr>
          <a:xfrm>
            <a:off x="5871600" y="8292250"/>
            <a:ext cx="6228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W10.S3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W11.S3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W12.S3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BD5524-FE0E-1C5C-6F30-1ADDDFA9A578}"/>
              </a:ext>
            </a:extLst>
          </p:cNvPr>
          <p:cNvSpPr txBox="1"/>
          <p:nvPr/>
        </p:nvSpPr>
        <p:spPr>
          <a:xfrm>
            <a:off x="5457600" y="8401228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R4</a:t>
            </a:r>
            <a:r>
              <a:rPr lang="en-US" sz="1000" noProof="0" dirty="0">
                <a:solidFill>
                  <a:srgbClr val="A02A93"/>
                </a:solidFill>
              </a:rPr>
              <a:t>.S3</a:t>
            </a:r>
            <a:r>
              <a:rPr lang="en-US" sz="1000" noProof="0" dirty="0"/>
              <a:t>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CBA08E-B351-2719-D5DA-3641DC2D9E6B}"/>
              </a:ext>
            </a:extLst>
          </p:cNvPr>
          <p:cNvSpPr txBox="1"/>
          <p:nvPr/>
        </p:nvSpPr>
        <p:spPr>
          <a:xfrm>
            <a:off x="5871600" y="8717050"/>
            <a:ext cx="6228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W10.S4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W11.S4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W12.S4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72E69D-4696-56A9-BEDC-67B28D701FAC}"/>
              </a:ext>
            </a:extLst>
          </p:cNvPr>
          <p:cNvSpPr txBox="1"/>
          <p:nvPr/>
        </p:nvSpPr>
        <p:spPr>
          <a:xfrm>
            <a:off x="5457600" y="8824626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R4</a:t>
            </a:r>
            <a:r>
              <a:rPr lang="en-US" sz="1000" noProof="0" dirty="0">
                <a:solidFill>
                  <a:srgbClr val="A02A93"/>
                </a:solidFill>
              </a:rPr>
              <a:t>.S4</a:t>
            </a:r>
            <a:r>
              <a:rPr lang="en-US" sz="1000" noProof="0" dirty="0"/>
              <a:t>=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39B65F-71C1-56AE-2817-62603176E929}"/>
              </a:ext>
            </a:extLst>
          </p:cNvPr>
          <p:cNvSpPr txBox="1"/>
          <p:nvPr/>
        </p:nvSpPr>
        <p:spPr>
          <a:xfrm>
            <a:off x="5871600" y="9145450"/>
            <a:ext cx="6228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W10.S5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W11.S5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W12.S5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F42F3C-98AA-0E3C-D021-5AA5325CFF57}"/>
              </a:ext>
            </a:extLst>
          </p:cNvPr>
          <p:cNvSpPr txBox="1"/>
          <p:nvPr/>
        </p:nvSpPr>
        <p:spPr>
          <a:xfrm>
            <a:off x="5457600" y="9253210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R4.S5</a:t>
            </a:r>
            <a:r>
              <a:rPr lang="en-US" sz="1000" noProof="0" dirty="0"/>
              <a:t>=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63BBEF-9E67-0273-5E0A-BA61614807F8}"/>
              </a:ext>
            </a:extLst>
          </p:cNvPr>
          <p:cNvSpPr txBox="1"/>
          <p:nvPr/>
        </p:nvSpPr>
        <p:spPr>
          <a:xfrm>
            <a:off x="6019851" y="675822"/>
            <a:ext cx="55607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10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1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7E5831C-E5C2-0469-45B7-4C2EF9D026F9}"/>
              </a:ext>
            </a:extLst>
          </p:cNvPr>
          <p:cNvSpPr/>
          <p:nvPr/>
        </p:nvSpPr>
        <p:spPr>
          <a:xfrm>
            <a:off x="6536342" y="760658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165CD5-14C5-1707-9018-C08B5D338D12}"/>
              </a:ext>
            </a:extLst>
          </p:cNvPr>
          <p:cNvSpPr txBox="1"/>
          <p:nvPr/>
        </p:nvSpPr>
        <p:spPr>
          <a:xfrm>
            <a:off x="6019200" y="1106105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10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2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25AB88-9D29-67F8-4E68-8301280190DC}"/>
              </a:ext>
            </a:extLst>
          </p:cNvPr>
          <p:cNvSpPr/>
          <p:nvPr/>
        </p:nvSpPr>
        <p:spPr>
          <a:xfrm>
            <a:off x="6537600" y="1190941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95BDF9-DC0C-6284-E310-17951F685E8D}"/>
              </a:ext>
            </a:extLst>
          </p:cNvPr>
          <p:cNvSpPr txBox="1"/>
          <p:nvPr/>
        </p:nvSpPr>
        <p:spPr>
          <a:xfrm>
            <a:off x="6019852" y="1526116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10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3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98E06C9-1170-0F4D-6013-7EDC6364A134}"/>
              </a:ext>
            </a:extLst>
          </p:cNvPr>
          <p:cNvSpPr/>
          <p:nvPr/>
        </p:nvSpPr>
        <p:spPr>
          <a:xfrm>
            <a:off x="6536343" y="1610952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D6443F-E47D-D7DE-78F1-C99D029090CE}"/>
              </a:ext>
            </a:extLst>
          </p:cNvPr>
          <p:cNvSpPr txBox="1"/>
          <p:nvPr/>
        </p:nvSpPr>
        <p:spPr>
          <a:xfrm>
            <a:off x="6019200" y="1956399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10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4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6525FDF-8C3F-7D6A-6926-0B9A4F843B96}"/>
              </a:ext>
            </a:extLst>
          </p:cNvPr>
          <p:cNvSpPr/>
          <p:nvPr/>
        </p:nvSpPr>
        <p:spPr>
          <a:xfrm>
            <a:off x="6537600" y="2041235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5CBA6A-691B-4A11-FB31-9038CD31492D}"/>
              </a:ext>
            </a:extLst>
          </p:cNvPr>
          <p:cNvSpPr txBox="1"/>
          <p:nvPr/>
        </p:nvSpPr>
        <p:spPr>
          <a:xfrm>
            <a:off x="6019200" y="2376955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10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5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7539E13-CA68-322E-BBB4-198AC0BB287E}"/>
              </a:ext>
            </a:extLst>
          </p:cNvPr>
          <p:cNvSpPr/>
          <p:nvPr/>
        </p:nvSpPr>
        <p:spPr>
          <a:xfrm>
            <a:off x="6537600" y="2461791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7C65436-37DE-AE14-82E4-FB8476D863F0}"/>
              </a:ext>
            </a:extLst>
          </p:cNvPr>
          <p:cNvSpPr txBox="1"/>
          <p:nvPr/>
        </p:nvSpPr>
        <p:spPr>
          <a:xfrm>
            <a:off x="6019200" y="2950804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11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1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AE3135D-FDF3-B506-1121-F956971A0CE5}"/>
              </a:ext>
            </a:extLst>
          </p:cNvPr>
          <p:cNvSpPr/>
          <p:nvPr/>
        </p:nvSpPr>
        <p:spPr>
          <a:xfrm>
            <a:off x="6537600" y="3035640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52B2811-77D9-B9A8-95F7-357E7235DE4D}"/>
              </a:ext>
            </a:extLst>
          </p:cNvPr>
          <p:cNvSpPr txBox="1"/>
          <p:nvPr/>
        </p:nvSpPr>
        <p:spPr>
          <a:xfrm>
            <a:off x="6019200" y="3381087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11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2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5CFDEC4-2158-09DC-986E-96B8A0A419F9}"/>
              </a:ext>
            </a:extLst>
          </p:cNvPr>
          <p:cNvSpPr/>
          <p:nvPr/>
        </p:nvSpPr>
        <p:spPr>
          <a:xfrm>
            <a:off x="6537600" y="3465923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FE143CE-D57F-1A81-E933-AF3179F8A3A1}"/>
              </a:ext>
            </a:extLst>
          </p:cNvPr>
          <p:cNvSpPr txBox="1"/>
          <p:nvPr/>
        </p:nvSpPr>
        <p:spPr>
          <a:xfrm>
            <a:off x="6019200" y="3801098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11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3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258EDD2-0FA2-F3DC-2A93-1CFBDF8F9EC4}"/>
              </a:ext>
            </a:extLst>
          </p:cNvPr>
          <p:cNvSpPr/>
          <p:nvPr/>
        </p:nvSpPr>
        <p:spPr>
          <a:xfrm>
            <a:off x="6537600" y="3885934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EDD03A0-9731-B11B-8CB9-FADFA97F81CC}"/>
              </a:ext>
            </a:extLst>
          </p:cNvPr>
          <p:cNvSpPr txBox="1"/>
          <p:nvPr/>
        </p:nvSpPr>
        <p:spPr>
          <a:xfrm>
            <a:off x="6019200" y="4231381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11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4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2BC6ED4-C3B7-2362-28A3-874DDFF42CD1}"/>
              </a:ext>
            </a:extLst>
          </p:cNvPr>
          <p:cNvSpPr/>
          <p:nvPr/>
        </p:nvSpPr>
        <p:spPr>
          <a:xfrm>
            <a:off x="6537600" y="4316217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074A54D-18B1-E57D-90A1-5CE905BC23A0}"/>
              </a:ext>
            </a:extLst>
          </p:cNvPr>
          <p:cNvSpPr txBox="1"/>
          <p:nvPr/>
        </p:nvSpPr>
        <p:spPr>
          <a:xfrm>
            <a:off x="6019200" y="4651937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11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5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6F4CEEC-B02A-27AD-623E-A7BE9EFFAB17}"/>
              </a:ext>
            </a:extLst>
          </p:cNvPr>
          <p:cNvSpPr/>
          <p:nvPr/>
        </p:nvSpPr>
        <p:spPr>
          <a:xfrm>
            <a:off x="6537600" y="4735450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DEAEAEA-9682-21C7-772B-CB87459657D5}"/>
              </a:ext>
            </a:extLst>
          </p:cNvPr>
          <p:cNvSpPr txBox="1"/>
          <p:nvPr/>
        </p:nvSpPr>
        <p:spPr>
          <a:xfrm>
            <a:off x="6018565" y="5222288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12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1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D211E97-3F6D-185B-B8DD-6EC3E7B37F42}"/>
              </a:ext>
            </a:extLst>
          </p:cNvPr>
          <p:cNvSpPr/>
          <p:nvPr/>
        </p:nvSpPr>
        <p:spPr>
          <a:xfrm>
            <a:off x="6537600" y="5307124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AD2342F-CD4D-3A89-9F45-BBC2AFEACA65}"/>
              </a:ext>
            </a:extLst>
          </p:cNvPr>
          <p:cNvSpPr txBox="1"/>
          <p:nvPr/>
        </p:nvSpPr>
        <p:spPr>
          <a:xfrm>
            <a:off x="6019200" y="5652571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12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2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C05880F-4ECC-7788-35C1-7F47D60B6E68}"/>
              </a:ext>
            </a:extLst>
          </p:cNvPr>
          <p:cNvSpPr/>
          <p:nvPr/>
        </p:nvSpPr>
        <p:spPr>
          <a:xfrm>
            <a:off x="6538659" y="5737407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5395D45-59B0-6A7B-387A-F02B967E5B22}"/>
              </a:ext>
            </a:extLst>
          </p:cNvPr>
          <p:cNvSpPr txBox="1"/>
          <p:nvPr/>
        </p:nvSpPr>
        <p:spPr>
          <a:xfrm>
            <a:off x="6018566" y="6072582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12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3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46FE4C9-4F25-E7C5-55DC-55970B2651EF}"/>
              </a:ext>
            </a:extLst>
          </p:cNvPr>
          <p:cNvSpPr/>
          <p:nvPr/>
        </p:nvSpPr>
        <p:spPr>
          <a:xfrm>
            <a:off x="6537600" y="6157450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F7F74E8-09F2-B569-7C94-0472FD51B252}"/>
              </a:ext>
            </a:extLst>
          </p:cNvPr>
          <p:cNvSpPr txBox="1"/>
          <p:nvPr/>
        </p:nvSpPr>
        <p:spPr>
          <a:xfrm>
            <a:off x="6019200" y="6502865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12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4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1163581-EAEA-60E2-86FE-D0034816D337}"/>
              </a:ext>
            </a:extLst>
          </p:cNvPr>
          <p:cNvSpPr/>
          <p:nvPr/>
        </p:nvSpPr>
        <p:spPr>
          <a:xfrm>
            <a:off x="6538660" y="6587701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F71FE21-DD40-20AD-96B1-94033091E54A}"/>
              </a:ext>
            </a:extLst>
          </p:cNvPr>
          <p:cNvSpPr txBox="1"/>
          <p:nvPr/>
        </p:nvSpPr>
        <p:spPr>
          <a:xfrm>
            <a:off x="6019200" y="6923421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12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5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E1C2FCA-ADE7-2D35-842E-0B06566FE0B6}"/>
              </a:ext>
            </a:extLst>
          </p:cNvPr>
          <p:cNvSpPr/>
          <p:nvPr/>
        </p:nvSpPr>
        <p:spPr>
          <a:xfrm>
            <a:off x="6538661" y="7008257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481" y="141553"/>
            <a:ext cx="544198" cy="544198"/>
          </a:xfrm>
          <a:prstGeom prst="rect">
            <a:avLst/>
          </a:prstGeom>
          <a:noFill/>
        </p:spPr>
      </p:pic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CB0BBF29-A53B-6DD1-5960-6BBB923A28D7}"/>
              </a:ext>
            </a:extLst>
          </p:cNvPr>
          <p:cNvCxnSpPr>
            <a:cxnSpLocks/>
            <a:stCxn id="70" idx="1"/>
            <a:endCxn id="74" idx="1"/>
          </p:cNvCxnSpPr>
          <p:nvPr/>
        </p:nvCxnSpPr>
        <p:spPr>
          <a:xfrm rot="10800000" flipV="1">
            <a:off x="361170" y="835325"/>
            <a:ext cx="2" cy="1701992"/>
          </a:xfrm>
          <a:prstGeom prst="bentConnector3">
            <a:avLst>
              <a:gd name="adj1" fmla="val 11430100000"/>
            </a:avLst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9996377-DDB0-C0B6-E4E1-0651C308CD34}"/>
              </a:ext>
            </a:extLst>
          </p:cNvPr>
          <p:cNvSpPr txBox="1">
            <a:spLocks/>
          </p:cNvSpPr>
          <p:nvPr/>
        </p:nvSpPr>
        <p:spPr>
          <a:xfrm rot="16200000">
            <a:off x="-253419" y="156321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copy     to      all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FB3F566E-7899-B3E7-F9A0-7DAFD414E3AC}"/>
              </a:ext>
            </a:extLst>
          </p:cNvPr>
          <p:cNvCxnSpPr>
            <a:cxnSpLocks/>
            <a:stCxn id="540" idx="1"/>
            <a:endCxn id="544" idx="1"/>
          </p:cNvCxnSpPr>
          <p:nvPr/>
        </p:nvCxnSpPr>
        <p:spPr>
          <a:xfrm rot="10800000" flipV="1">
            <a:off x="356337" y="3108474"/>
            <a:ext cx="2" cy="1701992"/>
          </a:xfrm>
          <a:prstGeom prst="bentConnector3">
            <a:avLst>
              <a:gd name="adj1" fmla="val 11430100000"/>
            </a:avLst>
          </a:prstGeom>
          <a:ln w="9525">
            <a:solidFill>
              <a:srgbClr val="0F9ED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2BEE9059-2B0B-39F6-8048-B034D64AD84F}"/>
              </a:ext>
            </a:extLst>
          </p:cNvPr>
          <p:cNvSpPr txBox="1">
            <a:spLocks/>
          </p:cNvSpPr>
          <p:nvPr/>
        </p:nvSpPr>
        <p:spPr>
          <a:xfrm rot="16200000">
            <a:off x="-258254" y="3838816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copy     to      all</a:t>
            </a:r>
          </a:p>
        </p:txBody>
      </p: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766EC15C-032C-EB69-1464-F2FF02F71645}"/>
              </a:ext>
            </a:extLst>
          </p:cNvPr>
          <p:cNvCxnSpPr>
            <a:cxnSpLocks/>
            <a:stCxn id="601" idx="1"/>
            <a:endCxn id="605" idx="1"/>
          </p:cNvCxnSpPr>
          <p:nvPr/>
        </p:nvCxnSpPr>
        <p:spPr>
          <a:xfrm rot="10800000" flipV="1">
            <a:off x="360075" y="5380444"/>
            <a:ext cx="2" cy="1701992"/>
          </a:xfrm>
          <a:prstGeom prst="bentConnector3">
            <a:avLst>
              <a:gd name="adj1" fmla="val 11430100000"/>
            </a:avLst>
          </a:prstGeom>
          <a:ln w="9525">
            <a:solidFill>
              <a:srgbClr val="4EA72E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8C7DDE54-68EC-FC6A-A1E8-E77063C1134E}"/>
              </a:ext>
            </a:extLst>
          </p:cNvPr>
          <p:cNvSpPr txBox="1">
            <a:spLocks/>
          </p:cNvSpPr>
          <p:nvPr/>
        </p:nvSpPr>
        <p:spPr>
          <a:xfrm rot="16200000">
            <a:off x="-258252" y="6113948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copy     to      all</a:t>
            </a:r>
          </a:p>
        </p:txBody>
      </p: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DF333819-92C5-6152-3260-2A0F38010E0C}"/>
              </a:ext>
            </a:extLst>
          </p:cNvPr>
          <p:cNvCxnSpPr>
            <a:cxnSpLocks/>
            <a:stCxn id="357" idx="1"/>
            <a:endCxn id="361" idx="1"/>
          </p:cNvCxnSpPr>
          <p:nvPr/>
        </p:nvCxnSpPr>
        <p:spPr>
          <a:xfrm rot="10800000" flipV="1">
            <a:off x="356339" y="7664368"/>
            <a:ext cx="2" cy="1701992"/>
          </a:xfrm>
          <a:prstGeom prst="bentConnector3">
            <a:avLst>
              <a:gd name="adj1" fmla="val 11430100000"/>
            </a:avLst>
          </a:prstGeom>
          <a:ln w="9525">
            <a:solidFill>
              <a:srgbClr val="A02A93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56DD3FE2-3A48-7ADF-BDEF-FF35E11A4606}"/>
              </a:ext>
            </a:extLst>
          </p:cNvPr>
          <p:cNvSpPr txBox="1">
            <a:spLocks/>
          </p:cNvSpPr>
          <p:nvPr/>
        </p:nvSpPr>
        <p:spPr>
          <a:xfrm rot="16200000">
            <a:off x="-258255" y="8392254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copy     to      all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B3B773-A6E8-D7A7-4A30-9F5494F29C5F}"/>
              </a:ext>
            </a:extLst>
          </p:cNvPr>
          <p:cNvSpPr txBox="1"/>
          <p:nvPr/>
        </p:nvSpPr>
        <p:spPr>
          <a:xfrm>
            <a:off x="234965" y="88449"/>
            <a:ext cx="5696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Manua</a:t>
            </a:r>
            <a:r>
              <a:rPr lang="en-US" dirty="0"/>
              <a:t>l Sharing 3-of-5 24 words – Page 05</a:t>
            </a:r>
            <a:endParaRPr lang="en-US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80749A-EA19-4098-EC59-C8797066063B}"/>
              </a:ext>
            </a:extLst>
          </p:cNvPr>
          <p:cNvSpPr txBox="1"/>
          <p:nvPr/>
        </p:nvSpPr>
        <p:spPr>
          <a:xfrm>
            <a:off x="251727" y="339889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</a:t>
            </a:r>
            <a:r>
              <a:rPr lang="en-US" sz="800" b="1" dirty="0"/>
              <a:t>Mod</a:t>
            </a:r>
            <a:r>
              <a:rPr lang="en-US" sz="800" dirty="0"/>
              <a:t>, divide by 2053, subtract the number before the dot, multiply the result by 2053. Roud the result.</a:t>
            </a:r>
            <a:endParaRPr lang="en-US" sz="600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5489C7-95CC-1E5F-8BFB-96F8AA735C45}"/>
              </a:ext>
            </a:extLst>
          </p:cNvPr>
          <p:cNvSpPr/>
          <p:nvPr/>
        </p:nvSpPr>
        <p:spPr>
          <a:xfrm>
            <a:off x="6612825" y="7529518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7C05F9C-505E-F97D-C0CA-6889B6C5CCF1}"/>
              </a:ext>
            </a:extLst>
          </p:cNvPr>
          <p:cNvSpPr/>
          <p:nvPr/>
        </p:nvSpPr>
        <p:spPr>
          <a:xfrm>
            <a:off x="6612825" y="7690718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030BDBD-AC3D-189C-51AF-9C64C759F814}"/>
              </a:ext>
            </a:extLst>
          </p:cNvPr>
          <p:cNvSpPr/>
          <p:nvPr/>
        </p:nvSpPr>
        <p:spPr>
          <a:xfrm>
            <a:off x="6611922" y="79538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51A83F8-150E-E8E4-98EB-4B4FC517C327}"/>
              </a:ext>
            </a:extLst>
          </p:cNvPr>
          <p:cNvSpPr/>
          <p:nvPr/>
        </p:nvSpPr>
        <p:spPr>
          <a:xfrm>
            <a:off x="6611922" y="81122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531CD71-49E1-AC53-A8BD-34E2E10A4F20}"/>
              </a:ext>
            </a:extLst>
          </p:cNvPr>
          <p:cNvSpPr/>
          <p:nvPr/>
        </p:nvSpPr>
        <p:spPr>
          <a:xfrm>
            <a:off x="6611922" y="83822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960CE90-A67C-8502-8896-4F14F1312C9E}"/>
              </a:ext>
            </a:extLst>
          </p:cNvPr>
          <p:cNvSpPr/>
          <p:nvPr/>
        </p:nvSpPr>
        <p:spPr>
          <a:xfrm>
            <a:off x="6611922" y="85442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2C93B0D-93C2-CB61-EE65-06D0677F1CFE}"/>
              </a:ext>
            </a:extLst>
          </p:cNvPr>
          <p:cNvSpPr/>
          <p:nvPr/>
        </p:nvSpPr>
        <p:spPr>
          <a:xfrm>
            <a:off x="6611922" y="88070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A87D802-A2F7-449F-72D8-F1CF14B1CCDC}"/>
              </a:ext>
            </a:extLst>
          </p:cNvPr>
          <p:cNvSpPr/>
          <p:nvPr/>
        </p:nvSpPr>
        <p:spPr>
          <a:xfrm>
            <a:off x="6611922" y="89690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D598ABD-AD00-E550-B888-B2A77E09DF23}"/>
              </a:ext>
            </a:extLst>
          </p:cNvPr>
          <p:cNvSpPr txBox="1"/>
          <p:nvPr/>
        </p:nvSpPr>
        <p:spPr>
          <a:xfrm>
            <a:off x="6234291" y="9386574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+4</a:t>
            </a:r>
            <a:r>
              <a:rPr lang="en-US" sz="600" noProof="0" dirty="0"/>
              <a:t> Mod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5FD0AB9-B4BF-6378-CECA-74D7DA748F7A}"/>
              </a:ext>
            </a:extLst>
          </p:cNvPr>
          <p:cNvSpPr/>
          <p:nvPr/>
        </p:nvSpPr>
        <p:spPr>
          <a:xfrm>
            <a:off x="6611922" y="92390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94F07BC-BE13-FE48-4B48-75E6F879A1A3}"/>
              </a:ext>
            </a:extLst>
          </p:cNvPr>
          <p:cNvSpPr/>
          <p:nvPr/>
        </p:nvSpPr>
        <p:spPr>
          <a:xfrm>
            <a:off x="6611922" y="93974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AB1CA96-7640-0D24-542F-425CD2B970A5}"/>
              </a:ext>
            </a:extLst>
          </p:cNvPr>
          <p:cNvSpPr txBox="1"/>
          <p:nvPr/>
        </p:nvSpPr>
        <p:spPr>
          <a:xfrm>
            <a:off x="6229962" y="8961407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+4</a:t>
            </a:r>
            <a:r>
              <a:rPr lang="en-US" sz="600" noProof="0" dirty="0"/>
              <a:t> Mod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DD518A3-DF24-2666-BBA4-141B3936068C}"/>
              </a:ext>
            </a:extLst>
          </p:cNvPr>
          <p:cNvSpPr txBox="1"/>
          <p:nvPr/>
        </p:nvSpPr>
        <p:spPr>
          <a:xfrm>
            <a:off x="6234061" y="8535909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+4</a:t>
            </a:r>
            <a:r>
              <a:rPr lang="en-US" sz="600" noProof="0" dirty="0"/>
              <a:t> Mod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EC40DCA-68CB-FE5D-D7DD-8C9C0C45E91A}"/>
              </a:ext>
            </a:extLst>
          </p:cNvPr>
          <p:cNvSpPr txBox="1"/>
          <p:nvPr/>
        </p:nvSpPr>
        <p:spPr>
          <a:xfrm>
            <a:off x="6232605" y="8108931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+4</a:t>
            </a:r>
            <a:r>
              <a:rPr lang="en-US" sz="600" noProof="0" dirty="0"/>
              <a:t> Mod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94C2AD5-A100-2484-29E8-E8581A0390D8}"/>
              </a:ext>
            </a:extLst>
          </p:cNvPr>
          <p:cNvSpPr txBox="1"/>
          <p:nvPr/>
        </p:nvSpPr>
        <p:spPr>
          <a:xfrm>
            <a:off x="6232006" y="7680767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+4</a:t>
            </a:r>
            <a:r>
              <a:rPr lang="en-US" sz="600" noProof="0" dirty="0"/>
              <a:t> Mod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D94BAEB-D081-D63A-0406-11826F48E99B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</p:spTree>
    <p:extLst>
      <p:ext uri="{BB962C8B-B14F-4D97-AF65-F5344CB8AC3E}">
        <p14:creationId xmlns:p14="http://schemas.microsoft.com/office/powerpoint/2010/main" val="399903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9DFF0E9-F7EC-9913-670C-80D9EB225A9F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E589BAD-6CA5-CE57-4EB3-FEFE75AD35C2}"/>
              </a:ext>
            </a:extLst>
          </p:cNvPr>
          <p:cNvSpPr/>
          <p:nvPr/>
        </p:nvSpPr>
        <p:spPr>
          <a:xfrm>
            <a:off x="361172" y="655703"/>
            <a:ext cx="722557" cy="359243"/>
          </a:xfrm>
          <a:prstGeom prst="rect">
            <a:avLst/>
          </a:prstGeom>
          <a:noFill/>
          <a:ln w="28575"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ECC5152-78F2-BB28-ACB9-8A7827936D3D}"/>
              </a:ext>
            </a:extLst>
          </p:cNvPr>
          <p:cNvSpPr/>
          <p:nvPr/>
        </p:nvSpPr>
        <p:spPr>
          <a:xfrm>
            <a:off x="361172" y="1081201"/>
            <a:ext cx="72255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1DB28A-873C-56A3-DC1A-BFDBB3EFC4E0}"/>
              </a:ext>
            </a:extLst>
          </p:cNvPr>
          <p:cNvSpPr/>
          <p:nvPr/>
        </p:nvSpPr>
        <p:spPr>
          <a:xfrm>
            <a:off x="361171" y="1506699"/>
            <a:ext cx="72255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E7F73F6-AAD6-2639-1729-78C14C091F9F}"/>
              </a:ext>
            </a:extLst>
          </p:cNvPr>
          <p:cNvSpPr/>
          <p:nvPr/>
        </p:nvSpPr>
        <p:spPr>
          <a:xfrm>
            <a:off x="361170" y="1932197"/>
            <a:ext cx="72255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C3B6D45-32F3-1224-392B-8EE14CBD222B}"/>
              </a:ext>
            </a:extLst>
          </p:cNvPr>
          <p:cNvSpPr/>
          <p:nvPr/>
        </p:nvSpPr>
        <p:spPr>
          <a:xfrm>
            <a:off x="361170" y="2357695"/>
            <a:ext cx="72255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5427A5-A424-7CEC-38FE-3522D7D0ECD6}"/>
              </a:ext>
            </a:extLst>
          </p:cNvPr>
          <p:cNvSpPr txBox="1"/>
          <p:nvPr/>
        </p:nvSpPr>
        <p:spPr>
          <a:xfrm>
            <a:off x="352750" y="459581"/>
            <a:ext cx="787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W13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36FE7E6-1085-427A-2A06-1655A56B683B}"/>
              </a:ext>
            </a:extLst>
          </p:cNvPr>
          <p:cNvSpPr txBox="1"/>
          <p:nvPr/>
        </p:nvSpPr>
        <p:spPr>
          <a:xfrm>
            <a:off x="1778738" y="459574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W13.R1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DA1DA7C-AE1D-E424-C375-A3FD894B28AD}"/>
              </a:ext>
            </a:extLst>
          </p:cNvPr>
          <p:cNvSpPr/>
          <p:nvPr/>
        </p:nvSpPr>
        <p:spPr>
          <a:xfrm>
            <a:off x="1853139" y="655703"/>
            <a:ext cx="864539" cy="359243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43B58ED-9148-D208-3AB6-3330491BB764}"/>
              </a:ext>
            </a:extLst>
          </p:cNvPr>
          <p:cNvSpPr/>
          <p:nvPr/>
        </p:nvSpPr>
        <p:spPr>
          <a:xfrm>
            <a:off x="1853139" y="1081201"/>
            <a:ext cx="87164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68A0CAB-554C-3B7C-3870-3C3D61A5A51B}"/>
              </a:ext>
            </a:extLst>
          </p:cNvPr>
          <p:cNvSpPr/>
          <p:nvPr/>
        </p:nvSpPr>
        <p:spPr>
          <a:xfrm>
            <a:off x="1853137" y="1506699"/>
            <a:ext cx="871649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4678211-6344-0DC3-9344-410804AADEF6}"/>
              </a:ext>
            </a:extLst>
          </p:cNvPr>
          <p:cNvSpPr/>
          <p:nvPr/>
        </p:nvSpPr>
        <p:spPr>
          <a:xfrm>
            <a:off x="1853137" y="1932197"/>
            <a:ext cx="87165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D67C32B-19E8-9DB0-3EE0-741734D5B756}"/>
              </a:ext>
            </a:extLst>
          </p:cNvPr>
          <p:cNvSpPr/>
          <p:nvPr/>
        </p:nvSpPr>
        <p:spPr>
          <a:xfrm>
            <a:off x="1853137" y="2357695"/>
            <a:ext cx="87165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07" name="Elbow Connector 106">
            <a:extLst>
              <a:ext uri="{FF2B5EF4-FFF2-40B4-BE49-F238E27FC236}">
                <a16:creationId xmlns:a16="http://schemas.microsoft.com/office/drawing/2014/main" id="{38A37EB7-D810-2013-70C0-E77522E1920F}"/>
              </a:ext>
            </a:extLst>
          </p:cNvPr>
          <p:cNvCxnSpPr>
            <a:cxnSpLocks/>
            <a:stCxn id="98" idx="1"/>
            <a:endCxn id="99" idx="1"/>
          </p:cNvCxnSpPr>
          <p:nvPr/>
        </p:nvCxnSpPr>
        <p:spPr>
          <a:xfrm rot="10800000" flipV="1">
            <a:off x="1853139" y="835325"/>
            <a:ext cx="12700" cy="425498"/>
          </a:xfrm>
          <a:prstGeom prst="bentConnector3">
            <a:avLst>
              <a:gd name="adj1" fmla="val 2433803"/>
            </a:avLst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A2EE057D-4A92-B978-FBD3-79210A8A0999}"/>
              </a:ext>
            </a:extLst>
          </p:cNvPr>
          <p:cNvSpPr txBox="1">
            <a:spLocks/>
          </p:cNvSpPr>
          <p:nvPr/>
        </p:nvSpPr>
        <p:spPr>
          <a:xfrm>
            <a:off x="1531414" y="1026248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x2</a:t>
            </a:r>
          </a:p>
        </p:txBody>
      </p:sp>
      <p:cxnSp>
        <p:nvCxnSpPr>
          <p:cNvPr id="127" name="Elbow Connector 126">
            <a:extLst>
              <a:ext uri="{FF2B5EF4-FFF2-40B4-BE49-F238E27FC236}">
                <a16:creationId xmlns:a16="http://schemas.microsoft.com/office/drawing/2014/main" id="{A37D2884-8CE8-B6A2-C999-BFF69C835309}"/>
              </a:ext>
            </a:extLst>
          </p:cNvPr>
          <p:cNvCxnSpPr>
            <a:cxnSpLocks/>
            <a:endCxn id="100" idx="1"/>
          </p:cNvCxnSpPr>
          <p:nvPr/>
        </p:nvCxnSpPr>
        <p:spPr>
          <a:xfrm rot="16200000" flipH="1">
            <a:off x="1245976" y="1079160"/>
            <a:ext cx="850996" cy="363326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3" name="Elbow Connector 142">
            <a:extLst>
              <a:ext uri="{FF2B5EF4-FFF2-40B4-BE49-F238E27FC236}">
                <a16:creationId xmlns:a16="http://schemas.microsoft.com/office/drawing/2014/main" id="{56528FDA-29B2-E883-11D0-0A9E15EEE0D3}"/>
              </a:ext>
            </a:extLst>
          </p:cNvPr>
          <p:cNvCxnSpPr>
            <a:cxnSpLocks/>
            <a:endCxn id="101" idx="1"/>
          </p:cNvCxnSpPr>
          <p:nvPr/>
        </p:nvCxnSpPr>
        <p:spPr>
          <a:xfrm rot="16200000" flipH="1">
            <a:off x="995955" y="1254637"/>
            <a:ext cx="1276498" cy="437866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6" name="Elbow Connector 145">
            <a:extLst>
              <a:ext uri="{FF2B5EF4-FFF2-40B4-BE49-F238E27FC236}">
                <a16:creationId xmlns:a16="http://schemas.microsoft.com/office/drawing/2014/main" id="{E32F9306-73EA-D59E-F2E8-F5D4A91854C3}"/>
              </a:ext>
            </a:extLst>
          </p:cNvPr>
          <p:cNvCxnSpPr>
            <a:cxnSpLocks/>
            <a:endCxn id="102" idx="1"/>
          </p:cNvCxnSpPr>
          <p:nvPr/>
        </p:nvCxnSpPr>
        <p:spPr>
          <a:xfrm rot="16200000" flipH="1">
            <a:off x="747680" y="1431860"/>
            <a:ext cx="1701996" cy="508918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8150B952-A39E-CE02-52FE-54B74407763E}"/>
              </a:ext>
            </a:extLst>
          </p:cNvPr>
          <p:cNvSpPr txBox="1"/>
          <p:nvPr/>
        </p:nvSpPr>
        <p:spPr>
          <a:xfrm>
            <a:off x="1516624" y="1459701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x3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6785F86-F02B-4674-8381-982C69009EDE}"/>
              </a:ext>
            </a:extLst>
          </p:cNvPr>
          <p:cNvSpPr txBox="1"/>
          <p:nvPr/>
        </p:nvSpPr>
        <p:spPr>
          <a:xfrm>
            <a:off x="1516623" y="1883880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x4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3C2941E-AB1E-435C-0921-9CC9B2607FB9}"/>
              </a:ext>
            </a:extLst>
          </p:cNvPr>
          <p:cNvSpPr txBox="1"/>
          <p:nvPr/>
        </p:nvSpPr>
        <p:spPr>
          <a:xfrm>
            <a:off x="1501836" y="230900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x5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E3DA89C9-039D-9139-510B-E8E90637F0CF}"/>
              </a:ext>
            </a:extLst>
          </p:cNvPr>
          <p:cNvCxnSpPr>
            <a:cxnSpLocks/>
          </p:cNvCxnSpPr>
          <p:nvPr/>
        </p:nvCxnSpPr>
        <p:spPr>
          <a:xfrm>
            <a:off x="1334839" y="835320"/>
            <a:ext cx="254357" cy="0"/>
          </a:xfrm>
          <a:prstGeom prst="line">
            <a:avLst/>
          </a:prstGeom>
          <a:ln w="9525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D12601B4-DBB3-7B90-8DE2-6D25B5FB13C2}"/>
              </a:ext>
            </a:extLst>
          </p:cNvPr>
          <p:cNvSpPr txBox="1"/>
          <p:nvPr/>
        </p:nvSpPr>
        <p:spPr>
          <a:xfrm>
            <a:off x="2710148" y="65065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1B77402-C76B-7AAF-7631-515855822687}"/>
              </a:ext>
            </a:extLst>
          </p:cNvPr>
          <p:cNvSpPr txBox="1"/>
          <p:nvPr/>
        </p:nvSpPr>
        <p:spPr>
          <a:xfrm>
            <a:off x="3422967" y="459572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W13.R2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9E63A247-552E-5251-51CA-CEE16EDE8C42}"/>
              </a:ext>
            </a:extLst>
          </p:cNvPr>
          <p:cNvSpPr/>
          <p:nvPr/>
        </p:nvSpPr>
        <p:spPr>
          <a:xfrm>
            <a:off x="3486132" y="661960"/>
            <a:ext cx="864539" cy="359243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67DCBC86-D289-4707-8579-52172AA43F61}"/>
              </a:ext>
            </a:extLst>
          </p:cNvPr>
          <p:cNvSpPr/>
          <p:nvPr/>
        </p:nvSpPr>
        <p:spPr>
          <a:xfrm>
            <a:off x="3486132" y="1087458"/>
            <a:ext cx="87164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389C63D7-F522-A0FB-2A0C-0A7069D0AFA3}"/>
              </a:ext>
            </a:extLst>
          </p:cNvPr>
          <p:cNvSpPr/>
          <p:nvPr/>
        </p:nvSpPr>
        <p:spPr>
          <a:xfrm>
            <a:off x="3486130" y="1512956"/>
            <a:ext cx="871649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591095F6-CEAC-35A9-BE12-04A80C846E22}"/>
              </a:ext>
            </a:extLst>
          </p:cNvPr>
          <p:cNvSpPr/>
          <p:nvPr/>
        </p:nvSpPr>
        <p:spPr>
          <a:xfrm>
            <a:off x="3486130" y="1938454"/>
            <a:ext cx="87165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7CAA567C-725D-E8D5-561E-93455C328763}"/>
              </a:ext>
            </a:extLst>
          </p:cNvPr>
          <p:cNvSpPr/>
          <p:nvPr/>
        </p:nvSpPr>
        <p:spPr>
          <a:xfrm>
            <a:off x="3486130" y="2363952"/>
            <a:ext cx="87165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2" name="Elbow Connector 181">
            <a:extLst>
              <a:ext uri="{FF2B5EF4-FFF2-40B4-BE49-F238E27FC236}">
                <a16:creationId xmlns:a16="http://schemas.microsoft.com/office/drawing/2014/main" id="{7DF6FD0D-2E72-9C20-4798-089EA77E9461}"/>
              </a:ext>
            </a:extLst>
          </p:cNvPr>
          <p:cNvCxnSpPr>
            <a:cxnSpLocks/>
            <a:stCxn id="177" idx="1"/>
            <a:endCxn id="178" idx="1"/>
          </p:cNvCxnSpPr>
          <p:nvPr/>
        </p:nvCxnSpPr>
        <p:spPr>
          <a:xfrm rot="10800000" flipV="1">
            <a:off x="3486132" y="841582"/>
            <a:ext cx="12700" cy="425498"/>
          </a:xfrm>
          <a:prstGeom prst="bentConnector3">
            <a:avLst>
              <a:gd name="adj1" fmla="val 2433803"/>
            </a:avLst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3992E111-57A8-3032-C17A-DF533A65DEBD}"/>
              </a:ext>
            </a:extLst>
          </p:cNvPr>
          <p:cNvSpPr txBox="1">
            <a:spLocks/>
          </p:cNvSpPr>
          <p:nvPr/>
        </p:nvSpPr>
        <p:spPr>
          <a:xfrm>
            <a:off x="3164407" y="1032505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x4</a:t>
            </a:r>
          </a:p>
        </p:txBody>
      </p:sp>
      <p:cxnSp>
        <p:nvCxnSpPr>
          <p:cNvPr id="184" name="Elbow Connector 183">
            <a:extLst>
              <a:ext uri="{FF2B5EF4-FFF2-40B4-BE49-F238E27FC236}">
                <a16:creationId xmlns:a16="http://schemas.microsoft.com/office/drawing/2014/main" id="{55CFE194-F918-5C62-9497-FA14B921A3C4}"/>
              </a:ext>
            </a:extLst>
          </p:cNvPr>
          <p:cNvCxnSpPr>
            <a:cxnSpLocks/>
            <a:endCxn id="179" idx="1"/>
          </p:cNvCxnSpPr>
          <p:nvPr/>
        </p:nvCxnSpPr>
        <p:spPr>
          <a:xfrm rot="16200000" flipH="1">
            <a:off x="2878969" y="1085417"/>
            <a:ext cx="850996" cy="363326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5" name="Elbow Connector 184">
            <a:extLst>
              <a:ext uri="{FF2B5EF4-FFF2-40B4-BE49-F238E27FC236}">
                <a16:creationId xmlns:a16="http://schemas.microsoft.com/office/drawing/2014/main" id="{AF0CDE28-E6A9-1FF6-5B1B-0D7C421868B5}"/>
              </a:ext>
            </a:extLst>
          </p:cNvPr>
          <p:cNvCxnSpPr>
            <a:cxnSpLocks/>
            <a:endCxn id="180" idx="1"/>
          </p:cNvCxnSpPr>
          <p:nvPr/>
        </p:nvCxnSpPr>
        <p:spPr>
          <a:xfrm rot="16200000" flipH="1">
            <a:off x="2628948" y="1260894"/>
            <a:ext cx="1276498" cy="437866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6" name="Elbow Connector 185">
            <a:extLst>
              <a:ext uri="{FF2B5EF4-FFF2-40B4-BE49-F238E27FC236}">
                <a16:creationId xmlns:a16="http://schemas.microsoft.com/office/drawing/2014/main" id="{C18B9EDD-2A67-5EE5-CC44-31E2F5E0B469}"/>
              </a:ext>
            </a:extLst>
          </p:cNvPr>
          <p:cNvCxnSpPr>
            <a:cxnSpLocks/>
            <a:endCxn id="181" idx="1"/>
          </p:cNvCxnSpPr>
          <p:nvPr/>
        </p:nvCxnSpPr>
        <p:spPr>
          <a:xfrm rot="16200000" flipH="1">
            <a:off x="2380673" y="1438117"/>
            <a:ext cx="1701996" cy="508918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DF285E21-86A0-0FA2-E26E-F64D7B7356B8}"/>
              </a:ext>
            </a:extLst>
          </p:cNvPr>
          <p:cNvSpPr txBox="1"/>
          <p:nvPr/>
        </p:nvSpPr>
        <p:spPr>
          <a:xfrm>
            <a:off x="3149617" y="1465958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x9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1B06B6BA-EA11-8B95-0ABC-FF8242405ADB}"/>
              </a:ext>
            </a:extLst>
          </p:cNvPr>
          <p:cNvSpPr txBox="1"/>
          <p:nvPr/>
        </p:nvSpPr>
        <p:spPr>
          <a:xfrm>
            <a:off x="3115151" y="1890137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x16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695C1BDD-BE8E-2F9F-DF7F-C6C93526412A}"/>
              </a:ext>
            </a:extLst>
          </p:cNvPr>
          <p:cNvSpPr txBox="1"/>
          <p:nvPr/>
        </p:nvSpPr>
        <p:spPr>
          <a:xfrm>
            <a:off x="3100364" y="2315264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x25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252E1DF-BDBD-D32F-F8D5-9BA70920366B}"/>
              </a:ext>
            </a:extLst>
          </p:cNvPr>
          <p:cNvCxnSpPr>
            <a:cxnSpLocks/>
          </p:cNvCxnSpPr>
          <p:nvPr/>
        </p:nvCxnSpPr>
        <p:spPr>
          <a:xfrm>
            <a:off x="2967832" y="841577"/>
            <a:ext cx="254357" cy="0"/>
          </a:xfrm>
          <a:prstGeom prst="line">
            <a:avLst/>
          </a:prstGeom>
          <a:ln w="9525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1BFA5C08-A4A6-85B9-B5A2-F53FA0FF1E81}"/>
              </a:ext>
            </a:extLst>
          </p:cNvPr>
          <p:cNvSpPr txBox="1"/>
          <p:nvPr/>
        </p:nvSpPr>
        <p:spPr>
          <a:xfrm>
            <a:off x="2713368" y="1078059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D9734090-D78F-556D-8E63-8050410465A8}"/>
              </a:ext>
            </a:extLst>
          </p:cNvPr>
          <p:cNvSpPr txBox="1"/>
          <p:nvPr/>
        </p:nvSpPr>
        <p:spPr>
          <a:xfrm>
            <a:off x="2713368" y="149846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10431365-5150-4000-3785-0CAA98453940}"/>
              </a:ext>
            </a:extLst>
          </p:cNvPr>
          <p:cNvSpPr txBox="1"/>
          <p:nvPr/>
        </p:nvSpPr>
        <p:spPr>
          <a:xfrm>
            <a:off x="2713368" y="1930205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30C8F69E-3EB6-7D81-D32F-1270ABEC0DB5}"/>
              </a:ext>
            </a:extLst>
          </p:cNvPr>
          <p:cNvSpPr txBox="1"/>
          <p:nvPr/>
        </p:nvSpPr>
        <p:spPr>
          <a:xfrm>
            <a:off x="2713368" y="2353369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9F77D25A-DA31-9599-F887-C5A6F1AAC8BC}"/>
              </a:ext>
            </a:extLst>
          </p:cNvPr>
          <p:cNvSpPr txBox="1"/>
          <p:nvPr/>
        </p:nvSpPr>
        <p:spPr>
          <a:xfrm>
            <a:off x="1078898" y="65065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BE8ACF3F-6DB2-4D93-3DEE-4EF77EEAC144}"/>
              </a:ext>
            </a:extLst>
          </p:cNvPr>
          <p:cNvSpPr txBox="1"/>
          <p:nvPr/>
        </p:nvSpPr>
        <p:spPr>
          <a:xfrm>
            <a:off x="1082118" y="1078059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9A879-FEB0-132E-EF00-4B8123987BF0}"/>
              </a:ext>
            </a:extLst>
          </p:cNvPr>
          <p:cNvSpPr txBox="1"/>
          <p:nvPr/>
        </p:nvSpPr>
        <p:spPr>
          <a:xfrm>
            <a:off x="1082118" y="149846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1A17ADC3-34C0-42C4-0507-3CDD57BBDDC5}"/>
              </a:ext>
            </a:extLst>
          </p:cNvPr>
          <p:cNvSpPr txBox="1"/>
          <p:nvPr/>
        </p:nvSpPr>
        <p:spPr>
          <a:xfrm>
            <a:off x="1082118" y="1930205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3CE2F034-6E07-44B3-9209-7F38A5C2F2C2}"/>
              </a:ext>
            </a:extLst>
          </p:cNvPr>
          <p:cNvSpPr txBox="1"/>
          <p:nvPr/>
        </p:nvSpPr>
        <p:spPr>
          <a:xfrm>
            <a:off x="1082118" y="2353369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B356EAB5-946C-4455-F225-0EC02DACEBFF}"/>
              </a:ext>
            </a:extLst>
          </p:cNvPr>
          <p:cNvSpPr txBox="1"/>
          <p:nvPr/>
        </p:nvSpPr>
        <p:spPr>
          <a:xfrm>
            <a:off x="4336143" y="712209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4C93D9F2-E36A-ABB9-E5E7-DC48A68A98F7}"/>
              </a:ext>
            </a:extLst>
          </p:cNvPr>
          <p:cNvSpPr txBox="1"/>
          <p:nvPr/>
        </p:nvSpPr>
        <p:spPr>
          <a:xfrm>
            <a:off x="5496858" y="722038"/>
            <a:ext cx="622208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W13.S1</a:t>
            </a: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4BD8ED64-728D-BE40-EC73-0156A083B6A0}"/>
              </a:ext>
            </a:extLst>
          </p:cNvPr>
          <p:cNvSpPr/>
          <p:nvPr/>
        </p:nvSpPr>
        <p:spPr>
          <a:xfrm>
            <a:off x="4802400" y="666249"/>
            <a:ext cx="722557" cy="35924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012A86FD-EB5B-9F20-4250-1B4679FC225F}"/>
              </a:ext>
            </a:extLst>
          </p:cNvPr>
          <p:cNvSpPr/>
          <p:nvPr/>
        </p:nvSpPr>
        <p:spPr>
          <a:xfrm>
            <a:off x="4802400" y="1091747"/>
            <a:ext cx="722557" cy="3592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9FE7CD5B-4221-AB3D-1B6D-60DF4A11731B}"/>
              </a:ext>
            </a:extLst>
          </p:cNvPr>
          <p:cNvSpPr/>
          <p:nvPr/>
        </p:nvSpPr>
        <p:spPr>
          <a:xfrm>
            <a:off x="4802400" y="1517245"/>
            <a:ext cx="722557" cy="359243"/>
          </a:xfrm>
          <a:prstGeom prst="rect">
            <a:avLst/>
          </a:prstGeom>
          <a:noFill/>
          <a:ln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65732AD-8F0C-6D1C-03A6-61AA6B6A8B14}"/>
              </a:ext>
            </a:extLst>
          </p:cNvPr>
          <p:cNvSpPr/>
          <p:nvPr/>
        </p:nvSpPr>
        <p:spPr>
          <a:xfrm>
            <a:off x="4802400" y="1942743"/>
            <a:ext cx="722557" cy="35924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3CA35BE1-B30F-2700-B668-67C55D187785}"/>
              </a:ext>
            </a:extLst>
          </p:cNvPr>
          <p:cNvSpPr/>
          <p:nvPr/>
        </p:nvSpPr>
        <p:spPr>
          <a:xfrm>
            <a:off x="4802400" y="2368241"/>
            <a:ext cx="722557" cy="35924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FA955A86-1554-83A3-3E4A-BA8D714D58A2}"/>
              </a:ext>
            </a:extLst>
          </p:cNvPr>
          <p:cNvSpPr txBox="1"/>
          <p:nvPr/>
        </p:nvSpPr>
        <p:spPr>
          <a:xfrm>
            <a:off x="4340376" y="1139614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0BDB347-53D5-F71B-F55E-53EFFBDE7C06}"/>
              </a:ext>
            </a:extLst>
          </p:cNvPr>
          <p:cNvSpPr txBox="1"/>
          <p:nvPr/>
        </p:nvSpPr>
        <p:spPr>
          <a:xfrm>
            <a:off x="4340835" y="1548593"/>
            <a:ext cx="5229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01550370-E1CA-CC0C-DED3-5B447E072F26}"/>
              </a:ext>
            </a:extLst>
          </p:cNvPr>
          <p:cNvSpPr txBox="1"/>
          <p:nvPr/>
        </p:nvSpPr>
        <p:spPr>
          <a:xfrm>
            <a:off x="4341734" y="1987035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0BAC42F3-4635-03AC-170D-09004E734D16}"/>
              </a:ext>
            </a:extLst>
          </p:cNvPr>
          <p:cNvSpPr txBox="1"/>
          <p:nvPr/>
        </p:nvSpPr>
        <p:spPr>
          <a:xfrm>
            <a:off x="4340087" y="2424818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ED40151D-5759-16FE-6657-23C1782B36D1}"/>
              </a:ext>
            </a:extLst>
          </p:cNvPr>
          <p:cNvSpPr txBox="1"/>
          <p:nvPr/>
        </p:nvSpPr>
        <p:spPr>
          <a:xfrm>
            <a:off x="5496859" y="1148516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W13.S2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699BA70D-0BF3-83C9-98D2-2DCEFF65CDF3}"/>
              </a:ext>
            </a:extLst>
          </p:cNvPr>
          <p:cNvSpPr txBox="1"/>
          <p:nvPr/>
        </p:nvSpPr>
        <p:spPr>
          <a:xfrm>
            <a:off x="5497954" y="1575145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W13.S3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D12F5D04-6EC9-2A6A-A773-789FDC90FC6E}"/>
              </a:ext>
            </a:extLst>
          </p:cNvPr>
          <p:cNvSpPr txBox="1"/>
          <p:nvPr/>
        </p:nvSpPr>
        <p:spPr>
          <a:xfrm>
            <a:off x="5497954" y="2001623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W13.S4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90A39020-C440-51CC-82EB-CCB81123E57C}"/>
              </a:ext>
            </a:extLst>
          </p:cNvPr>
          <p:cNvSpPr txBox="1"/>
          <p:nvPr/>
        </p:nvSpPr>
        <p:spPr>
          <a:xfrm>
            <a:off x="5496859" y="2422671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W13.S5</a:t>
            </a: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5E67941C-EDCC-6EF9-DD80-D21907A2AA65}"/>
              </a:ext>
            </a:extLst>
          </p:cNvPr>
          <p:cNvSpPr/>
          <p:nvPr/>
        </p:nvSpPr>
        <p:spPr>
          <a:xfrm>
            <a:off x="356341" y="7484746"/>
            <a:ext cx="722557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01F4ADEA-ED57-5A96-3ED8-7B74F42F5E7A}"/>
              </a:ext>
            </a:extLst>
          </p:cNvPr>
          <p:cNvSpPr/>
          <p:nvPr/>
        </p:nvSpPr>
        <p:spPr>
          <a:xfrm>
            <a:off x="356341" y="7910244"/>
            <a:ext cx="72255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071B9C17-8ACC-EA57-3956-9361E1551A76}"/>
              </a:ext>
            </a:extLst>
          </p:cNvPr>
          <p:cNvSpPr/>
          <p:nvPr/>
        </p:nvSpPr>
        <p:spPr>
          <a:xfrm>
            <a:off x="356340" y="8335742"/>
            <a:ext cx="72255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E8802721-4777-4CB6-FCB2-941EB4F41A06}"/>
              </a:ext>
            </a:extLst>
          </p:cNvPr>
          <p:cNvSpPr/>
          <p:nvPr/>
        </p:nvSpPr>
        <p:spPr>
          <a:xfrm>
            <a:off x="356339" y="8761240"/>
            <a:ext cx="72255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99C756E2-2422-C889-8E23-F289CEA90548}"/>
              </a:ext>
            </a:extLst>
          </p:cNvPr>
          <p:cNvSpPr/>
          <p:nvPr/>
        </p:nvSpPr>
        <p:spPr>
          <a:xfrm>
            <a:off x="356339" y="9186738"/>
            <a:ext cx="72255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32C6F720-2A71-1231-90F8-922386280EC9}"/>
              </a:ext>
            </a:extLst>
          </p:cNvPr>
          <p:cNvSpPr txBox="1"/>
          <p:nvPr/>
        </p:nvSpPr>
        <p:spPr>
          <a:xfrm>
            <a:off x="41292" y="7288624"/>
            <a:ext cx="13567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W13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W14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W15</a:t>
            </a:r>
            <a:r>
              <a:rPr lang="en-US" sz="1000" b="1" noProof="0" dirty="0"/>
              <a:t>+5</a:t>
            </a:r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80E3F286-41E3-D94B-4784-8C5688B7CC5D}"/>
              </a:ext>
            </a:extLst>
          </p:cNvPr>
          <p:cNvSpPr txBox="1"/>
          <p:nvPr/>
        </p:nvSpPr>
        <p:spPr>
          <a:xfrm>
            <a:off x="1336235" y="7288617"/>
            <a:ext cx="18934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97132"/>
                </a:solidFill>
              </a:rPr>
              <a:t>W13.R1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W14.R1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W15.R1</a:t>
            </a:r>
            <a:endParaRPr lang="en-US" sz="1000" noProof="0" dirty="0"/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D70A748E-69DE-2C66-B82F-9D1E6D51B6B2}"/>
              </a:ext>
            </a:extLst>
          </p:cNvPr>
          <p:cNvSpPr/>
          <p:nvPr/>
        </p:nvSpPr>
        <p:spPr>
          <a:xfrm>
            <a:off x="1848308" y="7484746"/>
            <a:ext cx="864539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BC896361-FF36-6473-4D16-D4CAC699921B}"/>
              </a:ext>
            </a:extLst>
          </p:cNvPr>
          <p:cNvSpPr/>
          <p:nvPr/>
        </p:nvSpPr>
        <p:spPr>
          <a:xfrm>
            <a:off x="1848308" y="7910244"/>
            <a:ext cx="87164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CA2EE003-A86B-BA9D-99D1-60BC58C486D3}"/>
              </a:ext>
            </a:extLst>
          </p:cNvPr>
          <p:cNvSpPr/>
          <p:nvPr/>
        </p:nvSpPr>
        <p:spPr>
          <a:xfrm>
            <a:off x="1848306" y="8335742"/>
            <a:ext cx="871649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BB14ECAF-7DBE-0431-113D-AB217E5C2F16}"/>
              </a:ext>
            </a:extLst>
          </p:cNvPr>
          <p:cNvSpPr/>
          <p:nvPr/>
        </p:nvSpPr>
        <p:spPr>
          <a:xfrm>
            <a:off x="1848306" y="8761240"/>
            <a:ext cx="871650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D3046548-8169-5987-4068-39EDFB28027A}"/>
              </a:ext>
            </a:extLst>
          </p:cNvPr>
          <p:cNvSpPr/>
          <p:nvPr/>
        </p:nvSpPr>
        <p:spPr>
          <a:xfrm>
            <a:off x="1848306" y="9186738"/>
            <a:ext cx="871650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69" name="Elbow Connector 368">
            <a:extLst>
              <a:ext uri="{FF2B5EF4-FFF2-40B4-BE49-F238E27FC236}">
                <a16:creationId xmlns:a16="http://schemas.microsoft.com/office/drawing/2014/main" id="{13473A79-81BA-FC8C-6B30-C721CAD8E019}"/>
              </a:ext>
            </a:extLst>
          </p:cNvPr>
          <p:cNvCxnSpPr>
            <a:cxnSpLocks/>
            <a:stCxn id="364" idx="1"/>
            <a:endCxn id="365" idx="1"/>
          </p:cNvCxnSpPr>
          <p:nvPr/>
        </p:nvCxnSpPr>
        <p:spPr>
          <a:xfrm rot="10800000" flipV="1">
            <a:off x="1848308" y="7664368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0" name="TextBox 369">
            <a:extLst>
              <a:ext uri="{FF2B5EF4-FFF2-40B4-BE49-F238E27FC236}">
                <a16:creationId xmlns:a16="http://schemas.microsoft.com/office/drawing/2014/main" id="{4C3BACD6-CB7A-1185-FF0E-4A4732BF57CF}"/>
              </a:ext>
            </a:extLst>
          </p:cNvPr>
          <p:cNvSpPr txBox="1">
            <a:spLocks/>
          </p:cNvSpPr>
          <p:nvPr/>
        </p:nvSpPr>
        <p:spPr>
          <a:xfrm>
            <a:off x="1526583" y="7855291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x2</a:t>
            </a:r>
          </a:p>
        </p:txBody>
      </p:sp>
      <p:cxnSp>
        <p:nvCxnSpPr>
          <p:cNvPr id="371" name="Elbow Connector 370">
            <a:extLst>
              <a:ext uri="{FF2B5EF4-FFF2-40B4-BE49-F238E27FC236}">
                <a16:creationId xmlns:a16="http://schemas.microsoft.com/office/drawing/2014/main" id="{B7859023-CC19-7FD9-AB82-07357112E78D}"/>
              </a:ext>
            </a:extLst>
          </p:cNvPr>
          <p:cNvCxnSpPr>
            <a:cxnSpLocks/>
            <a:endCxn id="366" idx="1"/>
          </p:cNvCxnSpPr>
          <p:nvPr/>
        </p:nvCxnSpPr>
        <p:spPr>
          <a:xfrm rot="16200000" flipH="1">
            <a:off x="1241145" y="7908203"/>
            <a:ext cx="850996" cy="363326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2" name="Elbow Connector 371">
            <a:extLst>
              <a:ext uri="{FF2B5EF4-FFF2-40B4-BE49-F238E27FC236}">
                <a16:creationId xmlns:a16="http://schemas.microsoft.com/office/drawing/2014/main" id="{2FDD5A8E-BD75-B33F-03DA-52F3AC4F07A6}"/>
              </a:ext>
            </a:extLst>
          </p:cNvPr>
          <p:cNvCxnSpPr>
            <a:cxnSpLocks/>
            <a:endCxn id="367" idx="1"/>
          </p:cNvCxnSpPr>
          <p:nvPr/>
        </p:nvCxnSpPr>
        <p:spPr>
          <a:xfrm rot="16200000" flipH="1">
            <a:off x="991124" y="8083680"/>
            <a:ext cx="1276498" cy="437866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3" name="Elbow Connector 372">
            <a:extLst>
              <a:ext uri="{FF2B5EF4-FFF2-40B4-BE49-F238E27FC236}">
                <a16:creationId xmlns:a16="http://schemas.microsoft.com/office/drawing/2014/main" id="{F07DD8A2-E16D-0ED8-728B-93B94FCC0B92}"/>
              </a:ext>
            </a:extLst>
          </p:cNvPr>
          <p:cNvCxnSpPr>
            <a:cxnSpLocks/>
            <a:endCxn id="368" idx="1"/>
          </p:cNvCxnSpPr>
          <p:nvPr/>
        </p:nvCxnSpPr>
        <p:spPr>
          <a:xfrm rot="16200000" flipH="1">
            <a:off x="742849" y="8260903"/>
            <a:ext cx="1701996" cy="508918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4" name="TextBox 373">
            <a:extLst>
              <a:ext uri="{FF2B5EF4-FFF2-40B4-BE49-F238E27FC236}">
                <a16:creationId xmlns:a16="http://schemas.microsoft.com/office/drawing/2014/main" id="{E88397AF-A6E0-F620-3C58-1B8BB834CFB4}"/>
              </a:ext>
            </a:extLst>
          </p:cNvPr>
          <p:cNvSpPr txBox="1"/>
          <p:nvPr/>
        </p:nvSpPr>
        <p:spPr>
          <a:xfrm>
            <a:off x="1511793" y="8288744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x3</a:t>
            </a: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442492E5-FBEA-B949-C6BA-B1551A1A4029}"/>
              </a:ext>
            </a:extLst>
          </p:cNvPr>
          <p:cNvSpPr txBox="1"/>
          <p:nvPr/>
        </p:nvSpPr>
        <p:spPr>
          <a:xfrm>
            <a:off x="1511792" y="8712923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x4</a:t>
            </a: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03124403-64AD-C318-6156-D582D984D95E}"/>
              </a:ext>
            </a:extLst>
          </p:cNvPr>
          <p:cNvSpPr txBox="1"/>
          <p:nvPr/>
        </p:nvSpPr>
        <p:spPr>
          <a:xfrm>
            <a:off x="1497005" y="9138050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x5</a:t>
            </a:r>
          </a:p>
        </p:txBody>
      </p:sp>
      <p:cxnSp>
        <p:nvCxnSpPr>
          <p:cNvPr id="377" name="Straight Connector 376">
            <a:extLst>
              <a:ext uri="{FF2B5EF4-FFF2-40B4-BE49-F238E27FC236}">
                <a16:creationId xmlns:a16="http://schemas.microsoft.com/office/drawing/2014/main" id="{9A6A96E1-9830-044D-EB63-47C20C3D4DBE}"/>
              </a:ext>
            </a:extLst>
          </p:cNvPr>
          <p:cNvCxnSpPr>
            <a:cxnSpLocks/>
          </p:cNvCxnSpPr>
          <p:nvPr/>
        </p:nvCxnSpPr>
        <p:spPr>
          <a:xfrm>
            <a:off x="1330008" y="7664363"/>
            <a:ext cx="254357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D3B713BE-AD85-40B0-4FE5-5C4E0FC5929A}"/>
              </a:ext>
            </a:extLst>
          </p:cNvPr>
          <p:cNvSpPr txBox="1"/>
          <p:nvPr/>
        </p:nvSpPr>
        <p:spPr>
          <a:xfrm>
            <a:off x="2705317" y="747969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7B1D8E2C-30D2-96F0-DA9E-AB32DF442EB1}"/>
              </a:ext>
            </a:extLst>
          </p:cNvPr>
          <p:cNvSpPr txBox="1"/>
          <p:nvPr/>
        </p:nvSpPr>
        <p:spPr>
          <a:xfrm>
            <a:off x="2948400" y="7290000"/>
            <a:ext cx="19375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W13.R2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W14.R2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W15.R2</a:t>
            </a:r>
            <a:endParaRPr lang="en-US" sz="1000" noProof="0" dirty="0"/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A0E60E46-FB2F-B675-6C15-25171B4AD6E7}"/>
              </a:ext>
            </a:extLst>
          </p:cNvPr>
          <p:cNvSpPr/>
          <p:nvPr/>
        </p:nvSpPr>
        <p:spPr>
          <a:xfrm>
            <a:off x="3481301" y="7491003"/>
            <a:ext cx="864539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7577C829-0B44-7A94-AE1B-9506B37E0A73}"/>
              </a:ext>
            </a:extLst>
          </p:cNvPr>
          <p:cNvSpPr/>
          <p:nvPr/>
        </p:nvSpPr>
        <p:spPr>
          <a:xfrm>
            <a:off x="3481301" y="7916501"/>
            <a:ext cx="87164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156D1F46-675E-05E7-4A98-FFB9935913AD}"/>
              </a:ext>
            </a:extLst>
          </p:cNvPr>
          <p:cNvSpPr/>
          <p:nvPr/>
        </p:nvSpPr>
        <p:spPr>
          <a:xfrm>
            <a:off x="3481299" y="8341999"/>
            <a:ext cx="871649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9154664C-00B4-7681-EA21-57ACE85B655F}"/>
              </a:ext>
            </a:extLst>
          </p:cNvPr>
          <p:cNvSpPr/>
          <p:nvPr/>
        </p:nvSpPr>
        <p:spPr>
          <a:xfrm>
            <a:off x="3481299" y="8767497"/>
            <a:ext cx="871650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0DE64335-0BB6-8BE2-0D48-6B3B5615EC8E}"/>
              </a:ext>
            </a:extLst>
          </p:cNvPr>
          <p:cNvSpPr/>
          <p:nvPr/>
        </p:nvSpPr>
        <p:spPr>
          <a:xfrm>
            <a:off x="3481299" y="9192995"/>
            <a:ext cx="871650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85" name="Elbow Connector 384">
            <a:extLst>
              <a:ext uri="{FF2B5EF4-FFF2-40B4-BE49-F238E27FC236}">
                <a16:creationId xmlns:a16="http://schemas.microsoft.com/office/drawing/2014/main" id="{2656734B-FFC4-5CE9-BFBF-C7FB3111B545}"/>
              </a:ext>
            </a:extLst>
          </p:cNvPr>
          <p:cNvCxnSpPr>
            <a:cxnSpLocks/>
            <a:stCxn id="380" idx="1"/>
            <a:endCxn id="381" idx="1"/>
          </p:cNvCxnSpPr>
          <p:nvPr/>
        </p:nvCxnSpPr>
        <p:spPr>
          <a:xfrm rot="10800000" flipV="1">
            <a:off x="3481301" y="7670625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6" name="TextBox 385">
            <a:extLst>
              <a:ext uri="{FF2B5EF4-FFF2-40B4-BE49-F238E27FC236}">
                <a16:creationId xmlns:a16="http://schemas.microsoft.com/office/drawing/2014/main" id="{C750C1B1-31DB-774B-169E-1BE0C4291FAA}"/>
              </a:ext>
            </a:extLst>
          </p:cNvPr>
          <p:cNvSpPr txBox="1">
            <a:spLocks/>
          </p:cNvSpPr>
          <p:nvPr/>
        </p:nvSpPr>
        <p:spPr>
          <a:xfrm>
            <a:off x="3159576" y="7861548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x4</a:t>
            </a:r>
          </a:p>
        </p:txBody>
      </p:sp>
      <p:cxnSp>
        <p:nvCxnSpPr>
          <p:cNvPr id="387" name="Elbow Connector 386">
            <a:extLst>
              <a:ext uri="{FF2B5EF4-FFF2-40B4-BE49-F238E27FC236}">
                <a16:creationId xmlns:a16="http://schemas.microsoft.com/office/drawing/2014/main" id="{37C8B93E-E3F5-9A38-B923-34A8E597F477}"/>
              </a:ext>
            </a:extLst>
          </p:cNvPr>
          <p:cNvCxnSpPr>
            <a:cxnSpLocks/>
            <a:endCxn id="382" idx="1"/>
          </p:cNvCxnSpPr>
          <p:nvPr/>
        </p:nvCxnSpPr>
        <p:spPr>
          <a:xfrm rot="16200000" flipH="1">
            <a:off x="2874138" y="7914460"/>
            <a:ext cx="850996" cy="363326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8" name="Elbow Connector 387">
            <a:extLst>
              <a:ext uri="{FF2B5EF4-FFF2-40B4-BE49-F238E27FC236}">
                <a16:creationId xmlns:a16="http://schemas.microsoft.com/office/drawing/2014/main" id="{6B4DFE0E-D9F5-131D-6287-9EDF0C59BF9D}"/>
              </a:ext>
            </a:extLst>
          </p:cNvPr>
          <p:cNvCxnSpPr>
            <a:cxnSpLocks/>
            <a:endCxn id="383" idx="1"/>
          </p:cNvCxnSpPr>
          <p:nvPr/>
        </p:nvCxnSpPr>
        <p:spPr>
          <a:xfrm rot="16200000" flipH="1">
            <a:off x="2624117" y="8089937"/>
            <a:ext cx="1276498" cy="437866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9" name="Elbow Connector 388">
            <a:extLst>
              <a:ext uri="{FF2B5EF4-FFF2-40B4-BE49-F238E27FC236}">
                <a16:creationId xmlns:a16="http://schemas.microsoft.com/office/drawing/2014/main" id="{F2F03BC3-7526-0330-EEFA-8F3F38D41A5C}"/>
              </a:ext>
            </a:extLst>
          </p:cNvPr>
          <p:cNvCxnSpPr>
            <a:cxnSpLocks/>
            <a:endCxn id="384" idx="1"/>
          </p:cNvCxnSpPr>
          <p:nvPr/>
        </p:nvCxnSpPr>
        <p:spPr>
          <a:xfrm rot="16200000" flipH="1">
            <a:off x="2375842" y="8267160"/>
            <a:ext cx="1701996" cy="508918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0" name="TextBox 389">
            <a:extLst>
              <a:ext uri="{FF2B5EF4-FFF2-40B4-BE49-F238E27FC236}">
                <a16:creationId xmlns:a16="http://schemas.microsoft.com/office/drawing/2014/main" id="{139A6212-0F52-0654-2BB3-CF03898B90A9}"/>
              </a:ext>
            </a:extLst>
          </p:cNvPr>
          <p:cNvSpPr txBox="1"/>
          <p:nvPr/>
        </p:nvSpPr>
        <p:spPr>
          <a:xfrm>
            <a:off x="3144786" y="8295001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x9</a:t>
            </a: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4F29D4EC-C4D9-68D1-C58D-A055AF97A167}"/>
              </a:ext>
            </a:extLst>
          </p:cNvPr>
          <p:cNvSpPr txBox="1"/>
          <p:nvPr/>
        </p:nvSpPr>
        <p:spPr>
          <a:xfrm>
            <a:off x="3110320" y="8719180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x16</a:t>
            </a: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72FB3210-5AA1-83A3-15DA-308998B65E9F}"/>
              </a:ext>
            </a:extLst>
          </p:cNvPr>
          <p:cNvSpPr txBox="1"/>
          <p:nvPr/>
        </p:nvSpPr>
        <p:spPr>
          <a:xfrm>
            <a:off x="3095533" y="9144307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x25</a:t>
            </a:r>
          </a:p>
        </p:txBody>
      </p:sp>
      <p:cxnSp>
        <p:nvCxnSpPr>
          <p:cNvPr id="393" name="Straight Connector 392">
            <a:extLst>
              <a:ext uri="{FF2B5EF4-FFF2-40B4-BE49-F238E27FC236}">
                <a16:creationId xmlns:a16="http://schemas.microsoft.com/office/drawing/2014/main" id="{BACBDF31-7A52-7B9E-60EE-824C5553C58D}"/>
              </a:ext>
            </a:extLst>
          </p:cNvPr>
          <p:cNvCxnSpPr>
            <a:cxnSpLocks/>
          </p:cNvCxnSpPr>
          <p:nvPr/>
        </p:nvCxnSpPr>
        <p:spPr>
          <a:xfrm>
            <a:off x="2963001" y="7670620"/>
            <a:ext cx="254357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4" name="TextBox 393">
            <a:extLst>
              <a:ext uri="{FF2B5EF4-FFF2-40B4-BE49-F238E27FC236}">
                <a16:creationId xmlns:a16="http://schemas.microsoft.com/office/drawing/2014/main" id="{F80E1085-C32C-1BAA-B144-7DC8D4C04C84}"/>
              </a:ext>
            </a:extLst>
          </p:cNvPr>
          <p:cNvSpPr txBox="1"/>
          <p:nvPr/>
        </p:nvSpPr>
        <p:spPr>
          <a:xfrm>
            <a:off x="2708537" y="790710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5" name="TextBox 394">
            <a:extLst>
              <a:ext uri="{FF2B5EF4-FFF2-40B4-BE49-F238E27FC236}">
                <a16:creationId xmlns:a16="http://schemas.microsoft.com/office/drawing/2014/main" id="{6DDD8B72-D558-6B94-3513-01B486C94AB5}"/>
              </a:ext>
            </a:extLst>
          </p:cNvPr>
          <p:cNvSpPr txBox="1"/>
          <p:nvPr/>
        </p:nvSpPr>
        <p:spPr>
          <a:xfrm>
            <a:off x="2708537" y="8327511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8FD7DD8F-F907-0BE5-64BD-52C3E71BC6B4}"/>
              </a:ext>
            </a:extLst>
          </p:cNvPr>
          <p:cNvSpPr txBox="1"/>
          <p:nvPr/>
        </p:nvSpPr>
        <p:spPr>
          <a:xfrm>
            <a:off x="2708537" y="875924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7" name="TextBox 396">
            <a:extLst>
              <a:ext uri="{FF2B5EF4-FFF2-40B4-BE49-F238E27FC236}">
                <a16:creationId xmlns:a16="http://schemas.microsoft.com/office/drawing/2014/main" id="{CD357D82-4758-24A2-CAD6-D18CE8CF162C}"/>
              </a:ext>
            </a:extLst>
          </p:cNvPr>
          <p:cNvSpPr txBox="1"/>
          <p:nvPr/>
        </p:nvSpPr>
        <p:spPr>
          <a:xfrm>
            <a:off x="2708537" y="918241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7A26B3B5-4609-AD14-6E88-25069151DE9A}"/>
              </a:ext>
            </a:extLst>
          </p:cNvPr>
          <p:cNvSpPr txBox="1"/>
          <p:nvPr/>
        </p:nvSpPr>
        <p:spPr>
          <a:xfrm>
            <a:off x="1074067" y="747969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3675884A-97E3-73C8-A1DB-010796F547C7}"/>
              </a:ext>
            </a:extLst>
          </p:cNvPr>
          <p:cNvSpPr txBox="1"/>
          <p:nvPr/>
        </p:nvSpPr>
        <p:spPr>
          <a:xfrm>
            <a:off x="1077287" y="790710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3DD64A71-5982-3F67-20E4-1392D9C3DB79}"/>
              </a:ext>
            </a:extLst>
          </p:cNvPr>
          <p:cNvSpPr txBox="1"/>
          <p:nvPr/>
        </p:nvSpPr>
        <p:spPr>
          <a:xfrm>
            <a:off x="1077287" y="8327511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5B060534-9D9C-7BB5-43CA-C78F0DE09897}"/>
              </a:ext>
            </a:extLst>
          </p:cNvPr>
          <p:cNvSpPr txBox="1"/>
          <p:nvPr/>
        </p:nvSpPr>
        <p:spPr>
          <a:xfrm>
            <a:off x="1077287" y="875924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3FBD1E96-1E03-E82B-7C7A-CA7400EEC0F9}"/>
              </a:ext>
            </a:extLst>
          </p:cNvPr>
          <p:cNvSpPr txBox="1"/>
          <p:nvPr/>
        </p:nvSpPr>
        <p:spPr>
          <a:xfrm>
            <a:off x="1077287" y="918241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B2B9DA2B-AF46-3A33-9929-CC3AAB3FC818}"/>
              </a:ext>
            </a:extLst>
          </p:cNvPr>
          <p:cNvSpPr txBox="1"/>
          <p:nvPr/>
        </p:nvSpPr>
        <p:spPr>
          <a:xfrm>
            <a:off x="4331312" y="7541252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8E5E1A7E-7EB5-5D5E-D44B-E453233DF2DA}"/>
              </a:ext>
            </a:extLst>
          </p:cNvPr>
          <p:cNvSpPr txBox="1"/>
          <p:nvPr/>
        </p:nvSpPr>
        <p:spPr>
          <a:xfrm>
            <a:off x="5870634" y="7440406"/>
            <a:ext cx="62220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W13.S1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W14.S1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W15.S1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7673E26F-8B50-563C-3A5A-7EA5B45C761B}"/>
              </a:ext>
            </a:extLst>
          </p:cNvPr>
          <p:cNvSpPr/>
          <p:nvPr/>
        </p:nvSpPr>
        <p:spPr>
          <a:xfrm>
            <a:off x="4800676" y="7495292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5655D3A3-5663-9436-DF3E-EEEFBD3593B9}"/>
              </a:ext>
            </a:extLst>
          </p:cNvPr>
          <p:cNvSpPr/>
          <p:nvPr/>
        </p:nvSpPr>
        <p:spPr>
          <a:xfrm>
            <a:off x="4800676" y="7920790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2AAFF0C3-947E-091D-BC5B-1426A0A476FA}"/>
              </a:ext>
            </a:extLst>
          </p:cNvPr>
          <p:cNvSpPr/>
          <p:nvPr/>
        </p:nvSpPr>
        <p:spPr>
          <a:xfrm>
            <a:off x="4800675" y="8346288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55BA792B-FFCF-B586-1C42-1A6F32F343C0}"/>
              </a:ext>
            </a:extLst>
          </p:cNvPr>
          <p:cNvSpPr/>
          <p:nvPr/>
        </p:nvSpPr>
        <p:spPr>
          <a:xfrm>
            <a:off x="4800674" y="8771786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C066EFB2-79F0-535D-4E58-9DA3F3D6AE2E}"/>
              </a:ext>
            </a:extLst>
          </p:cNvPr>
          <p:cNvSpPr/>
          <p:nvPr/>
        </p:nvSpPr>
        <p:spPr>
          <a:xfrm>
            <a:off x="4800674" y="9197284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4821EFDC-2A30-1114-63F4-4804F2F266F5}"/>
              </a:ext>
            </a:extLst>
          </p:cNvPr>
          <p:cNvSpPr txBox="1"/>
          <p:nvPr/>
        </p:nvSpPr>
        <p:spPr>
          <a:xfrm>
            <a:off x="4335545" y="7968657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6858A913-009A-1AB0-E3F4-76723AADCE4A}"/>
              </a:ext>
            </a:extLst>
          </p:cNvPr>
          <p:cNvSpPr txBox="1"/>
          <p:nvPr/>
        </p:nvSpPr>
        <p:spPr>
          <a:xfrm>
            <a:off x="4336004" y="8377636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FB7EB238-A662-114B-AFD8-5F0ED8D9F074}"/>
              </a:ext>
            </a:extLst>
          </p:cNvPr>
          <p:cNvSpPr txBox="1"/>
          <p:nvPr/>
        </p:nvSpPr>
        <p:spPr>
          <a:xfrm>
            <a:off x="4336903" y="8816078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DAA4B6EE-838F-FAC4-7D08-D2499D841017}"/>
              </a:ext>
            </a:extLst>
          </p:cNvPr>
          <p:cNvSpPr txBox="1"/>
          <p:nvPr/>
        </p:nvSpPr>
        <p:spPr>
          <a:xfrm>
            <a:off x="4335256" y="9253861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CF8892D4-FF2B-4172-6C29-8D99C4C380C2}"/>
              </a:ext>
            </a:extLst>
          </p:cNvPr>
          <p:cNvSpPr/>
          <p:nvPr/>
        </p:nvSpPr>
        <p:spPr>
          <a:xfrm>
            <a:off x="356339" y="2928852"/>
            <a:ext cx="722557" cy="359243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5346CD05-9DC3-6E7D-0026-F1EB44168CB0}"/>
              </a:ext>
            </a:extLst>
          </p:cNvPr>
          <p:cNvSpPr/>
          <p:nvPr/>
        </p:nvSpPr>
        <p:spPr>
          <a:xfrm>
            <a:off x="356339" y="3354350"/>
            <a:ext cx="72255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2" name="Rectangle 541">
            <a:extLst>
              <a:ext uri="{FF2B5EF4-FFF2-40B4-BE49-F238E27FC236}">
                <a16:creationId xmlns:a16="http://schemas.microsoft.com/office/drawing/2014/main" id="{9FDDA30E-6868-5A01-8F73-7752C8C36A68}"/>
              </a:ext>
            </a:extLst>
          </p:cNvPr>
          <p:cNvSpPr/>
          <p:nvPr/>
        </p:nvSpPr>
        <p:spPr>
          <a:xfrm>
            <a:off x="356338" y="3779848"/>
            <a:ext cx="72255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3" name="Rectangle 542">
            <a:extLst>
              <a:ext uri="{FF2B5EF4-FFF2-40B4-BE49-F238E27FC236}">
                <a16:creationId xmlns:a16="http://schemas.microsoft.com/office/drawing/2014/main" id="{3C440FE3-2523-18D3-E4C8-E9306BE2E3FE}"/>
              </a:ext>
            </a:extLst>
          </p:cNvPr>
          <p:cNvSpPr/>
          <p:nvPr/>
        </p:nvSpPr>
        <p:spPr>
          <a:xfrm>
            <a:off x="356337" y="4205346"/>
            <a:ext cx="72255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4" name="Rectangle 543">
            <a:extLst>
              <a:ext uri="{FF2B5EF4-FFF2-40B4-BE49-F238E27FC236}">
                <a16:creationId xmlns:a16="http://schemas.microsoft.com/office/drawing/2014/main" id="{EEFA6783-4E57-75A6-F4ED-11C029AEDC1C}"/>
              </a:ext>
            </a:extLst>
          </p:cNvPr>
          <p:cNvSpPr/>
          <p:nvPr/>
        </p:nvSpPr>
        <p:spPr>
          <a:xfrm>
            <a:off x="356337" y="4630844"/>
            <a:ext cx="72255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5" name="TextBox 544">
            <a:extLst>
              <a:ext uri="{FF2B5EF4-FFF2-40B4-BE49-F238E27FC236}">
                <a16:creationId xmlns:a16="http://schemas.microsoft.com/office/drawing/2014/main" id="{C6B340D5-402D-5613-C0E1-5530791A7965}"/>
              </a:ext>
            </a:extLst>
          </p:cNvPr>
          <p:cNvSpPr txBox="1"/>
          <p:nvPr/>
        </p:nvSpPr>
        <p:spPr>
          <a:xfrm>
            <a:off x="321413" y="2732730"/>
            <a:ext cx="787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4"/>
                </a:solidFill>
              </a:rPr>
              <a:t>W14</a:t>
            </a:r>
          </a:p>
        </p:txBody>
      </p:sp>
      <p:sp>
        <p:nvSpPr>
          <p:cNvPr id="546" name="TextBox 545">
            <a:extLst>
              <a:ext uri="{FF2B5EF4-FFF2-40B4-BE49-F238E27FC236}">
                <a16:creationId xmlns:a16="http://schemas.microsoft.com/office/drawing/2014/main" id="{DABC3C28-8F56-4CC3-F28E-95233A258EDC}"/>
              </a:ext>
            </a:extLst>
          </p:cNvPr>
          <p:cNvSpPr txBox="1"/>
          <p:nvPr/>
        </p:nvSpPr>
        <p:spPr>
          <a:xfrm>
            <a:off x="1747401" y="2732723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4"/>
                </a:solidFill>
              </a:rPr>
              <a:t>W14.R1</a:t>
            </a: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7D367A97-EF5A-C2BB-5A2B-7E58F53BCDE1}"/>
              </a:ext>
            </a:extLst>
          </p:cNvPr>
          <p:cNvSpPr/>
          <p:nvPr/>
        </p:nvSpPr>
        <p:spPr>
          <a:xfrm>
            <a:off x="1848306" y="2928852"/>
            <a:ext cx="864539" cy="359243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11760054-108C-B8D4-1151-2F400C1970A5}"/>
              </a:ext>
            </a:extLst>
          </p:cNvPr>
          <p:cNvSpPr/>
          <p:nvPr/>
        </p:nvSpPr>
        <p:spPr>
          <a:xfrm>
            <a:off x="1848306" y="3354350"/>
            <a:ext cx="87164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4CBCDB63-121C-6124-572D-8FCC797EA90C}"/>
              </a:ext>
            </a:extLst>
          </p:cNvPr>
          <p:cNvSpPr/>
          <p:nvPr/>
        </p:nvSpPr>
        <p:spPr>
          <a:xfrm>
            <a:off x="1848304" y="3779848"/>
            <a:ext cx="871649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380362B5-AF76-6BE3-D6EC-56D0E1956A51}"/>
              </a:ext>
            </a:extLst>
          </p:cNvPr>
          <p:cNvSpPr/>
          <p:nvPr/>
        </p:nvSpPr>
        <p:spPr>
          <a:xfrm>
            <a:off x="1848304" y="4205346"/>
            <a:ext cx="871650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88F794CE-3D3D-6BF0-F9D1-192F00579809}"/>
              </a:ext>
            </a:extLst>
          </p:cNvPr>
          <p:cNvSpPr/>
          <p:nvPr/>
        </p:nvSpPr>
        <p:spPr>
          <a:xfrm>
            <a:off x="1848304" y="4630844"/>
            <a:ext cx="871650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552" name="Elbow Connector 551">
            <a:extLst>
              <a:ext uri="{FF2B5EF4-FFF2-40B4-BE49-F238E27FC236}">
                <a16:creationId xmlns:a16="http://schemas.microsoft.com/office/drawing/2014/main" id="{638D83E1-3060-9147-8377-ED643B11D08F}"/>
              </a:ext>
            </a:extLst>
          </p:cNvPr>
          <p:cNvCxnSpPr>
            <a:cxnSpLocks/>
            <a:stCxn id="547" idx="1"/>
            <a:endCxn id="548" idx="1"/>
          </p:cNvCxnSpPr>
          <p:nvPr/>
        </p:nvCxnSpPr>
        <p:spPr>
          <a:xfrm rot="10800000" flipV="1">
            <a:off x="1848306" y="3108474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53" name="TextBox 552">
            <a:extLst>
              <a:ext uri="{FF2B5EF4-FFF2-40B4-BE49-F238E27FC236}">
                <a16:creationId xmlns:a16="http://schemas.microsoft.com/office/drawing/2014/main" id="{C7DA5B8E-5DE4-8F81-7ACB-43C254CB85E4}"/>
              </a:ext>
            </a:extLst>
          </p:cNvPr>
          <p:cNvSpPr txBox="1">
            <a:spLocks/>
          </p:cNvSpPr>
          <p:nvPr/>
        </p:nvSpPr>
        <p:spPr>
          <a:xfrm>
            <a:off x="1526581" y="329939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x2</a:t>
            </a:r>
          </a:p>
        </p:txBody>
      </p:sp>
      <p:cxnSp>
        <p:nvCxnSpPr>
          <p:cNvPr id="554" name="Elbow Connector 553">
            <a:extLst>
              <a:ext uri="{FF2B5EF4-FFF2-40B4-BE49-F238E27FC236}">
                <a16:creationId xmlns:a16="http://schemas.microsoft.com/office/drawing/2014/main" id="{13C473CB-53E0-9E33-CD01-BC2BBF085E92}"/>
              </a:ext>
            </a:extLst>
          </p:cNvPr>
          <p:cNvCxnSpPr>
            <a:cxnSpLocks/>
            <a:endCxn id="549" idx="1"/>
          </p:cNvCxnSpPr>
          <p:nvPr/>
        </p:nvCxnSpPr>
        <p:spPr>
          <a:xfrm rot="16200000" flipH="1">
            <a:off x="1241143" y="3352309"/>
            <a:ext cx="850996" cy="363326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55" name="Elbow Connector 554">
            <a:extLst>
              <a:ext uri="{FF2B5EF4-FFF2-40B4-BE49-F238E27FC236}">
                <a16:creationId xmlns:a16="http://schemas.microsoft.com/office/drawing/2014/main" id="{F045EFBE-06E8-29F8-F0E0-FEA925702644}"/>
              </a:ext>
            </a:extLst>
          </p:cNvPr>
          <p:cNvCxnSpPr>
            <a:cxnSpLocks/>
            <a:endCxn id="550" idx="1"/>
          </p:cNvCxnSpPr>
          <p:nvPr/>
        </p:nvCxnSpPr>
        <p:spPr>
          <a:xfrm rot="16200000" flipH="1">
            <a:off x="991122" y="3527786"/>
            <a:ext cx="1276498" cy="437866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56" name="Elbow Connector 555">
            <a:extLst>
              <a:ext uri="{FF2B5EF4-FFF2-40B4-BE49-F238E27FC236}">
                <a16:creationId xmlns:a16="http://schemas.microsoft.com/office/drawing/2014/main" id="{BBE1F8CA-FBB7-AE55-CF8A-3983450E84F4}"/>
              </a:ext>
            </a:extLst>
          </p:cNvPr>
          <p:cNvCxnSpPr>
            <a:cxnSpLocks/>
            <a:endCxn id="551" idx="1"/>
          </p:cNvCxnSpPr>
          <p:nvPr/>
        </p:nvCxnSpPr>
        <p:spPr>
          <a:xfrm rot="16200000" flipH="1">
            <a:off x="742847" y="3705009"/>
            <a:ext cx="1701996" cy="508918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57" name="TextBox 556">
            <a:extLst>
              <a:ext uri="{FF2B5EF4-FFF2-40B4-BE49-F238E27FC236}">
                <a16:creationId xmlns:a16="http://schemas.microsoft.com/office/drawing/2014/main" id="{6C899E6C-56DD-705B-FA99-08A2C34B32B9}"/>
              </a:ext>
            </a:extLst>
          </p:cNvPr>
          <p:cNvSpPr txBox="1"/>
          <p:nvPr/>
        </p:nvSpPr>
        <p:spPr>
          <a:xfrm>
            <a:off x="1511791" y="3732850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x3</a:t>
            </a:r>
          </a:p>
        </p:txBody>
      </p:sp>
      <p:sp>
        <p:nvSpPr>
          <p:cNvPr id="558" name="TextBox 557">
            <a:extLst>
              <a:ext uri="{FF2B5EF4-FFF2-40B4-BE49-F238E27FC236}">
                <a16:creationId xmlns:a16="http://schemas.microsoft.com/office/drawing/2014/main" id="{887D3050-16A9-ADE5-5EBE-BDDA44A256BE}"/>
              </a:ext>
            </a:extLst>
          </p:cNvPr>
          <p:cNvSpPr txBox="1"/>
          <p:nvPr/>
        </p:nvSpPr>
        <p:spPr>
          <a:xfrm>
            <a:off x="1511790" y="4157029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x4</a:t>
            </a:r>
          </a:p>
        </p:txBody>
      </p:sp>
      <p:sp>
        <p:nvSpPr>
          <p:cNvPr id="559" name="TextBox 558">
            <a:extLst>
              <a:ext uri="{FF2B5EF4-FFF2-40B4-BE49-F238E27FC236}">
                <a16:creationId xmlns:a16="http://schemas.microsoft.com/office/drawing/2014/main" id="{CF803C55-F7DA-A66C-317A-4739DF2CC187}"/>
              </a:ext>
            </a:extLst>
          </p:cNvPr>
          <p:cNvSpPr txBox="1"/>
          <p:nvPr/>
        </p:nvSpPr>
        <p:spPr>
          <a:xfrm>
            <a:off x="1497003" y="4582156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x5</a:t>
            </a:r>
          </a:p>
        </p:txBody>
      </p:sp>
      <p:cxnSp>
        <p:nvCxnSpPr>
          <p:cNvPr id="560" name="Straight Connector 559">
            <a:extLst>
              <a:ext uri="{FF2B5EF4-FFF2-40B4-BE49-F238E27FC236}">
                <a16:creationId xmlns:a16="http://schemas.microsoft.com/office/drawing/2014/main" id="{4C7D39AF-BEC2-673E-0CC7-0B0913B1C88D}"/>
              </a:ext>
            </a:extLst>
          </p:cNvPr>
          <p:cNvCxnSpPr>
            <a:cxnSpLocks/>
          </p:cNvCxnSpPr>
          <p:nvPr/>
        </p:nvCxnSpPr>
        <p:spPr>
          <a:xfrm>
            <a:off x="1330006" y="3108469"/>
            <a:ext cx="254357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61" name="TextBox 560">
            <a:extLst>
              <a:ext uri="{FF2B5EF4-FFF2-40B4-BE49-F238E27FC236}">
                <a16:creationId xmlns:a16="http://schemas.microsoft.com/office/drawing/2014/main" id="{D0A5B062-1F48-674C-4544-C98AA0E82293}"/>
              </a:ext>
            </a:extLst>
          </p:cNvPr>
          <p:cNvSpPr txBox="1"/>
          <p:nvPr/>
        </p:nvSpPr>
        <p:spPr>
          <a:xfrm>
            <a:off x="2705315" y="2923803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62" name="TextBox 561">
            <a:extLst>
              <a:ext uri="{FF2B5EF4-FFF2-40B4-BE49-F238E27FC236}">
                <a16:creationId xmlns:a16="http://schemas.microsoft.com/office/drawing/2014/main" id="{2390306B-65B8-D54C-18AA-877BD1EE2DCD}"/>
              </a:ext>
            </a:extLst>
          </p:cNvPr>
          <p:cNvSpPr txBox="1"/>
          <p:nvPr/>
        </p:nvSpPr>
        <p:spPr>
          <a:xfrm>
            <a:off x="3391631" y="2732721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4"/>
                </a:solidFill>
              </a:rPr>
              <a:t>W14.R2</a:t>
            </a:r>
          </a:p>
        </p:txBody>
      </p:sp>
      <p:sp>
        <p:nvSpPr>
          <p:cNvPr id="563" name="Rectangle 562">
            <a:extLst>
              <a:ext uri="{FF2B5EF4-FFF2-40B4-BE49-F238E27FC236}">
                <a16:creationId xmlns:a16="http://schemas.microsoft.com/office/drawing/2014/main" id="{869E1654-DBB9-8690-9FCA-6352EC858F9F}"/>
              </a:ext>
            </a:extLst>
          </p:cNvPr>
          <p:cNvSpPr/>
          <p:nvPr/>
        </p:nvSpPr>
        <p:spPr>
          <a:xfrm>
            <a:off x="3481299" y="2935109"/>
            <a:ext cx="864539" cy="359243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4" name="Rectangle 563">
            <a:extLst>
              <a:ext uri="{FF2B5EF4-FFF2-40B4-BE49-F238E27FC236}">
                <a16:creationId xmlns:a16="http://schemas.microsoft.com/office/drawing/2014/main" id="{BD60CAD3-CA76-95D2-2DDF-E1252CA644A8}"/>
              </a:ext>
            </a:extLst>
          </p:cNvPr>
          <p:cNvSpPr/>
          <p:nvPr/>
        </p:nvSpPr>
        <p:spPr>
          <a:xfrm>
            <a:off x="3481299" y="3360607"/>
            <a:ext cx="87164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5" name="Rectangle 564">
            <a:extLst>
              <a:ext uri="{FF2B5EF4-FFF2-40B4-BE49-F238E27FC236}">
                <a16:creationId xmlns:a16="http://schemas.microsoft.com/office/drawing/2014/main" id="{E91179D2-0393-8E26-4CFF-843DDC5589BB}"/>
              </a:ext>
            </a:extLst>
          </p:cNvPr>
          <p:cNvSpPr/>
          <p:nvPr/>
        </p:nvSpPr>
        <p:spPr>
          <a:xfrm>
            <a:off x="3481297" y="3786105"/>
            <a:ext cx="871649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6" name="Rectangle 565">
            <a:extLst>
              <a:ext uri="{FF2B5EF4-FFF2-40B4-BE49-F238E27FC236}">
                <a16:creationId xmlns:a16="http://schemas.microsoft.com/office/drawing/2014/main" id="{1B21B7FF-0FD2-0D76-5835-A9E65FE6C7B4}"/>
              </a:ext>
            </a:extLst>
          </p:cNvPr>
          <p:cNvSpPr/>
          <p:nvPr/>
        </p:nvSpPr>
        <p:spPr>
          <a:xfrm>
            <a:off x="3481297" y="4211603"/>
            <a:ext cx="871650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7" name="Rectangle 566">
            <a:extLst>
              <a:ext uri="{FF2B5EF4-FFF2-40B4-BE49-F238E27FC236}">
                <a16:creationId xmlns:a16="http://schemas.microsoft.com/office/drawing/2014/main" id="{92FD25DA-C9CF-AB4F-5684-279E88215DB3}"/>
              </a:ext>
            </a:extLst>
          </p:cNvPr>
          <p:cNvSpPr/>
          <p:nvPr/>
        </p:nvSpPr>
        <p:spPr>
          <a:xfrm>
            <a:off x="3481297" y="4637101"/>
            <a:ext cx="871650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568" name="Elbow Connector 567">
            <a:extLst>
              <a:ext uri="{FF2B5EF4-FFF2-40B4-BE49-F238E27FC236}">
                <a16:creationId xmlns:a16="http://schemas.microsoft.com/office/drawing/2014/main" id="{07B3985A-1403-72C8-01FF-85746E389FB6}"/>
              </a:ext>
            </a:extLst>
          </p:cNvPr>
          <p:cNvCxnSpPr>
            <a:cxnSpLocks/>
            <a:stCxn id="563" idx="1"/>
            <a:endCxn id="564" idx="1"/>
          </p:cNvCxnSpPr>
          <p:nvPr/>
        </p:nvCxnSpPr>
        <p:spPr>
          <a:xfrm rot="10800000" flipV="1">
            <a:off x="3481299" y="3114731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52F98FD6-116A-770D-05FC-E266108D6CFD}"/>
              </a:ext>
            </a:extLst>
          </p:cNvPr>
          <p:cNvSpPr txBox="1">
            <a:spLocks/>
          </p:cNvSpPr>
          <p:nvPr/>
        </p:nvSpPr>
        <p:spPr>
          <a:xfrm>
            <a:off x="3159574" y="3305654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x4</a:t>
            </a:r>
          </a:p>
        </p:txBody>
      </p:sp>
      <p:cxnSp>
        <p:nvCxnSpPr>
          <p:cNvPr id="570" name="Elbow Connector 569">
            <a:extLst>
              <a:ext uri="{FF2B5EF4-FFF2-40B4-BE49-F238E27FC236}">
                <a16:creationId xmlns:a16="http://schemas.microsoft.com/office/drawing/2014/main" id="{02D04763-2E80-5A15-2096-F34DE8004968}"/>
              </a:ext>
            </a:extLst>
          </p:cNvPr>
          <p:cNvCxnSpPr>
            <a:cxnSpLocks/>
            <a:endCxn id="565" idx="1"/>
          </p:cNvCxnSpPr>
          <p:nvPr/>
        </p:nvCxnSpPr>
        <p:spPr>
          <a:xfrm rot="16200000" flipH="1">
            <a:off x="2874136" y="3358566"/>
            <a:ext cx="850996" cy="363326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71" name="Elbow Connector 570">
            <a:extLst>
              <a:ext uri="{FF2B5EF4-FFF2-40B4-BE49-F238E27FC236}">
                <a16:creationId xmlns:a16="http://schemas.microsoft.com/office/drawing/2014/main" id="{4327DAE3-B0C6-DE7A-90C4-0F738D9CA430}"/>
              </a:ext>
            </a:extLst>
          </p:cNvPr>
          <p:cNvCxnSpPr>
            <a:cxnSpLocks/>
            <a:endCxn id="566" idx="1"/>
          </p:cNvCxnSpPr>
          <p:nvPr/>
        </p:nvCxnSpPr>
        <p:spPr>
          <a:xfrm rot="16200000" flipH="1">
            <a:off x="2624115" y="3534043"/>
            <a:ext cx="1276498" cy="437866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72" name="Elbow Connector 571">
            <a:extLst>
              <a:ext uri="{FF2B5EF4-FFF2-40B4-BE49-F238E27FC236}">
                <a16:creationId xmlns:a16="http://schemas.microsoft.com/office/drawing/2014/main" id="{80E80D34-9E06-6EF1-0605-E4F6B22E659C}"/>
              </a:ext>
            </a:extLst>
          </p:cNvPr>
          <p:cNvCxnSpPr>
            <a:cxnSpLocks/>
            <a:endCxn id="567" idx="1"/>
          </p:cNvCxnSpPr>
          <p:nvPr/>
        </p:nvCxnSpPr>
        <p:spPr>
          <a:xfrm rot="16200000" flipH="1">
            <a:off x="2375840" y="3711266"/>
            <a:ext cx="1701996" cy="508918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73" name="TextBox 572">
            <a:extLst>
              <a:ext uri="{FF2B5EF4-FFF2-40B4-BE49-F238E27FC236}">
                <a16:creationId xmlns:a16="http://schemas.microsoft.com/office/drawing/2014/main" id="{A2AA4972-0DB3-897F-C4BC-073F0CAB8DE2}"/>
              </a:ext>
            </a:extLst>
          </p:cNvPr>
          <p:cNvSpPr txBox="1"/>
          <p:nvPr/>
        </p:nvSpPr>
        <p:spPr>
          <a:xfrm>
            <a:off x="3144784" y="373910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x9</a:t>
            </a:r>
          </a:p>
        </p:txBody>
      </p:sp>
      <p:sp>
        <p:nvSpPr>
          <p:cNvPr id="574" name="TextBox 573">
            <a:extLst>
              <a:ext uri="{FF2B5EF4-FFF2-40B4-BE49-F238E27FC236}">
                <a16:creationId xmlns:a16="http://schemas.microsoft.com/office/drawing/2014/main" id="{F2619C66-DF6E-5491-4F37-9C955CFE9268}"/>
              </a:ext>
            </a:extLst>
          </p:cNvPr>
          <p:cNvSpPr txBox="1"/>
          <p:nvPr/>
        </p:nvSpPr>
        <p:spPr>
          <a:xfrm>
            <a:off x="3110318" y="4163286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x16</a:t>
            </a:r>
          </a:p>
        </p:txBody>
      </p:sp>
      <p:sp>
        <p:nvSpPr>
          <p:cNvPr id="575" name="TextBox 574">
            <a:extLst>
              <a:ext uri="{FF2B5EF4-FFF2-40B4-BE49-F238E27FC236}">
                <a16:creationId xmlns:a16="http://schemas.microsoft.com/office/drawing/2014/main" id="{5E8B4EAB-E9FA-4F9E-DFAD-CF94D6ED4BD1}"/>
              </a:ext>
            </a:extLst>
          </p:cNvPr>
          <p:cNvSpPr txBox="1"/>
          <p:nvPr/>
        </p:nvSpPr>
        <p:spPr>
          <a:xfrm>
            <a:off x="3095531" y="4588413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x25</a:t>
            </a:r>
          </a:p>
        </p:txBody>
      </p:sp>
      <p:cxnSp>
        <p:nvCxnSpPr>
          <p:cNvPr id="576" name="Straight Connector 575">
            <a:extLst>
              <a:ext uri="{FF2B5EF4-FFF2-40B4-BE49-F238E27FC236}">
                <a16:creationId xmlns:a16="http://schemas.microsoft.com/office/drawing/2014/main" id="{24FBB3D6-45C2-FA9E-0C7E-5419B73BB658}"/>
              </a:ext>
            </a:extLst>
          </p:cNvPr>
          <p:cNvCxnSpPr>
            <a:cxnSpLocks/>
          </p:cNvCxnSpPr>
          <p:nvPr/>
        </p:nvCxnSpPr>
        <p:spPr>
          <a:xfrm>
            <a:off x="2962999" y="3114726"/>
            <a:ext cx="254357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77" name="TextBox 576">
            <a:extLst>
              <a:ext uri="{FF2B5EF4-FFF2-40B4-BE49-F238E27FC236}">
                <a16:creationId xmlns:a16="http://schemas.microsoft.com/office/drawing/2014/main" id="{69441A86-E021-A790-333A-F15930DC6163}"/>
              </a:ext>
            </a:extLst>
          </p:cNvPr>
          <p:cNvSpPr txBox="1"/>
          <p:nvPr/>
        </p:nvSpPr>
        <p:spPr>
          <a:xfrm>
            <a:off x="2708535" y="335120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78" name="TextBox 577">
            <a:extLst>
              <a:ext uri="{FF2B5EF4-FFF2-40B4-BE49-F238E27FC236}">
                <a16:creationId xmlns:a16="http://schemas.microsoft.com/office/drawing/2014/main" id="{97EE85B6-419C-D761-DEAE-E8B2E304236B}"/>
              </a:ext>
            </a:extLst>
          </p:cNvPr>
          <p:cNvSpPr txBox="1"/>
          <p:nvPr/>
        </p:nvSpPr>
        <p:spPr>
          <a:xfrm>
            <a:off x="2708535" y="377161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79" name="TextBox 578">
            <a:extLst>
              <a:ext uri="{FF2B5EF4-FFF2-40B4-BE49-F238E27FC236}">
                <a16:creationId xmlns:a16="http://schemas.microsoft.com/office/drawing/2014/main" id="{68F91933-3E48-80DF-6689-04DAF482FDF2}"/>
              </a:ext>
            </a:extLst>
          </p:cNvPr>
          <p:cNvSpPr txBox="1"/>
          <p:nvPr/>
        </p:nvSpPr>
        <p:spPr>
          <a:xfrm>
            <a:off x="2708535" y="420335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0" name="TextBox 579">
            <a:extLst>
              <a:ext uri="{FF2B5EF4-FFF2-40B4-BE49-F238E27FC236}">
                <a16:creationId xmlns:a16="http://schemas.microsoft.com/office/drawing/2014/main" id="{66383992-44FF-4336-FEE5-DBC8AC5955D9}"/>
              </a:ext>
            </a:extLst>
          </p:cNvPr>
          <p:cNvSpPr txBox="1"/>
          <p:nvPr/>
        </p:nvSpPr>
        <p:spPr>
          <a:xfrm>
            <a:off x="2708535" y="462651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1" name="TextBox 580">
            <a:extLst>
              <a:ext uri="{FF2B5EF4-FFF2-40B4-BE49-F238E27FC236}">
                <a16:creationId xmlns:a16="http://schemas.microsoft.com/office/drawing/2014/main" id="{8AA0ADA9-D847-EB09-977E-AB9B19C4DC90}"/>
              </a:ext>
            </a:extLst>
          </p:cNvPr>
          <p:cNvSpPr txBox="1"/>
          <p:nvPr/>
        </p:nvSpPr>
        <p:spPr>
          <a:xfrm>
            <a:off x="1074065" y="2923803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2" name="TextBox 581">
            <a:extLst>
              <a:ext uri="{FF2B5EF4-FFF2-40B4-BE49-F238E27FC236}">
                <a16:creationId xmlns:a16="http://schemas.microsoft.com/office/drawing/2014/main" id="{19D85DB5-EF65-BFBF-2834-F554E4318DC6}"/>
              </a:ext>
            </a:extLst>
          </p:cNvPr>
          <p:cNvSpPr txBox="1"/>
          <p:nvPr/>
        </p:nvSpPr>
        <p:spPr>
          <a:xfrm>
            <a:off x="1077285" y="335120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3" name="TextBox 582">
            <a:extLst>
              <a:ext uri="{FF2B5EF4-FFF2-40B4-BE49-F238E27FC236}">
                <a16:creationId xmlns:a16="http://schemas.microsoft.com/office/drawing/2014/main" id="{934F0D38-3F7D-F6EB-4A20-B34F66AA6AEF}"/>
              </a:ext>
            </a:extLst>
          </p:cNvPr>
          <p:cNvSpPr txBox="1"/>
          <p:nvPr/>
        </p:nvSpPr>
        <p:spPr>
          <a:xfrm>
            <a:off x="1077285" y="377161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4" name="TextBox 583">
            <a:extLst>
              <a:ext uri="{FF2B5EF4-FFF2-40B4-BE49-F238E27FC236}">
                <a16:creationId xmlns:a16="http://schemas.microsoft.com/office/drawing/2014/main" id="{B3D6EB12-E206-D7A3-DFA3-4BA029AD9D53}"/>
              </a:ext>
            </a:extLst>
          </p:cNvPr>
          <p:cNvSpPr txBox="1"/>
          <p:nvPr/>
        </p:nvSpPr>
        <p:spPr>
          <a:xfrm>
            <a:off x="1077285" y="420335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5" name="TextBox 584">
            <a:extLst>
              <a:ext uri="{FF2B5EF4-FFF2-40B4-BE49-F238E27FC236}">
                <a16:creationId xmlns:a16="http://schemas.microsoft.com/office/drawing/2014/main" id="{EFA40991-BCEE-6EC4-A694-0AF109FD7EED}"/>
              </a:ext>
            </a:extLst>
          </p:cNvPr>
          <p:cNvSpPr txBox="1"/>
          <p:nvPr/>
        </p:nvSpPr>
        <p:spPr>
          <a:xfrm>
            <a:off x="1077285" y="462651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6" name="TextBox 585">
            <a:extLst>
              <a:ext uri="{FF2B5EF4-FFF2-40B4-BE49-F238E27FC236}">
                <a16:creationId xmlns:a16="http://schemas.microsoft.com/office/drawing/2014/main" id="{E5A4120C-2A53-F059-F897-D26D612F8216}"/>
              </a:ext>
            </a:extLst>
          </p:cNvPr>
          <p:cNvSpPr txBox="1"/>
          <p:nvPr/>
        </p:nvSpPr>
        <p:spPr>
          <a:xfrm>
            <a:off x="4331310" y="2985358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87" name="TextBox 586">
            <a:extLst>
              <a:ext uri="{FF2B5EF4-FFF2-40B4-BE49-F238E27FC236}">
                <a16:creationId xmlns:a16="http://schemas.microsoft.com/office/drawing/2014/main" id="{0CF5ADE8-F820-8737-F3D4-BAD7A6A77359}"/>
              </a:ext>
            </a:extLst>
          </p:cNvPr>
          <p:cNvSpPr txBox="1"/>
          <p:nvPr/>
        </p:nvSpPr>
        <p:spPr>
          <a:xfrm>
            <a:off x="5497200" y="2995187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W14.S1</a:t>
            </a:r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ECB92905-12B8-94E9-5C08-009E8DA20067}"/>
              </a:ext>
            </a:extLst>
          </p:cNvPr>
          <p:cNvSpPr/>
          <p:nvPr/>
        </p:nvSpPr>
        <p:spPr>
          <a:xfrm>
            <a:off x="4800674" y="2939398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241D70A0-6AF3-89CB-92EE-B0924D29887E}"/>
              </a:ext>
            </a:extLst>
          </p:cNvPr>
          <p:cNvSpPr/>
          <p:nvPr/>
        </p:nvSpPr>
        <p:spPr>
          <a:xfrm>
            <a:off x="4800674" y="3364896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9E5DF7DA-6D30-8B4A-A685-0C4107DC2734}"/>
              </a:ext>
            </a:extLst>
          </p:cNvPr>
          <p:cNvSpPr/>
          <p:nvPr/>
        </p:nvSpPr>
        <p:spPr>
          <a:xfrm>
            <a:off x="4800673" y="3790394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6B1F6E26-5814-3690-728A-07F1FF94801A}"/>
              </a:ext>
            </a:extLst>
          </p:cNvPr>
          <p:cNvSpPr/>
          <p:nvPr/>
        </p:nvSpPr>
        <p:spPr>
          <a:xfrm>
            <a:off x="4800672" y="4215892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02242A0F-CEEC-54F6-04D7-7CC6210B1AA6}"/>
              </a:ext>
            </a:extLst>
          </p:cNvPr>
          <p:cNvSpPr/>
          <p:nvPr/>
        </p:nvSpPr>
        <p:spPr>
          <a:xfrm>
            <a:off x="4800672" y="4641390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3" name="TextBox 592">
            <a:extLst>
              <a:ext uri="{FF2B5EF4-FFF2-40B4-BE49-F238E27FC236}">
                <a16:creationId xmlns:a16="http://schemas.microsoft.com/office/drawing/2014/main" id="{702321B3-44F7-94E8-39BC-1E153858983E}"/>
              </a:ext>
            </a:extLst>
          </p:cNvPr>
          <p:cNvSpPr txBox="1"/>
          <p:nvPr/>
        </p:nvSpPr>
        <p:spPr>
          <a:xfrm>
            <a:off x="4335543" y="3412763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94" name="TextBox 593">
            <a:extLst>
              <a:ext uri="{FF2B5EF4-FFF2-40B4-BE49-F238E27FC236}">
                <a16:creationId xmlns:a16="http://schemas.microsoft.com/office/drawing/2014/main" id="{3C22B5A5-2180-B773-64E2-42829D8A51DC}"/>
              </a:ext>
            </a:extLst>
          </p:cNvPr>
          <p:cNvSpPr txBox="1"/>
          <p:nvPr/>
        </p:nvSpPr>
        <p:spPr>
          <a:xfrm>
            <a:off x="4336002" y="3821742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95" name="TextBox 594">
            <a:extLst>
              <a:ext uri="{FF2B5EF4-FFF2-40B4-BE49-F238E27FC236}">
                <a16:creationId xmlns:a16="http://schemas.microsoft.com/office/drawing/2014/main" id="{D558FF26-6785-535D-5B71-ADEF4422D216}"/>
              </a:ext>
            </a:extLst>
          </p:cNvPr>
          <p:cNvSpPr txBox="1"/>
          <p:nvPr/>
        </p:nvSpPr>
        <p:spPr>
          <a:xfrm>
            <a:off x="4336901" y="4260184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96" name="TextBox 595">
            <a:extLst>
              <a:ext uri="{FF2B5EF4-FFF2-40B4-BE49-F238E27FC236}">
                <a16:creationId xmlns:a16="http://schemas.microsoft.com/office/drawing/2014/main" id="{07B5481D-1CCA-D013-3D7A-BC593D57CD89}"/>
              </a:ext>
            </a:extLst>
          </p:cNvPr>
          <p:cNvSpPr txBox="1"/>
          <p:nvPr/>
        </p:nvSpPr>
        <p:spPr>
          <a:xfrm>
            <a:off x="4335254" y="4697967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97" name="TextBox 596">
            <a:extLst>
              <a:ext uri="{FF2B5EF4-FFF2-40B4-BE49-F238E27FC236}">
                <a16:creationId xmlns:a16="http://schemas.microsoft.com/office/drawing/2014/main" id="{392A94E3-596F-C917-B47A-37883CEF1E03}"/>
              </a:ext>
            </a:extLst>
          </p:cNvPr>
          <p:cNvSpPr txBox="1"/>
          <p:nvPr/>
        </p:nvSpPr>
        <p:spPr>
          <a:xfrm>
            <a:off x="5497200" y="3421665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W14.S2</a:t>
            </a:r>
          </a:p>
        </p:txBody>
      </p:sp>
      <p:sp>
        <p:nvSpPr>
          <p:cNvPr id="598" name="TextBox 597">
            <a:extLst>
              <a:ext uri="{FF2B5EF4-FFF2-40B4-BE49-F238E27FC236}">
                <a16:creationId xmlns:a16="http://schemas.microsoft.com/office/drawing/2014/main" id="{8072670E-58B9-0C5B-5540-59980A22E92C}"/>
              </a:ext>
            </a:extLst>
          </p:cNvPr>
          <p:cNvSpPr txBox="1"/>
          <p:nvPr/>
        </p:nvSpPr>
        <p:spPr>
          <a:xfrm>
            <a:off x="5497200" y="3848294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W14.S3</a:t>
            </a: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CEC152B6-5618-D4F0-BCA9-DF0A713C6291}"/>
              </a:ext>
            </a:extLst>
          </p:cNvPr>
          <p:cNvSpPr txBox="1"/>
          <p:nvPr/>
        </p:nvSpPr>
        <p:spPr>
          <a:xfrm>
            <a:off x="5497200" y="4274772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W14.S4</a:t>
            </a:r>
          </a:p>
        </p:txBody>
      </p:sp>
      <p:sp>
        <p:nvSpPr>
          <p:cNvPr id="600" name="TextBox 599">
            <a:extLst>
              <a:ext uri="{FF2B5EF4-FFF2-40B4-BE49-F238E27FC236}">
                <a16:creationId xmlns:a16="http://schemas.microsoft.com/office/drawing/2014/main" id="{464D2D80-D317-8423-ABBF-13FE4BAB07DA}"/>
              </a:ext>
            </a:extLst>
          </p:cNvPr>
          <p:cNvSpPr txBox="1"/>
          <p:nvPr/>
        </p:nvSpPr>
        <p:spPr>
          <a:xfrm>
            <a:off x="5497200" y="4695820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W14.S5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601" name="Rectangle 600">
            <a:extLst>
              <a:ext uri="{FF2B5EF4-FFF2-40B4-BE49-F238E27FC236}">
                <a16:creationId xmlns:a16="http://schemas.microsoft.com/office/drawing/2014/main" id="{D192EC95-590F-AB90-002E-2883741C1361}"/>
              </a:ext>
            </a:extLst>
          </p:cNvPr>
          <p:cNvSpPr/>
          <p:nvPr/>
        </p:nvSpPr>
        <p:spPr>
          <a:xfrm>
            <a:off x="360077" y="5200822"/>
            <a:ext cx="722557" cy="359243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2" name="Rectangle 601">
            <a:extLst>
              <a:ext uri="{FF2B5EF4-FFF2-40B4-BE49-F238E27FC236}">
                <a16:creationId xmlns:a16="http://schemas.microsoft.com/office/drawing/2014/main" id="{8AA9211F-51D2-9840-F68F-C81EA3D60AB2}"/>
              </a:ext>
            </a:extLst>
          </p:cNvPr>
          <p:cNvSpPr/>
          <p:nvPr/>
        </p:nvSpPr>
        <p:spPr>
          <a:xfrm>
            <a:off x="360077" y="5626320"/>
            <a:ext cx="72255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3" name="Rectangle 602">
            <a:extLst>
              <a:ext uri="{FF2B5EF4-FFF2-40B4-BE49-F238E27FC236}">
                <a16:creationId xmlns:a16="http://schemas.microsoft.com/office/drawing/2014/main" id="{18156187-9EB1-EE62-D3F1-E207BC6B9434}"/>
              </a:ext>
            </a:extLst>
          </p:cNvPr>
          <p:cNvSpPr/>
          <p:nvPr/>
        </p:nvSpPr>
        <p:spPr>
          <a:xfrm>
            <a:off x="360076" y="6051818"/>
            <a:ext cx="72255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4" name="Rectangle 603">
            <a:extLst>
              <a:ext uri="{FF2B5EF4-FFF2-40B4-BE49-F238E27FC236}">
                <a16:creationId xmlns:a16="http://schemas.microsoft.com/office/drawing/2014/main" id="{6AF01ABC-E792-328F-EB97-6B02254CB3E8}"/>
              </a:ext>
            </a:extLst>
          </p:cNvPr>
          <p:cNvSpPr/>
          <p:nvPr/>
        </p:nvSpPr>
        <p:spPr>
          <a:xfrm>
            <a:off x="360075" y="6477316"/>
            <a:ext cx="72255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5" name="Rectangle 604">
            <a:extLst>
              <a:ext uri="{FF2B5EF4-FFF2-40B4-BE49-F238E27FC236}">
                <a16:creationId xmlns:a16="http://schemas.microsoft.com/office/drawing/2014/main" id="{190367A3-A931-7839-CA5D-CA0B364B01D7}"/>
              </a:ext>
            </a:extLst>
          </p:cNvPr>
          <p:cNvSpPr/>
          <p:nvPr/>
        </p:nvSpPr>
        <p:spPr>
          <a:xfrm>
            <a:off x="360075" y="6902814"/>
            <a:ext cx="72255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6" name="TextBox 605">
            <a:extLst>
              <a:ext uri="{FF2B5EF4-FFF2-40B4-BE49-F238E27FC236}">
                <a16:creationId xmlns:a16="http://schemas.microsoft.com/office/drawing/2014/main" id="{86B34B25-86C7-C3C2-0AFD-57C197E6EE3D}"/>
              </a:ext>
            </a:extLst>
          </p:cNvPr>
          <p:cNvSpPr txBox="1"/>
          <p:nvPr/>
        </p:nvSpPr>
        <p:spPr>
          <a:xfrm>
            <a:off x="325151" y="5004700"/>
            <a:ext cx="787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6"/>
                </a:solidFill>
              </a:rPr>
              <a:t>W15</a:t>
            </a:r>
          </a:p>
        </p:txBody>
      </p:sp>
      <p:sp>
        <p:nvSpPr>
          <p:cNvPr id="607" name="TextBox 606">
            <a:extLst>
              <a:ext uri="{FF2B5EF4-FFF2-40B4-BE49-F238E27FC236}">
                <a16:creationId xmlns:a16="http://schemas.microsoft.com/office/drawing/2014/main" id="{75B908F0-E614-8511-8932-07874A685B4F}"/>
              </a:ext>
            </a:extLst>
          </p:cNvPr>
          <p:cNvSpPr txBox="1"/>
          <p:nvPr/>
        </p:nvSpPr>
        <p:spPr>
          <a:xfrm>
            <a:off x="1751138" y="5004693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6"/>
                </a:solidFill>
              </a:rPr>
              <a:t>W15.R1</a:t>
            </a:r>
          </a:p>
        </p:txBody>
      </p:sp>
      <p:sp>
        <p:nvSpPr>
          <p:cNvPr id="608" name="Rectangle 607">
            <a:extLst>
              <a:ext uri="{FF2B5EF4-FFF2-40B4-BE49-F238E27FC236}">
                <a16:creationId xmlns:a16="http://schemas.microsoft.com/office/drawing/2014/main" id="{4F4E6C9E-5BA3-C42E-8496-355DF6749A4C}"/>
              </a:ext>
            </a:extLst>
          </p:cNvPr>
          <p:cNvSpPr/>
          <p:nvPr/>
        </p:nvSpPr>
        <p:spPr>
          <a:xfrm>
            <a:off x="1852044" y="5200822"/>
            <a:ext cx="864539" cy="359243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9" name="Rectangle 608">
            <a:extLst>
              <a:ext uri="{FF2B5EF4-FFF2-40B4-BE49-F238E27FC236}">
                <a16:creationId xmlns:a16="http://schemas.microsoft.com/office/drawing/2014/main" id="{A4997FBF-3DF0-2B20-AED0-D0866192F6A5}"/>
              </a:ext>
            </a:extLst>
          </p:cNvPr>
          <p:cNvSpPr/>
          <p:nvPr/>
        </p:nvSpPr>
        <p:spPr>
          <a:xfrm>
            <a:off x="1852044" y="5626320"/>
            <a:ext cx="87164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10" name="Rectangle 609">
            <a:extLst>
              <a:ext uri="{FF2B5EF4-FFF2-40B4-BE49-F238E27FC236}">
                <a16:creationId xmlns:a16="http://schemas.microsoft.com/office/drawing/2014/main" id="{18CD440C-E2A5-C976-FEAC-18527D2A32A1}"/>
              </a:ext>
            </a:extLst>
          </p:cNvPr>
          <p:cNvSpPr/>
          <p:nvPr/>
        </p:nvSpPr>
        <p:spPr>
          <a:xfrm>
            <a:off x="1852042" y="6051818"/>
            <a:ext cx="871649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31C2AC9B-4B03-A9B3-A3ED-BA298BA58673}"/>
              </a:ext>
            </a:extLst>
          </p:cNvPr>
          <p:cNvSpPr/>
          <p:nvPr/>
        </p:nvSpPr>
        <p:spPr>
          <a:xfrm>
            <a:off x="1852042" y="6477316"/>
            <a:ext cx="871650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12" name="Rectangle 611">
            <a:extLst>
              <a:ext uri="{FF2B5EF4-FFF2-40B4-BE49-F238E27FC236}">
                <a16:creationId xmlns:a16="http://schemas.microsoft.com/office/drawing/2014/main" id="{64212FCA-1C04-9941-7ECC-5DCE14B2D449}"/>
              </a:ext>
            </a:extLst>
          </p:cNvPr>
          <p:cNvSpPr/>
          <p:nvPr/>
        </p:nvSpPr>
        <p:spPr>
          <a:xfrm>
            <a:off x="1852042" y="6902814"/>
            <a:ext cx="871650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613" name="Elbow Connector 612">
            <a:extLst>
              <a:ext uri="{FF2B5EF4-FFF2-40B4-BE49-F238E27FC236}">
                <a16:creationId xmlns:a16="http://schemas.microsoft.com/office/drawing/2014/main" id="{38A0E427-09A6-84BD-66E7-D8EE6BF485CC}"/>
              </a:ext>
            </a:extLst>
          </p:cNvPr>
          <p:cNvCxnSpPr>
            <a:cxnSpLocks/>
            <a:stCxn id="608" idx="1"/>
            <a:endCxn id="609" idx="1"/>
          </p:cNvCxnSpPr>
          <p:nvPr/>
        </p:nvCxnSpPr>
        <p:spPr>
          <a:xfrm rot="10800000" flipV="1">
            <a:off x="1852044" y="5380444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14" name="TextBox 613">
            <a:extLst>
              <a:ext uri="{FF2B5EF4-FFF2-40B4-BE49-F238E27FC236}">
                <a16:creationId xmlns:a16="http://schemas.microsoft.com/office/drawing/2014/main" id="{BDD37408-15B9-D735-EAB7-45BA27045768}"/>
              </a:ext>
            </a:extLst>
          </p:cNvPr>
          <p:cNvSpPr txBox="1">
            <a:spLocks/>
          </p:cNvSpPr>
          <p:nvPr/>
        </p:nvSpPr>
        <p:spPr>
          <a:xfrm>
            <a:off x="1530319" y="557136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x2</a:t>
            </a:r>
          </a:p>
        </p:txBody>
      </p:sp>
      <p:cxnSp>
        <p:nvCxnSpPr>
          <p:cNvPr id="615" name="Elbow Connector 614">
            <a:extLst>
              <a:ext uri="{FF2B5EF4-FFF2-40B4-BE49-F238E27FC236}">
                <a16:creationId xmlns:a16="http://schemas.microsoft.com/office/drawing/2014/main" id="{B0C77532-0C73-96DE-DD9E-FF4CAFA3A486}"/>
              </a:ext>
            </a:extLst>
          </p:cNvPr>
          <p:cNvCxnSpPr>
            <a:cxnSpLocks/>
            <a:endCxn id="610" idx="1"/>
          </p:cNvCxnSpPr>
          <p:nvPr/>
        </p:nvCxnSpPr>
        <p:spPr>
          <a:xfrm rot="16200000" flipH="1">
            <a:off x="1244881" y="5624279"/>
            <a:ext cx="850996" cy="363326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16" name="Elbow Connector 615">
            <a:extLst>
              <a:ext uri="{FF2B5EF4-FFF2-40B4-BE49-F238E27FC236}">
                <a16:creationId xmlns:a16="http://schemas.microsoft.com/office/drawing/2014/main" id="{1D909391-D64C-5EA2-2840-F18D1939958E}"/>
              </a:ext>
            </a:extLst>
          </p:cNvPr>
          <p:cNvCxnSpPr>
            <a:cxnSpLocks/>
            <a:endCxn id="611" idx="1"/>
          </p:cNvCxnSpPr>
          <p:nvPr/>
        </p:nvCxnSpPr>
        <p:spPr>
          <a:xfrm rot="16200000" flipH="1">
            <a:off x="994860" y="5799756"/>
            <a:ext cx="1276498" cy="437866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17" name="Elbow Connector 616">
            <a:extLst>
              <a:ext uri="{FF2B5EF4-FFF2-40B4-BE49-F238E27FC236}">
                <a16:creationId xmlns:a16="http://schemas.microsoft.com/office/drawing/2014/main" id="{89D509CA-A285-CAC2-FFA7-74D6C3863876}"/>
              </a:ext>
            </a:extLst>
          </p:cNvPr>
          <p:cNvCxnSpPr>
            <a:cxnSpLocks/>
            <a:endCxn id="612" idx="1"/>
          </p:cNvCxnSpPr>
          <p:nvPr/>
        </p:nvCxnSpPr>
        <p:spPr>
          <a:xfrm rot="16200000" flipH="1">
            <a:off x="746585" y="5976979"/>
            <a:ext cx="1701996" cy="508918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18" name="TextBox 617">
            <a:extLst>
              <a:ext uri="{FF2B5EF4-FFF2-40B4-BE49-F238E27FC236}">
                <a16:creationId xmlns:a16="http://schemas.microsoft.com/office/drawing/2014/main" id="{8231BAF7-0A9D-E88F-3CDF-3E6EC18766C1}"/>
              </a:ext>
            </a:extLst>
          </p:cNvPr>
          <p:cNvSpPr txBox="1"/>
          <p:nvPr/>
        </p:nvSpPr>
        <p:spPr>
          <a:xfrm>
            <a:off x="1515529" y="6004820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x3</a:t>
            </a:r>
          </a:p>
        </p:txBody>
      </p:sp>
      <p:sp>
        <p:nvSpPr>
          <p:cNvPr id="619" name="TextBox 618">
            <a:extLst>
              <a:ext uri="{FF2B5EF4-FFF2-40B4-BE49-F238E27FC236}">
                <a16:creationId xmlns:a16="http://schemas.microsoft.com/office/drawing/2014/main" id="{97A9F849-4FA8-0147-5A61-ADF0C6419BE8}"/>
              </a:ext>
            </a:extLst>
          </p:cNvPr>
          <p:cNvSpPr txBox="1"/>
          <p:nvPr/>
        </p:nvSpPr>
        <p:spPr>
          <a:xfrm>
            <a:off x="1515528" y="6428999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x4</a:t>
            </a:r>
          </a:p>
        </p:txBody>
      </p:sp>
      <p:sp>
        <p:nvSpPr>
          <p:cNvPr id="620" name="TextBox 619">
            <a:extLst>
              <a:ext uri="{FF2B5EF4-FFF2-40B4-BE49-F238E27FC236}">
                <a16:creationId xmlns:a16="http://schemas.microsoft.com/office/drawing/2014/main" id="{61B0C228-613E-1EB1-FEBA-4FC9B19DDFFD}"/>
              </a:ext>
            </a:extLst>
          </p:cNvPr>
          <p:cNvSpPr txBox="1"/>
          <p:nvPr/>
        </p:nvSpPr>
        <p:spPr>
          <a:xfrm>
            <a:off x="1500741" y="6854126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x5</a:t>
            </a:r>
          </a:p>
        </p:txBody>
      </p:sp>
      <p:cxnSp>
        <p:nvCxnSpPr>
          <p:cNvPr id="621" name="Straight Connector 620">
            <a:extLst>
              <a:ext uri="{FF2B5EF4-FFF2-40B4-BE49-F238E27FC236}">
                <a16:creationId xmlns:a16="http://schemas.microsoft.com/office/drawing/2014/main" id="{A6603284-749A-3C19-327B-256771CC4A1C}"/>
              </a:ext>
            </a:extLst>
          </p:cNvPr>
          <p:cNvCxnSpPr>
            <a:cxnSpLocks/>
          </p:cNvCxnSpPr>
          <p:nvPr/>
        </p:nvCxnSpPr>
        <p:spPr>
          <a:xfrm>
            <a:off x="1333744" y="5380439"/>
            <a:ext cx="254357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22" name="TextBox 621">
            <a:extLst>
              <a:ext uri="{FF2B5EF4-FFF2-40B4-BE49-F238E27FC236}">
                <a16:creationId xmlns:a16="http://schemas.microsoft.com/office/drawing/2014/main" id="{32B4B23B-6D8D-BF2E-7870-14F777ECA520}"/>
              </a:ext>
            </a:extLst>
          </p:cNvPr>
          <p:cNvSpPr txBox="1"/>
          <p:nvPr/>
        </p:nvSpPr>
        <p:spPr>
          <a:xfrm>
            <a:off x="2709053" y="5195773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9F150286-C16B-8EEC-8619-7A9363EAAD6F}"/>
              </a:ext>
            </a:extLst>
          </p:cNvPr>
          <p:cNvSpPr txBox="1"/>
          <p:nvPr/>
        </p:nvSpPr>
        <p:spPr>
          <a:xfrm>
            <a:off x="3395370" y="5004691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6"/>
                </a:solidFill>
              </a:rPr>
              <a:t>W15.R2</a:t>
            </a:r>
          </a:p>
        </p:txBody>
      </p:sp>
      <p:sp>
        <p:nvSpPr>
          <p:cNvPr id="624" name="Rectangle 623">
            <a:extLst>
              <a:ext uri="{FF2B5EF4-FFF2-40B4-BE49-F238E27FC236}">
                <a16:creationId xmlns:a16="http://schemas.microsoft.com/office/drawing/2014/main" id="{3577C7BF-7B5B-F5B4-59EF-A1EFC55BC582}"/>
              </a:ext>
            </a:extLst>
          </p:cNvPr>
          <p:cNvSpPr/>
          <p:nvPr/>
        </p:nvSpPr>
        <p:spPr>
          <a:xfrm>
            <a:off x="3485037" y="5207079"/>
            <a:ext cx="864539" cy="359243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5" name="Rectangle 624">
            <a:extLst>
              <a:ext uri="{FF2B5EF4-FFF2-40B4-BE49-F238E27FC236}">
                <a16:creationId xmlns:a16="http://schemas.microsoft.com/office/drawing/2014/main" id="{4ACAAF8D-FDD8-CFF9-3555-782D4930EBBD}"/>
              </a:ext>
            </a:extLst>
          </p:cNvPr>
          <p:cNvSpPr/>
          <p:nvPr/>
        </p:nvSpPr>
        <p:spPr>
          <a:xfrm>
            <a:off x="3485037" y="5632577"/>
            <a:ext cx="87164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6" name="Rectangle 625">
            <a:extLst>
              <a:ext uri="{FF2B5EF4-FFF2-40B4-BE49-F238E27FC236}">
                <a16:creationId xmlns:a16="http://schemas.microsoft.com/office/drawing/2014/main" id="{CE147E69-5E6B-0FBB-9E8F-8E1E4950B40B}"/>
              </a:ext>
            </a:extLst>
          </p:cNvPr>
          <p:cNvSpPr/>
          <p:nvPr/>
        </p:nvSpPr>
        <p:spPr>
          <a:xfrm>
            <a:off x="3485035" y="6058075"/>
            <a:ext cx="871649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7" name="Rectangle 626">
            <a:extLst>
              <a:ext uri="{FF2B5EF4-FFF2-40B4-BE49-F238E27FC236}">
                <a16:creationId xmlns:a16="http://schemas.microsoft.com/office/drawing/2014/main" id="{7E35D445-3A14-F5B5-AA1D-0C1D556A0F27}"/>
              </a:ext>
            </a:extLst>
          </p:cNvPr>
          <p:cNvSpPr/>
          <p:nvPr/>
        </p:nvSpPr>
        <p:spPr>
          <a:xfrm>
            <a:off x="3485035" y="6483573"/>
            <a:ext cx="871650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2D91E14C-2F18-1759-6F29-BAB6A0A307CB}"/>
              </a:ext>
            </a:extLst>
          </p:cNvPr>
          <p:cNvSpPr/>
          <p:nvPr/>
        </p:nvSpPr>
        <p:spPr>
          <a:xfrm>
            <a:off x="3485035" y="6909071"/>
            <a:ext cx="871650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629" name="Elbow Connector 628">
            <a:extLst>
              <a:ext uri="{FF2B5EF4-FFF2-40B4-BE49-F238E27FC236}">
                <a16:creationId xmlns:a16="http://schemas.microsoft.com/office/drawing/2014/main" id="{6330B87C-61EB-C549-EDE5-81B845268355}"/>
              </a:ext>
            </a:extLst>
          </p:cNvPr>
          <p:cNvCxnSpPr>
            <a:cxnSpLocks/>
            <a:stCxn id="624" idx="1"/>
            <a:endCxn id="625" idx="1"/>
          </p:cNvCxnSpPr>
          <p:nvPr/>
        </p:nvCxnSpPr>
        <p:spPr>
          <a:xfrm rot="10800000" flipV="1">
            <a:off x="3485037" y="5386701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0" name="TextBox 629">
            <a:extLst>
              <a:ext uri="{FF2B5EF4-FFF2-40B4-BE49-F238E27FC236}">
                <a16:creationId xmlns:a16="http://schemas.microsoft.com/office/drawing/2014/main" id="{CB32813C-D3F8-F034-EA3D-97CF8CE44517}"/>
              </a:ext>
            </a:extLst>
          </p:cNvPr>
          <p:cNvSpPr txBox="1">
            <a:spLocks/>
          </p:cNvSpPr>
          <p:nvPr/>
        </p:nvSpPr>
        <p:spPr>
          <a:xfrm>
            <a:off x="3163312" y="5577624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x4</a:t>
            </a:r>
          </a:p>
        </p:txBody>
      </p:sp>
      <p:cxnSp>
        <p:nvCxnSpPr>
          <p:cNvPr id="631" name="Elbow Connector 630">
            <a:extLst>
              <a:ext uri="{FF2B5EF4-FFF2-40B4-BE49-F238E27FC236}">
                <a16:creationId xmlns:a16="http://schemas.microsoft.com/office/drawing/2014/main" id="{3E62BC1D-0A5F-C325-089D-07F2B88D3706}"/>
              </a:ext>
            </a:extLst>
          </p:cNvPr>
          <p:cNvCxnSpPr>
            <a:cxnSpLocks/>
            <a:endCxn id="626" idx="1"/>
          </p:cNvCxnSpPr>
          <p:nvPr/>
        </p:nvCxnSpPr>
        <p:spPr>
          <a:xfrm rot="16200000" flipH="1">
            <a:off x="2877874" y="5630536"/>
            <a:ext cx="850996" cy="363326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32" name="Elbow Connector 631">
            <a:extLst>
              <a:ext uri="{FF2B5EF4-FFF2-40B4-BE49-F238E27FC236}">
                <a16:creationId xmlns:a16="http://schemas.microsoft.com/office/drawing/2014/main" id="{1291744F-399B-0CF9-B585-F6DB4C3AE685}"/>
              </a:ext>
            </a:extLst>
          </p:cNvPr>
          <p:cNvCxnSpPr>
            <a:cxnSpLocks/>
            <a:endCxn id="627" idx="1"/>
          </p:cNvCxnSpPr>
          <p:nvPr/>
        </p:nvCxnSpPr>
        <p:spPr>
          <a:xfrm rot="16200000" flipH="1">
            <a:off x="2627853" y="5806013"/>
            <a:ext cx="1276498" cy="437866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33" name="Elbow Connector 632">
            <a:extLst>
              <a:ext uri="{FF2B5EF4-FFF2-40B4-BE49-F238E27FC236}">
                <a16:creationId xmlns:a16="http://schemas.microsoft.com/office/drawing/2014/main" id="{641198E9-823A-0C68-1B05-619350B983DC}"/>
              </a:ext>
            </a:extLst>
          </p:cNvPr>
          <p:cNvCxnSpPr>
            <a:cxnSpLocks/>
            <a:endCxn id="628" idx="1"/>
          </p:cNvCxnSpPr>
          <p:nvPr/>
        </p:nvCxnSpPr>
        <p:spPr>
          <a:xfrm rot="16200000" flipH="1">
            <a:off x="2379578" y="5983236"/>
            <a:ext cx="1701996" cy="508918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4" name="TextBox 633">
            <a:extLst>
              <a:ext uri="{FF2B5EF4-FFF2-40B4-BE49-F238E27FC236}">
                <a16:creationId xmlns:a16="http://schemas.microsoft.com/office/drawing/2014/main" id="{E9B9BB43-0396-63BC-4310-FAEC5ABF9F52}"/>
              </a:ext>
            </a:extLst>
          </p:cNvPr>
          <p:cNvSpPr txBox="1"/>
          <p:nvPr/>
        </p:nvSpPr>
        <p:spPr>
          <a:xfrm>
            <a:off x="3148522" y="601107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x9</a:t>
            </a:r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52E6754C-5B77-9742-49DF-86E757155183}"/>
              </a:ext>
            </a:extLst>
          </p:cNvPr>
          <p:cNvSpPr txBox="1"/>
          <p:nvPr/>
        </p:nvSpPr>
        <p:spPr>
          <a:xfrm>
            <a:off x="3114056" y="6435256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x16</a:t>
            </a:r>
          </a:p>
        </p:txBody>
      </p:sp>
      <p:sp>
        <p:nvSpPr>
          <p:cNvPr id="636" name="TextBox 635">
            <a:extLst>
              <a:ext uri="{FF2B5EF4-FFF2-40B4-BE49-F238E27FC236}">
                <a16:creationId xmlns:a16="http://schemas.microsoft.com/office/drawing/2014/main" id="{47CB5CDF-B3A6-A6AC-E20F-066AEB0ACCBD}"/>
              </a:ext>
            </a:extLst>
          </p:cNvPr>
          <p:cNvSpPr txBox="1"/>
          <p:nvPr/>
        </p:nvSpPr>
        <p:spPr>
          <a:xfrm>
            <a:off x="3099269" y="6860383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x25</a:t>
            </a:r>
          </a:p>
        </p:txBody>
      </p:sp>
      <p:cxnSp>
        <p:nvCxnSpPr>
          <p:cNvPr id="637" name="Straight Connector 636">
            <a:extLst>
              <a:ext uri="{FF2B5EF4-FFF2-40B4-BE49-F238E27FC236}">
                <a16:creationId xmlns:a16="http://schemas.microsoft.com/office/drawing/2014/main" id="{6507539D-1A9D-4395-DDB1-F12F1FFAF652}"/>
              </a:ext>
            </a:extLst>
          </p:cNvPr>
          <p:cNvCxnSpPr>
            <a:cxnSpLocks/>
          </p:cNvCxnSpPr>
          <p:nvPr/>
        </p:nvCxnSpPr>
        <p:spPr>
          <a:xfrm>
            <a:off x="2966737" y="5386696"/>
            <a:ext cx="254357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8" name="TextBox 637">
            <a:extLst>
              <a:ext uri="{FF2B5EF4-FFF2-40B4-BE49-F238E27FC236}">
                <a16:creationId xmlns:a16="http://schemas.microsoft.com/office/drawing/2014/main" id="{032D5953-A3BD-54BF-3E57-7C5E6313D3BE}"/>
              </a:ext>
            </a:extLst>
          </p:cNvPr>
          <p:cNvSpPr txBox="1"/>
          <p:nvPr/>
        </p:nvSpPr>
        <p:spPr>
          <a:xfrm>
            <a:off x="2712273" y="562317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39" name="TextBox 638">
            <a:extLst>
              <a:ext uri="{FF2B5EF4-FFF2-40B4-BE49-F238E27FC236}">
                <a16:creationId xmlns:a16="http://schemas.microsoft.com/office/drawing/2014/main" id="{F891D29D-A2D1-7297-208C-E389E0B41401}"/>
              </a:ext>
            </a:extLst>
          </p:cNvPr>
          <p:cNvSpPr txBox="1"/>
          <p:nvPr/>
        </p:nvSpPr>
        <p:spPr>
          <a:xfrm>
            <a:off x="2712273" y="604358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0" name="TextBox 639">
            <a:extLst>
              <a:ext uri="{FF2B5EF4-FFF2-40B4-BE49-F238E27FC236}">
                <a16:creationId xmlns:a16="http://schemas.microsoft.com/office/drawing/2014/main" id="{ADF22612-B859-2B2C-5FB0-1F815339ACF3}"/>
              </a:ext>
            </a:extLst>
          </p:cNvPr>
          <p:cNvSpPr txBox="1"/>
          <p:nvPr/>
        </p:nvSpPr>
        <p:spPr>
          <a:xfrm>
            <a:off x="2712273" y="647532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1" name="TextBox 640">
            <a:extLst>
              <a:ext uri="{FF2B5EF4-FFF2-40B4-BE49-F238E27FC236}">
                <a16:creationId xmlns:a16="http://schemas.microsoft.com/office/drawing/2014/main" id="{6291FC8F-C591-65FE-3CDC-15C340F85C22}"/>
              </a:ext>
            </a:extLst>
          </p:cNvPr>
          <p:cNvSpPr txBox="1"/>
          <p:nvPr/>
        </p:nvSpPr>
        <p:spPr>
          <a:xfrm>
            <a:off x="2712273" y="689848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2" name="TextBox 641">
            <a:extLst>
              <a:ext uri="{FF2B5EF4-FFF2-40B4-BE49-F238E27FC236}">
                <a16:creationId xmlns:a16="http://schemas.microsoft.com/office/drawing/2014/main" id="{633DD1D6-BD9F-6EE4-D59E-7503CEE5D5C1}"/>
              </a:ext>
            </a:extLst>
          </p:cNvPr>
          <p:cNvSpPr txBox="1"/>
          <p:nvPr/>
        </p:nvSpPr>
        <p:spPr>
          <a:xfrm>
            <a:off x="1077803" y="5195773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3" name="TextBox 642">
            <a:extLst>
              <a:ext uri="{FF2B5EF4-FFF2-40B4-BE49-F238E27FC236}">
                <a16:creationId xmlns:a16="http://schemas.microsoft.com/office/drawing/2014/main" id="{C39FFBAC-E643-028B-7E09-E78544308D99}"/>
              </a:ext>
            </a:extLst>
          </p:cNvPr>
          <p:cNvSpPr txBox="1"/>
          <p:nvPr/>
        </p:nvSpPr>
        <p:spPr>
          <a:xfrm>
            <a:off x="1081023" y="562317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4" name="TextBox 643">
            <a:extLst>
              <a:ext uri="{FF2B5EF4-FFF2-40B4-BE49-F238E27FC236}">
                <a16:creationId xmlns:a16="http://schemas.microsoft.com/office/drawing/2014/main" id="{5A24C8C6-B050-32D0-F66C-8F7121FF7CB9}"/>
              </a:ext>
            </a:extLst>
          </p:cNvPr>
          <p:cNvSpPr txBox="1"/>
          <p:nvPr/>
        </p:nvSpPr>
        <p:spPr>
          <a:xfrm>
            <a:off x="1081023" y="604358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5" name="TextBox 644">
            <a:extLst>
              <a:ext uri="{FF2B5EF4-FFF2-40B4-BE49-F238E27FC236}">
                <a16:creationId xmlns:a16="http://schemas.microsoft.com/office/drawing/2014/main" id="{0FE55213-52B3-558B-B327-1CA6BD76023E}"/>
              </a:ext>
            </a:extLst>
          </p:cNvPr>
          <p:cNvSpPr txBox="1"/>
          <p:nvPr/>
        </p:nvSpPr>
        <p:spPr>
          <a:xfrm>
            <a:off x="1081023" y="647532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6" name="TextBox 645">
            <a:extLst>
              <a:ext uri="{FF2B5EF4-FFF2-40B4-BE49-F238E27FC236}">
                <a16:creationId xmlns:a16="http://schemas.microsoft.com/office/drawing/2014/main" id="{8DDADC15-7532-E999-0EDF-2AF7E3AF93B9}"/>
              </a:ext>
            </a:extLst>
          </p:cNvPr>
          <p:cNvSpPr txBox="1"/>
          <p:nvPr/>
        </p:nvSpPr>
        <p:spPr>
          <a:xfrm>
            <a:off x="1081023" y="689848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7" name="TextBox 646">
            <a:extLst>
              <a:ext uri="{FF2B5EF4-FFF2-40B4-BE49-F238E27FC236}">
                <a16:creationId xmlns:a16="http://schemas.microsoft.com/office/drawing/2014/main" id="{CD898894-E007-027D-95FA-79775667190D}"/>
              </a:ext>
            </a:extLst>
          </p:cNvPr>
          <p:cNvSpPr txBox="1"/>
          <p:nvPr/>
        </p:nvSpPr>
        <p:spPr>
          <a:xfrm>
            <a:off x="4335048" y="5257328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48" name="TextBox 647">
            <a:extLst>
              <a:ext uri="{FF2B5EF4-FFF2-40B4-BE49-F238E27FC236}">
                <a16:creationId xmlns:a16="http://schemas.microsoft.com/office/drawing/2014/main" id="{447F3BBB-0F5B-9487-F3CC-ADB43B777122}"/>
              </a:ext>
            </a:extLst>
          </p:cNvPr>
          <p:cNvSpPr txBox="1"/>
          <p:nvPr/>
        </p:nvSpPr>
        <p:spPr>
          <a:xfrm>
            <a:off x="5495764" y="5267157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W15.S1</a:t>
            </a:r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2CFBC5EB-55C9-1B8F-5C97-B3399684D48C}"/>
              </a:ext>
            </a:extLst>
          </p:cNvPr>
          <p:cNvSpPr/>
          <p:nvPr/>
        </p:nvSpPr>
        <p:spPr>
          <a:xfrm>
            <a:off x="4804412" y="5211368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0" name="Rectangle 649">
            <a:extLst>
              <a:ext uri="{FF2B5EF4-FFF2-40B4-BE49-F238E27FC236}">
                <a16:creationId xmlns:a16="http://schemas.microsoft.com/office/drawing/2014/main" id="{D47FCBB4-799E-A4F5-DCA6-F8AD69D285D4}"/>
              </a:ext>
            </a:extLst>
          </p:cNvPr>
          <p:cNvSpPr/>
          <p:nvPr/>
        </p:nvSpPr>
        <p:spPr>
          <a:xfrm>
            <a:off x="4804412" y="5636866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A021A42E-7C8E-B950-4113-B332D00D94DD}"/>
              </a:ext>
            </a:extLst>
          </p:cNvPr>
          <p:cNvSpPr/>
          <p:nvPr/>
        </p:nvSpPr>
        <p:spPr>
          <a:xfrm>
            <a:off x="4804411" y="6062364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2" name="Rectangle 651">
            <a:extLst>
              <a:ext uri="{FF2B5EF4-FFF2-40B4-BE49-F238E27FC236}">
                <a16:creationId xmlns:a16="http://schemas.microsoft.com/office/drawing/2014/main" id="{D16F91EF-F517-929F-35DB-2AC294E4EB98}"/>
              </a:ext>
            </a:extLst>
          </p:cNvPr>
          <p:cNvSpPr/>
          <p:nvPr/>
        </p:nvSpPr>
        <p:spPr>
          <a:xfrm>
            <a:off x="4804410" y="6487862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EF7CE9BB-77B2-60EB-4BB4-B4057381820E}"/>
              </a:ext>
            </a:extLst>
          </p:cNvPr>
          <p:cNvSpPr/>
          <p:nvPr/>
        </p:nvSpPr>
        <p:spPr>
          <a:xfrm>
            <a:off x="4804410" y="6913360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4" name="TextBox 653">
            <a:extLst>
              <a:ext uri="{FF2B5EF4-FFF2-40B4-BE49-F238E27FC236}">
                <a16:creationId xmlns:a16="http://schemas.microsoft.com/office/drawing/2014/main" id="{84C9B1EF-7825-A4D9-6940-1F4F0EBCA81E}"/>
              </a:ext>
            </a:extLst>
          </p:cNvPr>
          <p:cNvSpPr txBox="1"/>
          <p:nvPr/>
        </p:nvSpPr>
        <p:spPr>
          <a:xfrm>
            <a:off x="4339281" y="5684733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55" name="TextBox 654">
            <a:extLst>
              <a:ext uri="{FF2B5EF4-FFF2-40B4-BE49-F238E27FC236}">
                <a16:creationId xmlns:a16="http://schemas.microsoft.com/office/drawing/2014/main" id="{15EAD5C0-0AFE-1236-6E27-F851C6870EA7}"/>
              </a:ext>
            </a:extLst>
          </p:cNvPr>
          <p:cNvSpPr txBox="1"/>
          <p:nvPr/>
        </p:nvSpPr>
        <p:spPr>
          <a:xfrm>
            <a:off x="4339740" y="6093712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56" name="TextBox 655">
            <a:extLst>
              <a:ext uri="{FF2B5EF4-FFF2-40B4-BE49-F238E27FC236}">
                <a16:creationId xmlns:a16="http://schemas.microsoft.com/office/drawing/2014/main" id="{88B99426-4F24-968C-EAB4-E101C4D6F263}"/>
              </a:ext>
            </a:extLst>
          </p:cNvPr>
          <p:cNvSpPr txBox="1"/>
          <p:nvPr/>
        </p:nvSpPr>
        <p:spPr>
          <a:xfrm>
            <a:off x="4340639" y="6532154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57" name="TextBox 656">
            <a:extLst>
              <a:ext uri="{FF2B5EF4-FFF2-40B4-BE49-F238E27FC236}">
                <a16:creationId xmlns:a16="http://schemas.microsoft.com/office/drawing/2014/main" id="{1B49EA80-55E9-FD03-1D89-2E86BE7100FA}"/>
              </a:ext>
            </a:extLst>
          </p:cNvPr>
          <p:cNvSpPr txBox="1"/>
          <p:nvPr/>
        </p:nvSpPr>
        <p:spPr>
          <a:xfrm>
            <a:off x="4338992" y="6969937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58" name="TextBox 657">
            <a:extLst>
              <a:ext uri="{FF2B5EF4-FFF2-40B4-BE49-F238E27FC236}">
                <a16:creationId xmlns:a16="http://schemas.microsoft.com/office/drawing/2014/main" id="{CB31E201-F6C1-CC58-D5CB-90CC0B90613E}"/>
              </a:ext>
            </a:extLst>
          </p:cNvPr>
          <p:cNvSpPr txBox="1"/>
          <p:nvPr/>
        </p:nvSpPr>
        <p:spPr>
          <a:xfrm>
            <a:off x="5495765" y="5693635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W15.S2</a:t>
            </a:r>
          </a:p>
        </p:txBody>
      </p:sp>
      <p:sp>
        <p:nvSpPr>
          <p:cNvPr id="659" name="TextBox 658">
            <a:extLst>
              <a:ext uri="{FF2B5EF4-FFF2-40B4-BE49-F238E27FC236}">
                <a16:creationId xmlns:a16="http://schemas.microsoft.com/office/drawing/2014/main" id="{CF9F6C7F-6F7D-11E2-C4DD-93B957198A2B}"/>
              </a:ext>
            </a:extLst>
          </p:cNvPr>
          <p:cNvSpPr txBox="1"/>
          <p:nvPr/>
        </p:nvSpPr>
        <p:spPr>
          <a:xfrm>
            <a:off x="5496859" y="6120264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W15.S3</a:t>
            </a:r>
          </a:p>
        </p:txBody>
      </p:sp>
      <p:sp>
        <p:nvSpPr>
          <p:cNvPr id="660" name="TextBox 659">
            <a:extLst>
              <a:ext uri="{FF2B5EF4-FFF2-40B4-BE49-F238E27FC236}">
                <a16:creationId xmlns:a16="http://schemas.microsoft.com/office/drawing/2014/main" id="{C6DA1512-E652-00BC-34D3-69A9FE864053}"/>
              </a:ext>
            </a:extLst>
          </p:cNvPr>
          <p:cNvSpPr txBox="1"/>
          <p:nvPr/>
        </p:nvSpPr>
        <p:spPr>
          <a:xfrm>
            <a:off x="5496859" y="6546742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W15.S4</a:t>
            </a:r>
          </a:p>
        </p:txBody>
      </p:sp>
      <p:sp>
        <p:nvSpPr>
          <p:cNvPr id="661" name="TextBox 660">
            <a:extLst>
              <a:ext uri="{FF2B5EF4-FFF2-40B4-BE49-F238E27FC236}">
                <a16:creationId xmlns:a16="http://schemas.microsoft.com/office/drawing/2014/main" id="{BB4D1965-D0B6-03D9-DCCB-2D87AD76C007}"/>
              </a:ext>
            </a:extLst>
          </p:cNvPr>
          <p:cNvSpPr txBox="1"/>
          <p:nvPr/>
        </p:nvSpPr>
        <p:spPr>
          <a:xfrm>
            <a:off x="5495765" y="6967790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W15.S5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34C457-E217-2E49-7C5A-A0C4718EFA75}"/>
              </a:ext>
            </a:extLst>
          </p:cNvPr>
          <p:cNvSpPr txBox="1"/>
          <p:nvPr/>
        </p:nvSpPr>
        <p:spPr>
          <a:xfrm>
            <a:off x="5457753" y="7548128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R5.S1</a:t>
            </a:r>
            <a:r>
              <a:rPr lang="en-US" sz="1000" noProof="0" dirty="0"/>
              <a:t>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7BE00B-02D1-B7AD-D280-1546C40B8D59}"/>
              </a:ext>
            </a:extLst>
          </p:cNvPr>
          <p:cNvSpPr txBox="1"/>
          <p:nvPr/>
        </p:nvSpPr>
        <p:spPr>
          <a:xfrm>
            <a:off x="5871600" y="7863804"/>
            <a:ext cx="6228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W13.S2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W14.S2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W15.S2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37A159-F1AB-7971-CC7E-1603D6D2E2C1}"/>
              </a:ext>
            </a:extLst>
          </p:cNvPr>
          <p:cNvSpPr txBox="1"/>
          <p:nvPr/>
        </p:nvSpPr>
        <p:spPr>
          <a:xfrm>
            <a:off x="5457074" y="7971526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R5</a:t>
            </a:r>
            <a:r>
              <a:rPr lang="en-US" sz="1000" noProof="0" dirty="0">
                <a:solidFill>
                  <a:srgbClr val="A02A93"/>
                </a:solidFill>
              </a:rPr>
              <a:t>.S2</a:t>
            </a:r>
            <a:r>
              <a:rPr lang="en-US" sz="1000" noProof="0" dirty="0"/>
              <a:t>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91302C-F94C-F096-8220-11BBB635561A}"/>
              </a:ext>
            </a:extLst>
          </p:cNvPr>
          <p:cNvSpPr txBox="1"/>
          <p:nvPr/>
        </p:nvSpPr>
        <p:spPr>
          <a:xfrm>
            <a:off x="5871600" y="8292250"/>
            <a:ext cx="6228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W13.S3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W14.S3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W15.S3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BD5524-FE0E-1C5C-6F30-1ADDDFA9A578}"/>
              </a:ext>
            </a:extLst>
          </p:cNvPr>
          <p:cNvSpPr txBox="1"/>
          <p:nvPr/>
        </p:nvSpPr>
        <p:spPr>
          <a:xfrm>
            <a:off x="5457600" y="8401228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R5</a:t>
            </a:r>
            <a:r>
              <a:rPr lang="en-US" sz="1000" noProof="0" dirty="0">
                <a:solidFill>
                  <a:srgbClr val="A02A93"/>
                </a:solidFill>
              </a:rPr>
              <a:t>.S3</a:t>
            </a:r>
            <a:r>
              <a:rPr lang="en-US" sz="1000" noProof="0" dirty="0"/>
              <a:t>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CBA08E-B351-2719-D5DA-3641DC2D9E6B}"/>
              </a:ext>
            </a:extLst>
          </p:cNvPr>
          <p:cNvSpPr txBox="1"/>
          <p:nvPr/>
        </p:nvSpPr>
        <p:spPr>
          <a:xfrm>
            <a:off x="5871600" y="8717050"/>
            <a:ext cx="6228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W13.S4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W14.S4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W15.S4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72E69D-4696-56A9-BEDC-67B28D701FAC}"/>
              </a:ext>
            </a:extLst>
          </p:cNvPr>
          <p:cNvSpPr txBox="1"/>
          <p:nvPr/>
        </p:nvSpPr>
        <p:spPr>
          <a:xfrm>
            <a:off x="5457600" y="8824626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R5</a:t>
            </a:r>
            <a:r>
              <a:rPr lang="en-US" sz="1000" noProof="0" dirty="0">
                <a:solidFill>
                  <a:srgbClr val="A02A93"/>
                </a:solidFill>
              </a:rPr>
              <a:t>.S4</a:t>
            </a:r>
            <a:r>
              <a:rPr lang="en-US" sz="1000" noProof="0" dirty="0"/>
              <a:t>=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39B65F-71C1-56AE-2817-62603176E929}"/>
              </a:ext>
            </a:extLst>
          </p:cNvPr>
          <p:cNvSpPr txBox="1"/>
          <p:nvPr/>
        </p:nvSpPr>
        <p:spPr>
          <a:xfrm>
            <a:off x="5871600" y="9145450"/>
            <a:ext cx="6228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W13.S5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W14.S5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W15.S5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F42F3C-98AA-0E3C-D021-5AA5325CFF57}"/>
              </a:ext>
            </a:extLst>
          </p:cNvPr>
          <p:cNvSpPr txBox="1"/>
          <p:nvPr/>
        </p:nvSpPr>
        <p:spPr>
          <a:xfrm>
            <a:off x="5457600" y="9253210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R5.S5</a:t>
            </a:r>
            <a:r>
              <a:rPr lang="en-US" sz="1000" noProof="0" dirty="0"/>
              <a:t>=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63BBEF-9E67-0273-5E0A-BA61614807F8}"/>
              </a:ext>
            </a:extLst>
          </p:cNvPr>
          <p:cNvSpPr txBox="1"/>
          <p:nvPr/>
        </p:nvSpPr>
        <p:spPr>
          <a:xfrm>
            <a:off x="6019851" y="675822"/>
            <a:ext cx="55607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13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1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7E5831C-E5C2-0469-45B7-4C2EF9D026F9}"/>
              </a:ext>
            </a:extLst>
          </p:cNvPr>
          <p:cNvSpPr/>
          <p:nvPr/>
        </p:nvSpPr>
        <p:spPr>
          <a:xfrm>
            <a:off x="6536342" y="760658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165CD5-14C5-1707-9018-C08B5D338D12}"/>
              </a:ext>
            </a:extLst>
          </p:cNvPr>
          <p:cNvSpPr txBox="1"/>
          <p:nvPr/>
        </p:nvSpPr>
        <p:spPr>
          <a:xfrm>
            <a:off x="6019200" y="1106105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13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2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25AB88-9D29-67F8-4E68-8301280190DC}"/>
              </a:ext>
            </a:extLst>
          </p:cNvPr>
          <p:cNvSpPr/>
          <p:nvPr/>
        </p:nvSpPr>
        <p:spPr>
          <a:xfrm>
            <a:off x="6537600" y="1190941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95BDF9-DC0C-6284-E310-17951F685E8D}"/>
              </a:ext>
            </a:extLst>
          </p:cNvPr>
          <p:cNvSpPr txBox="1"/>
          <p:nvPr/>
        </p:nvSpPr>
        <p:spPr>
          <a:xfrm>
            <a:off x="6019852" y="1526116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13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3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98E06C9-1170-0F4D-6013-7EDC6364A134}"/>
              </a:ext>
            </a:extLst>
          </p:cNvPr>
          <p:cNvSpPr/>
          <p:nvPr/>
        </p:nvSpPr>
        <p:spPr>
          <a:xfrm>
            <a:off x="6536343" y="1610952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D6443F-E47D-D7DE-78F1-C99D029090CE}"/>
              </a:ext>
            </a:extLst>
          </p:cNvPr>
          <p:cNvSpPr txBox="1"/>
          <p:nvPr/>
        </p:nvSpPr>
        <p:spPr>
          <a:xfrm>
            <a:off x="6019200" y="1956399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13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4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6525FDF-8C3F-7D6A-6926-0B9A4F843B96}"/>
              </a:ext>
            </a:extLst>
          </p:cNvPr>
          <p:cNvSpPr/>
          <p:nvPr/>
        </p:nvSpPr>
        <p:spPr>
          <a:xfrm>
            <a:off x="6537600" y="2041235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5CBA6A-691B-4A11-FB31-9038CD31492D}"/>
              </a:ext>
            </a:extLst>
          </p:cNvPr>
          <p:cNvSpPr txBox="1"/>
          <p:nvPr/>
        </p:nvSpPr>
        <p:spPr>
          <a:xfrm>
            <a:off x="6019200" y="2376955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13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5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7539E13-CA68-322E-BBB4-198AC0BB287E}"/>
              </a:ext>
            </a:extLst>
          </p:cNvPr>
          <p:cNvSpPr/>
          <p:nvPr/>
        </p:nvSpPr>
        <p:spPr>
          <a:xfrm>
            <a:off x="6537600" y="2461791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7C65436-37DE-AE14-82E4-FB8476D863F0}"/>
              </a:ext>
            </a:extLst>
          </p:cNvPr>
          <p:cNvSpPr txBox="1"/>
          <p:nvPr/>
        </p:nvSpPr>
        <p:spPr>
          <a:xfrm>
            <a:off x="6019200" y="2950804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14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1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AE3135D-FDF3-B506-1121-F956971A0CE5}"/>
              </a:ext>
            </a:extLst>
          </p:cNvPr>
          <p:cNvSpPr/>
          <p:nvPr/>
        </p:nvSpPr>
        <p:spPr>
          <a:xfrm>
            <a:off x="6537600" y="3035640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52B2811-77D9-B9A8-95F7-357E7235DE4D}"/>
              </a:ext>
            </a:extLst>
          </p:cNvPr>
          <p:cNvSpPr txBox="1"/>
          <p:nvPr/>
        </p:nvSpPr>
        <p:spPr>
          <a:xfrm>
            <a:off x="6019200" y="3381087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14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2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5CFDEC4-2158-09DC-986E-96B8A0A419F9}"/>
              </a:ext>
            </a:extLst>
          </p:cNvPr>
          <p:cNvSpPr/>
          <p:nvPr/>
        </p:nvSpPr>
        <p:spPr>
          <a:xfrm>
            <a:off x="6537600" y="3465923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FE143CE-D57F-1A81-E933-AF3179F8A3A1}"/>
              </a:ext>
            </a:extLst>
          </p:cNvPr>
          <p:cNvSpPr txBox="1"/>
          <p:nvPr/>
        </p:nvSpPr>
        <p:spPr>
          <a:xfrm>
            <a:off x="6019200" y="3801098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14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3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258EDD2-0FA2-F3DC-2A93-1CFBDF8F9EC4}"/>
              </a:ext>
            </a:extLst>
          </p:cNvPr>
          <p:cNvSpPr/>
          <p:nvPr/>
        </p:nvSpPr>
        <p:spPr>
          <a:xfrm>
            <a:off x="6537600" y="3885934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EDD03A0-9731-B11B-8CB9-FADFA97F81CC}"/>
              </a:ext>
            </a:extLst>
          </p:cNvPr>
          <p:cNvSpPr txBox="1"/>
          <p:nvPr/>
        </p:nvSpPr>
        <p:spPr>
          <a:xfrm>
            <a:off x="6019200" y="4231381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14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4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2BC6ED4-C3B7-2362-28A3-874DDFF42CD1}"/>
              </a:ext>
            </a:extLst>
          </p:cNvPr>
          <p:cNvSpPr/>
          <p:nvPr/>
        </p:nvSpPr>
        <p:spPr>
          <a:xfrm>
            <a:off x="6537600" y="4316217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074A54D-18B1-E57D-90A1-5CE905BC23A0}"/>
              </a:ext>
            </a:extLst>
          </p:cNvPr>
          <p:cNvSpPr txBox="1"/>
          <p:nvPr/>
        </p:nvSpPr>
        <p:spPr>
          <a:xfrm>
            <a:off x="6019200" y="4651937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14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5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6F4CEEC-B02A-27AD-623E-A7BE9EFFAB17}"/>
              </a:ext>
            </a:extLst>
          </p:cNvPr>
          <p:cNvSpPr/>
          <p:nvPr/>
        </p:nvSpPr>
        <p:spPr>
          <a:xfrm>
            <a:off x="6537600" y="4735450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DEAEAEA-9682-21C7-772B-CB87459657D5}"/>
              </a:ext>
            </a:extLst>
          </p:cNvPr>
          <p:cNvSpPr txBox="1"/>
          <p:nvPr/>
        </p:nvSpPr>
        <p:spPr>
          <a:xfrm>
            <a:off x="6018565" y="5222288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15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1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D211E97-3F6D-185B-B8DD-6EC3E7B37F42}"/>
              </a:ext>
            </a:extLst>
          </p:cNvPr>
          <p:cNvSpPr/>
          <p:nvPr/>
        </p:nvSpPr>
        <p:spPr>
          <a:xfrm>
            <a:off x="6537600" y="5307124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AD2342F-CD4D-3A89-9F45-BBC2AFEACA65}"/>
              </a:ext>
            </a:extLst>
          </p:cNvPr>
          <p:cNvSpPr txBox="1"/>
          <p:nvPr/>
        </p:nvSpPr>
        <p:spPr>
          <a:xfrm>
            <a:off x="6019200" y="5652571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15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2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C05880F-4ECC-7788-35C1-7F47D60B6E68}"/>
              </a:ext>
            </a:extLst>
          </p:cNvPr>
          <p:cNvSpPr/>
          <p:nvPr/>
        </p:nvSpPr>
        <p:spPr>
          <a:xfrm>
            <a:off x="6538659" y="5737407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5395D45-59B0-6A7B-387A-F02B967E5B22}"/>
              </a:ext>
            </a:extLst>
          </p:cNvPr>
          <p:cNvSpPr txBox="1"/>
          <p:nvPr/>
        </p:nvSpPr>
        <p:spPr>
          <a:xfrm>
            <a:off x="6018566" y="6072582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15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3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46FE4C9-4F25-E7C5-55DC-55970B2651EF}"/>
              </a:ext>
            </a:extLst>
          </p:cNvPr>
          <p:cNvSpPr/>
          <p:nvPr/>
        </p:nvSpPr>
        <p:spPr>
          <a:xfrm>
            <a:off x="6537600" y="6157450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F7F74E8-09F2-B569-7C94-0472FD51B252}"/>
              </a:ext>
            </a:extLst>
          </p:cNvPr>
          <p:cNvSpPr txBox="1"/>
          <p:nvPr/>
        </p:nvSpPr>
        <p:spPr>
          <a:xfrm>
            <a:off x="6019200" y="6502865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15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4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1163581-EAEA-60E2-86FE-D0034816D337}"/>
              </a:ext>
            </a:extLst>
          </p:cNvPr>
          <p:cNvSpPr/>
          <p:nvPr/>
        </p:nvSpPr>
        <p:spPr>
          <a:xfrm>
            <a:off x="6538660" y="6587701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F71FE21-DD40-20AD-96B1-94033091E54A}"/>
              </a:ext>
            </a:extLst>
          </p:cNvPr>
          <p:cNvSpPr txBox="1"/>
          <p:nvPr/>
        </p:nvSpPr>
        <p:spPr>
          <a:xfrm>
            <a:off x="6019200" y="6923421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15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5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E1C2FCA-ADE7-2D35-842E-0B06566FE0B6}"/>
              </a:ext>
            </a:extLst>
          </p:cNvPr>
          <p:cNvSpPr/>
          <p:nvPr/>
        </p:nvSpPr>
        <p:spPr>
          <a:xfrm>
            <a:off x="6538661" y="7008257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481" y="141553"/>
            <a:ext cx="544198" cy="544198"/>
          </a:xfrm>
          <a:prstGeom prst="rect">
            <a:avLst/>
          </a:prstGeom>
          <a:noFill/>
        </p:spPr>
      </p:pic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CB0BBF29-A53B-6DD1-5960-6BBB923A28D7}"/>
              </a:ext>
            </a:extLst>
          </p:cNvPr>
          <p:cNvCxnSpPr>
            <a:cxnSpLocks/>
            <a:stCxn id="70" idx="1"/>
            <a:endCxn id="74" idx="1"/>
          </p:cNvCxnSpPr>
          <p:nvPr/>
        </p:nvCxnSpPr>
        <p:spPr>
          <a:xfrm rot="10800000" flipV="1">
            <a:off x="361170" y="835325"/>
            <a:ext cx="2" cy="1701992"/>
          </a:xfrm>
          <a:prstGeom prst="bentConnector3">
            <a:avLst>
              <a:gd name="adj1" fmla="val 11430100000"/>
            </a:avLst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9996377-DDB0-C0B6-E4E1-0651C308CD34}"/>
              </a:ext>
            </a:extLst>
          </p:cNvPr>
          <p:cNvSpPr txBox="1">
            <a:spLocks/>
          </p:cNvSpPr>
          <p:nvPr/>
        </p:nvSpPr>
        <p:spPr>
          <a:xfrm rot="16200000">
            <a:off x="-253419" y="156321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copy     to      all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FB3F566E-7899-B3E7-F9A0-7DAFD414E3AC}"/>
              </a:ext>
            </a:extLst>
          </p:cNvPr>
          <p:cNvCxnSpPr>
            <a:cxnSpLocks/>
            <a:stCxn id="540" idx="1"/>
            <a:endCxn id="544" idx="1"/>
          </p:cNvCxnSpPr>
          <p:nvPr/>
        </p:nvCxnSpPr>
        <p:spPr>
          <a:xfrm rot="10800000" flipV="1">
            <a:off x="356337" y="3108474"/>
            <a:ext cx="2" cy="1701992"/>
          </a:xfrm>
          <a:prstGeom prst="bentConnector3">
            <a:avLst>
              <a:gd name="adj1" fmla="val 11430100000"/>
            </a:avLst>
          </a:prstGeom>
          <a:ln w="9525">
            <a:solidFill>
              <a:srgbClr val="0F9ED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2BEE9059-2B0B-39F6-8048-B034D64AD84F}"/>
              </a:ext>
            </a:extLst>
          </p:cNvPr>
          <p:cNvSpPr txBox="1">
            <a:spLocks/>
          </p:cNvSpPr>
          <p:nvPr/>
        </p:nvSpPr>
        <p:spPr>
          <a:xfrm rot="16200000">
            <a:off x="-258254" y="3838816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copy     to      all</a:t>
            </a:r>
          </a:p>
        </p:txBody>
      </p: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766EC15C-032C-EB69-1464-F2FF02F71645}"/>
              </a:ext>
            </a:extLst>
          </p:cNvPr>
          <p:cNvCxnSpPr>
            <a:cxnSpLocks/>
            <a:stCxn id="601" idx="1"/>
            <a:endCxn id="605" idx="1"/>
          </p:cNvCxnSpPr>
          <p:nvPr/>
        </p:nvCxnSpPr>
        <p:spPr>
          <a:xfrm rot="10800000" flipV="1">
            <a:off x="360075" y="5380444"/>
            <a:ext cx="2" cy="1701992"/>
          </a:xfrm>
          <a:prstGeom prst="bentConnector3">
            <a:avLst>
              <a:gd name="adj1" fmla="val 11430100000"/>
            </a:avLst>
          </a:prstGeom>
          <a:ln w="9525">
            <a:solidFill>
              <a:srgbClr val="4EA72E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8C7DDE54-68EC-FC6A-A1E8-E77063C1134E}"/>
              </a:ext>
            </a:extLst>
          </p:cNvPr>
          <p:cNvSpPr txBox="1">
            <a:spLocks/>
          </p:cNvSpPr>
          <p:nvPr/>
        </p:nvSpPr>
        <p:spPr>
          <a:xfrm rot="16200000">
            <a:off x="-258252" y="6113948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copy     to      all</a:t>
            </a:r>
          </a:p>
        </p:txBody>
      </p: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DF333819-92C5-6152-3260-2A0F38010E0C}"/>
              </a:ext>
            </a:extLst>
          </p:cNvPr>
          <p:cNvCxnSpPr>
            <a:cxnSpLocks/>
            <a:stCxn id="357" idx="1"/>
            <a:endCxn id="361" idx="1"/>
          </p:cNvCxnSpPr>
          <p:nvPr/>
        </p:nvCxnSpPr>
        <p:spPr>
          <a:xfrm rot="10800000" flipV="1">
            <a:off x="356339" y="7664368"/>
            <a:ext cx="2" cy="1701992"/>
          </a:xfrm>
          <a:prstGeom prst="bentConnector3">
            <a:avLst>
              <a:gd name="adj1" fmla="val 11430100000"/>
            </a:avLst>
          </a:prstGeom>
          <a:ln w="9525">
            <a:solidFill>
              <a:srgbClr val="A02A93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56DD3FE2-3A48-7ADF-BDEF-FF35E11A4606}"/>
              </a:ext>
            </a:extLst>
          </p:cNvPr>
          <p:cNvSpPr txBox="1">
            <a:spLocks/>
          </p:cNvSpPr>
          <p:nvPr/>
        </p:nvSpPr>
        <p:spPr>
          <a:xfrm rot="16200000">
            <a:off x="-258255" y="8392254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copy     to      all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B3B773-A6E8-D7A7-4A30-9F5494F29C5F}"/>
              </a:ext>
            </a:extLst>
          </p:cNvPr>
          <p:cNvSpPr txBox="1"/>
          <p:nvPr/>
        </p:nvSpPr>
        <p:spPr>
          <a:xfrm>
            <a:off x="234965" y="88449"/>
            <a:ext cx="5696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Manua</a:t>
            </a:r>
            <a:r>
              <a:rPr lang="en-US" dirty="0"/>
              <a:t>l Sharing 3-of-5 24 words – Page 06</a:t>
            </a:r>
            <a:endParaRPr lang="en-US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80749A-EA19-4098-EC59-C8797066063B}"/>
              </a:ext>
            </a:extLst>
          </p:cNvPr>
          <p:cNvSpPr txBox="1"/>
          <p:nvPr/>
        </p:nvSpPr>
        <p:spPr>
          <a:xfrm>
            <a:off x="251727" y="339889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</a:t>
            </a:r>
            <a:r>
              <a:rPr lang="en-US" sz="800" b="1" dirty="0"/>
              <a:t>Mod</a:t>
            </a:r>
            <a:r>
              <a:rPr lang="en-US" sz="800" dirty="0"/>
              <a:t>, divide by 2053, subtract the number before the dot, multiply the result by 2053. Roud the result.</a:t>
            </a:r>
            <a:endParaRPr lang="en-US" sz="600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A2753E-936D-E2E2-CEB1-C91C06072FB8}"/>
              </a:ext>
            </a:extLst>
          </p:cNvPr>
          <p:cNvSpPr/>
          <p:nvPr/>
        </p:nvSpPr>
        <p:spPr>
          <a:xfrm>
            <a:off x="6612825" y="7529518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98DE280-DB24-1612-C54E-BB4264E90B3B}"/>
              </a:ext>
            </a:extLst>
          </p:cNvPr>
          <p:cNvSpPr/>
          <p:nvPr/>
        </p:nvSpPr>
        <p:spPr>
          <a:xfrm>
            <a:off x="6612825" y="7690718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2AE8142-9E86-3683-E8FF-8EDC23130A45}"/>
              </a:ext>
            </a:extLst>
          </p:cNvPr>
          <p:cNvSpPr/>
          <p:nvPr/>
        </p:nvSpPr>
        <p:spPr>
          <a:xfrm>
            <a:off x="6611922" y="79538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16C6D7B-C39A-B56D-20BB-2D187BFBB0F1}"/>
              </a:ext>
            </a:extLst>
          </p:cNvPr>
          <p:cNvSpPr/>
          <p:nvPr/>
        </p:nvSpPr>
        <p:spPr>
          <a:xfrm>
            <a:off x="6611922" y="81122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ED0957D-29CD-6D27-B907-E0F68DB7BED0}"/>
              </a:ext>
            </a:extLst>
          </p:cNvPr>
          <p:cNvSpPr/>
          <p:nvPr/>
        </p:nvSpPr>
        <p:spPr>
          <a:xfrm>
            <a:off x="6611922" y="83822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9493071-82F4-0C8F-B1FB-BA938B86F5F1}"/>
              </a:ext>
            </a:extLst>
          </p:cNvPr>
          <p:cNvSpPr/>
          <p:nvPr/>
        </p:nvSpPr>
        <p:spPr>
          <a:xfrm>
            <a:off x="6611922" y="85442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C58F00E-06DA-9243-D9C5-C637E0DB91CC}"/>
              </a:ext>
            </a:extLst>
          </p:cNvPr>
          <p:cNvSpPr/>
          <p:nvPr/>
        </p:nvSpPr>
        <p:spPr>
          <a:xfrm>
            <a:off x="6611922" y="88070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9A97740-4E3A-2EB6-84AF-EB5F11B9EA24}"/>
              </a:ext>
            </a:extLst>
          </p:cNvPr>
          <p:cNvSpPr/>
          <p:nvPr/>
        </p:nvSpPr>
        <p:spPr>
          <a:xfrm>
            <a:off x="6611922" y="89690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1002719-4904-CF61-E9BC-DBA1D1510FE0}"/>
              </a:ext>
            </a:extLst>
          </p:cNvPr>
          <p:cNvSpPr txBox="1"/>
          <p:nvPr/>
        </p:nvSpPr>
        <p:spPr>
          <a:xfrm>
            <a:off x="6234291" y="9386574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+5</a:t>
            </a:r>
            <a:r>
              <a:rPr lang="en-US" sz="600" noProof="0" dirty="0"/>
              <a:t> Mod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DEDB6F9E-5C4B-9742-571C-15E8A4C1728D}"/>
              </a:ext>
            </a:extLst>
          </p:cNvPr>
          <p:cNvSpPr/>
          <p:nvPr/>
        </p:nvSpPr>
        <p:spPr>
          <a:xfrm>
            <a:off x="6611922" y="92390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90F7224-DE34-4683-D64F-6D881C556CB9}"/>
              </a:ext>
            </a:extLst>
          </p:cNvPr>
          <p:cNvSpPr/>
          <p:nvPr/>
        </p:nvSpPr>
        <p:spPr>
          <a:xfrm>
            <a:off x="6611922" y="93974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C45069E-222D-E200-34AD-9D2AFB978AF9}"/>
              </a:ext>
            </a:extLst>
          </p:cNvPr>
          <p:cNvSpPr txBox="1"/>
          <p:nvPr/>
        </p:nvSpPr>
        <p:spPr>
          <a:xfrm>
            <a:off x="6229962" y="8961407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+5</a:t>
            </a:r>
            <a:r>
              <a:rPr lang="en-US" sz="600" noProof="0" dirty="0"/>
              <a:t> Mod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D02659B-7F52-6057-39E9-4D647CAE52B8}"/>
              </a:ext>
            </a:extLst>
          </p:cNvPr>
          <p:cNvSpPr txBox="1"/>
          <p:nvPr/>
        </p:nvSpPr>
        <p:spPr>
          <a:xfrm>
            <a:off x="6234061" y="8535909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+5</a:t>
            </a:r>
            <a:r>
              <a:rPr lang="en-US" sz="600" noProof="0" dirty="0"/>
              <a:t> Mod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812F25C-6B88-979C-2207-4A561FBC2FCB}"/>
              </a:ext>
            </a:extLst>
          </p:cNvPr>
          <p:cNvSpPr txBox="1"/>
          <p:nvPr/>
        </p:nvSpPr>
        <p:spPr>
          <a:xfrm>
            <a:off x="6232605" y="8108931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+5</a:t>
            </a:r>
            <a:r>
              <a:rPr lang="en-US" sz="600" noProof="0" dirty="0"/>
              <a:t> Mod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CD2E899-6059-22ED-FC98-4B1B242D1D92}"/>
              </a:ext>
            </a:extLst>
          </p:cNvPr>
          <p:cNvSpPr txBox="1"/>
          <p:nvPr/>
        </p:nvSpPr>
        <p:spPr>
          <a:xfrm>
            <a:off x="6232006" y="7680767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+5</a:t>
            </a:r>
            <a:r>
              <a:rPr lang="en-US" sz="600" noProof="0" dirty="0"/>
              <a:t> Mod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C9047E0-877D-6554-F3AA-09E220005C35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</p:spTree>
    <p:extLst>
      <p:ext uri="{BB962C8B-B14F-4D97-AF65-F5344CB8AC3E}">
        <p14:creationId xmlns:p14="http://schemas.microsoft.com/office/powerpoint/2010/main" val="3298741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9DFF0E9-F7EC-9913-670C-80D9EB225A9F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E589BAD-6CA5-CE57-4EB3-FEFE75AD35C2}"/>
              </a:ext>
            </a:extLst>
          </p:cNvPr>
          <p:cNvSpPr/>
          <p:nvPr/>
        </p:nvSpPr>
        <p:spPr>
          <a:xfrm>
            <a:off x="361172" y="655703"/>
            <a:ext cx="722557" cy="359243"/>
          </a:xfrm>
          <a:prstGeom prst="rect">
            <a:avLst/>
          </a:prstGeom>
          <a:noFill/>
          <a:ln w="28575"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ECC5152-78F2-BB28-ACB9-8A7827936D3D}"/>
              </a:ext>
            </a:extLst>
          </p:cNvPr>
          <p:cNvSpPr/>
          <p:nvPr/>
        </p:nvSpPr>
        <p:spPr>
          <a:xfrm>
            <a:off x="361172" y="1081201"/>
            <a:ext cx="72255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1DB28A-873C-56A3-DC1A-BFDBB3EFC4E0}"/>
              </a:ext>
            </a:extLst>
          </p:cNvPr>
          <p:cNvSpPr/>
          <p:nvPr/>
        </p:nvSpPr>
        <p:spPr>
          <a:xfrm>
            <a:off x="361171" y="1506699"/>
            <a:ext cx="72255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E7F73F6-AAD6-2639-1729-78C14C091F9F}"/>
              </a:ext>
            </a:extLst>
          </p:cNvPr>
          <p:cNvSpPr/>
          <p:nvPr/>
        </p:nvSpPr>
        <p:spPr>
          <a:xfrm>
            <a:off x="361170" y="1932197"/>
            <a:ext cx="72255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C3B6D45-32F3-1224-392B-8EE14CBD222B}"/>
              </a:ext>
            </a:extLst>
          </p:cNvPr>
          <p:cNvSpPr/>
          <p:nvPr/>
        </p:nvSpPr>
        <p:spPr>
          <a:xfrm>
            <a:off x="361170" y="2357695"/>
            <a:ext cx="72255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5427A5-A424-7CEC-38FE-3522D7D0ECD6}"/>
              </a:ext>
            </a:extLst>
          </p:cNvPr>
          <p:cNvSpPr txBox="1"/>
          <p:nvPr/>
        </p:nvSpPr>
        <p:spPr>
          <a:xfrm>
            <a:off x="352750" y="459581"/>
            <a:ext cx="787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W16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36FE7E6-1085-427A-2A06-1655A56B683B}"/>
              </a:ext>
            </a:extLst>
          </p:cNvPr>
          <p:cNvSpPr txBox="1"/>
          <p:nvPr/>
        </p:nvSpPr>
        <p:spPr>
          <a:xfrm>
            <a:off x="1778738" y="459574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W16.R1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DA1DA7C-AE1D-E424-C375-A3FD894B28AD}"/>
              </a:ext>
            </a:extLst>
          </p:cNvPr>
          <p:cNvSpPr/>
          <p:nvPr/>
        </p:nvSpPr>
        <p:spPr>
          <a:xfrm>
            <a:off x="1853139" y="655703"/>
            <a:ext cx="864539" cy="359243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43B58ED-9148-D208-3AB6-3330491BB764}"/>
              </a:ext>
            </a:extLst>
          </p:cNvPr>
          <p:cNvSpPr/>
          <p:nvPr/>
        </p:nvSpPr>
        <p:spPr>
          <a:xfrm>
            <a:off x="1853139" y="1081201"/>
            <a:ext cx="87164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68A0CAB-554C-3B7C-3870-3C3D61A5A51B}"/>
              </a:ext>
            </a:extLst>
          </p:cNvPr>
          <p:cNvSpPr/>
          <p:nvPr/>
        </p:nvSpPr>
        <p:spPr>
          <a:xfrm>
            <a:off x="1853137" y="1506699"/>
            <a:ext cx="871649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4678211-6344-0DC3-9344-410804AADEF6}"/>
              </a:ext>
            </a:extLst>
          </p:cNvPr>
          <p:cNvSpPr/>
          <p:nvPr/>
        </p:nvSpPr>
        <p:spPr>
          <a:xfrm>
            <a:off x="1853137" y="1932197"/>
            <a:ext cx="87165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D67C32B-19E8-9DB0-3EE0-741734D5B756}"/>
              </a:ext>
            </a:extLst>
          </p:cNvPr>
          <p:cNvSpPr/>
          <p:nvPr/>
        </p:nvSpPr>
        <p:spPr>
          <a:xfrm>
            <a:off x="1853137" y="2357695"/>
            <a:ext cx="87165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07" name="Elbow Connector 106">
            <a:extLst>
              <a:ext uri="{FF2B5EF4-FFF2-40B4-BE49-F238E27FC236}">
                <a16:creationId xmlns:a16="http://schemas.microsoft.com/office/drawing/2014/main" id="{38A37EB7-D810-2013-70C0-E77522E1920F}"/>
              </a:ext>
            </a:extLst>
          </p:cNvPr>
          <p:cNvCxnSpPr>
            <a:cxnSpLocks/>
            <a:stCxn id="98" idx="1"/>
            <a:endCxn id="99" idx="1"/>
          </p:cNvCxnSpPr>
          <p:nvPr/>
        </p:nvCxnSpPr>
        <p:spPr>
          <a:xfrm rot="10800000" flipV="1">
            <a:off x="1853139" y="835325"/>
            <a:ext cx="12700" cy="425498"/>
          </a:xfrm>
          <a:prstGeom prst="bentConnector3">
            <a:avLst>
              <a:gd name="adj1" fmla="val 2433803"/>
            </a:avLst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A2EE057D-4A92-B978-FBD3-79210A8A0999}"/>
              </a:ext>
            </a:extLst>
          </p:cNvPr>
          <p:cNvSpPr txBox="1">
            <a:spLocks/>
          </p:cNvSpPr>
          <p:nvPr/>
        </p:nvSpPr>
        <p:spPr>
          <a:xfrm>
            <a:off x="1531414" y="1026248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x2</a:t>
            </a:r>
          </a:p>
        </p:txBody>
      </p:sp>
      <p:cxnSp>
        <p:nvCxnSpPr>
          <p:cNvPr id="127" name="Elbow Connector 126">
            <a:extLst>
              <a:ext uri="{FF2B5EF4-FFF2-40B4-BE49-F238E27FC236}">
                <a16:creationId xmlns:a16="http://schemas.microsoft.com/office/drawing/2014/main" id="{A37D2884-8CE8-B6A2-C999-BFF69C835309}"/>
              </a:ext>
            </a:extLst>
          </p:cNvPr>
          <p:cNvCxnSpPr>
            <a:cxnSpLocks/>
            <a:endCxn id="100" idx="1"/>
          </p:cNvCxnSpPr>
          <p:nvPr/>
        </p:nvCxnSpPr>
        <p:spPr>
          <a:xfrm rot="16200000" flipH="1">
            <a:off x="1245976" y="1079160"/>
            <a:ext cx="850996" cy="363326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3" name="Elbow Connector 142">
            <a:extLst>
              <a:ext uri="{FF2B5EF4-FFF2-40B4-BE49-F238E27FC236}">
                <a16:creationId xmlns:a16="http://schemas.microsoft.com/office/drawing/2014/main" id="{56528FDA-29B2-E883-11D0-0A9E15EEE0D3}"/>
              </a:ext>
            </a:extLst>
          </p:cNvPr>
          <p:cNvCxnSpPr>
            <a:cxnSpLocks/>
            <a:endCxn id="101" idx="1"/>
          </p:cNvCxnSpPr>
          <p:nvPr/>
        </p:nvCxnSpPr>
        <p:spPr>
          <a:xfrm rot="16200000" flipH="1">
            <a:off x="995955" y="1254637"/>
            <a:ext cx="1276498" cy="437866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6" name="Elbow Connector 145">
            <a:extLst>
              <a:ext uri="{FF2B5EF4-FFF2-40B4-BE49-F238E27FC236}">
                <a16:creationId xmlns:a16="http://schemas.microsoft.com/office/drawing/2014/main" id="{E32F9306-73EA-D59E-F2E8-F5D4A91854C3}"/>
              </a:ext>
            </a:extLst>
          </p:cNvPr>
          <p:cNvCxnSpPr>
            <a:cxnSpLocks/>
            <a:endCxn id="102" idx="1"/>
          </p:cNvCxnSpPr>
          <p:nvPr/>
        </p:nvCxnSpPr>
        <p:spPr>
          <a:xfrm rot="16200000" flipH="1">
            <a:off x="747680" y="1431860"/>
            <a:ext cx="1701996" cy="508918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8150B952-A39E-CE02-52FE-54B74407763E}"/>
              </a:ext>
            </a:extLst>
          </p:cNvPr>
          <p:cNvSpPr txBox="1"/>
          <p:nvPr/>
        </p:nvSpPr>
        <p:spPr>
          <a:xfrm>
            <a:off x="1516624" y="1459701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x3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6785F86-F02B-4674-8381-982C69009EDE}"/>
              </a:ext>
            </a:extLst>
          </p:cNvPr>
          <p:cNvSpPr txBox="1"/>
          <p:nvPr/>
        </p:nvSpPr>
        <p:spPr>
          <a:xfrm>
            <a:off x="1516623" y="1883880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x4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3C2941E-AB1E-435C-0921-9CC9B2607FB9}"/>
              </a:ext>
            </a:extLst>
          </p:cNvPr>
          <p:cNvSpPr txBox="1"/>
          <p:nvPr/>
        </p:nvSpPr>
        <p:spPr>
          <a:xfrm>
            <a:off x="1501836" y="230900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x5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E3DA89C9-039D-9139-510B-E8E90637F0CF}"/>
              </a:ext>
            </a:extLst>
          </p:cNvPr>
          <p:cNvCxnSpPr>
            <a:cxnSpLocks/>
          </p:cNvCxnSpPr>
          <p:nvPr/>
        </p:nvCxnSpPr>
        <p:spPr>
          <a:xfrm>
            <a:off x="1334839" y="835320"/>
            <a:ext cx="254357" cy="0"/>
          </a:xfrm>
          <a:prstGeom prst="line">
            <a:avLst/>
          </a:prstGeom>
          <a:ln w="9525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D12601B4-DBB3-7B90-8DE2-6D25B5FB13C2}"/>
              </a:ext>
            </a:extLst>
          </p:cNvPr>
          <p:cNvSpPr txBox="1"/>
          <p:nvPr/>
        </p:nvSpPr>
        <p:spPr>
          <a:xfrm>
            <a:off x="2710148" y="65065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1B77402-C76B-7AAF-7631-515855822687}"/>
              </a:ext>
            </a:extLst>
          </p:cNvPr>
          <p:cNvSpPr txBox="1"/>
          <p:nvPr/>
        </p:nvSpPr>
        <p:spPr>
          <a:xfrm>
            <a:off x="3422967" y="459572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W16.R2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9E63A247-552E-5251-51CA-CEE16EDE8C42}"/>
              </a:ext>
            </a:extLst>
          </p:cNvPr>
          <p:cNvSpPr/>
          <p:nvPr/>
        </p:nvSpPr>
        <p:spPr>
          <a:xfrm>
            <a:off x="3486132" y="661960"/>
            <a:ext cx="864539" cy="359243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67DCBC86-D289-4707-8579-52172AA43F61}"/>
              </a:ext>
            </a:extLst>
          </p:cNvPr>
          <p:cNvSpPr/>
          <p:nvPr/>
        </p:nvSpPr>
        <p:spPr>
          <a:xfrm>
            <a:off x="3486132" y="1087458"/>
            <a:ext cx="87164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389C63D7-F522-A0FB-2A0C-0A7069D0AFA3}"/>
              </a:ext>
            </a:extLst>
          </p:cNvPr>
          <p:cNvSpPr/>
          <p:nvPr/>
        </p:nvSpPr>
        <p:spPr>
          <a:xfrm>
            <a:off x="3486130" y="1512956"/>
            <a:ext cx="871649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591095F6-CEAC-35A9-BE12-04A80C846E22}"/>
              </a:ext>
            </a:extLst>
          </p:cNvPr>
          <p:cNvSpPr/>
          <p:nvPr/>
        </p:nvSpPr>
        <p:spPr>
          <a:xfrm>
            <a:off x="3486130" y="1938454"/>
            <a:ext cx="87165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7CAA567C-725D-E8D5-561E-93455C328763}"/>
              </a:ext>
            </a:extLst>
          </p:cNvPr>
          <p:cNvSpPr/>
          <p:nvPr/>
        </p:nvSpPr>
        <p:spPr>
          <a:xfrm>
            <a:off x="3486130" y="2363952"/>
            <a:ext cx="87165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2" name="Elbow Connector 181">
            <a:extLst>
              <a:ext uri="{FF2B5EF4-FFF2-40B4-BE49-F238E27FC236}">
                <a16:creationId xmlns:a16="http://schemas.microsoft.com/office/drawing/2014/main" id="{7DF6FD0D-2E72-9C20-4798-089EA77E9461}"/>
              </a:ext>
            </a:extLst>
          </p:cNvPr>
          <p:cNvCxnSpPr>
            <a:cxnSpLocks/>
            <a:stCxn id="177" idx="1"/>
            <a:endCxn id="178" idx="1"/>
          </p:cNvCxnSpPr>
          <p:nvPr/>
        </p:nvCxnSpPr>
        <p:spPr>
          <a:xfrm rot="10800000" flipV="1">
            <a:off x="3486132" y="841582"/>
            <a:ext cx="12700" cy="425498"/>
          </a:xfrm>
          <a:prstGeom prst="bentConnector3">
            <a:avLst>
              <a:gd name="adj1" fmla="val 2433803"/>
            </a:avLst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3992E111-57A8-3032-C17A-DF533A65DEBD}"/>
              </a:ext>
            </a:extLst>
          </p:cNvPr>
          <p:cNvSpPr txBox="1">
            <a:spLocks/>
          </p:cNvSpPr>
          <p:nvPr/>
        </p:nvSpPr>
        <p:spPr>
          <a:xfrm>
            <a:off x="3164407" y="1032505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x4</a:t>
            </a:r>
          </a:p>
        </p:txBody>
      </p:sp>
      <p:cxnSp>
        <p:nvCxnSpPr>
          <p:cNvPr id="184" name="Elbow Connector 183">
            <a:extLst>
              <a:ext uri="{FF2B5EF4-FFF2-40B4-BE49-F238E27FC236}">
                <a16:creationId xmlns:a16="http://schemas.microsoft.com/office/drawing/2014/main" id="{55CFE194-F918-5C62-9497-FA14B921A3C4}"/>
              </a:ext>
            </a:extLst>
          </p:cNvPr>
          <p:cNvCxnSpPr>
            <a:cxnSpLocks/>
            <a:endCxn id="179" idx="1"/>
          </p:cNvCxnSpPr>
          <p:nvPr/>
        </p:nvCxnSpPr>
        <p:spPr>
          <a:xfrm rot="16200000" flipH="1">
            <a:off x="2878969" y="1085417"/>
            <a:ext cx="850996" cy="363326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5" name="Elbow Connector 184">
            <a:extLst>
              <a:ext uri="{FF2B5EF4-FFF2-40B4-BE49-F238E27FC236}">
                <a16:creationId xmlns:a16="http://schemas.microsoft.com/office/drawing/2014/main" id="{AF0CDE28-E6A9-1FF6-5B1B-0D7C421868B5}"/>
              </a:ext>
            </a:extLst>
          </p:cNvPr>
          <p:cNvCxnSpPr>
            <a:cxnSpLocks/>
            <a:endCxn id="180" idx="1"/>
          </p:cNvCxnSpPr>
          <p:nvPr/>
        </p:nvCxnSpPr>
        <p:spPr>
          <a:xfrm rot="16200000" flipH="1">
            <a:off x="2628948" y="1260894"/>
            <a:ext cx="1276498" cy="437866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6" name="Elbow Connector 185">
            <a:extLst>
              <a:ext uri="{FF2B5EF4-FFF2-40B4-BE49-F238E27FC236}">
                <a16:creationId xmlns:a16="http://schemas.microsoft.com/office/drawing/2014/main" id="{C18B9EDD-2A67-5EE5-CC44-31E2F5E0B469}"/>
              </a:ext>
            </a:extLst>
          </p:cNvPr>
          <p:cNvCxnSpPr>
            <a:cxnSpLocks/>
            <a:endCxn id="181" idx="1"/>
          </p:cNvCxnSpPr>
          <p:nvPr/>
        </p:nvCxnSpPr>
        <p:spPr>
          <a:xfrm rot="16200000" flipH="1">
            <a:off x="2380673" y="1438117"/>
            <a:ext cx="1701996" cy="508918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DF285E21-86A0-0FA2-E26E-F64D7B7356B8}"/>
              </a:ext>
            </a:extLst>
          </p:cNvPr>
          <p:cNvSpPr txBox="1"/>
          <p:nvPr/>
        </p:nvSpPr>
        <p:spPr>
          <a:xfrm>
            <a:off x="3149617" y="1465958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x9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1B06B6BA-EA11-8B95-0ABC-FF8242405ADB}"/>
              </a:ext>
            </a:extLst>
          </p:cNvPr>
          <p:cNvSpPr txBox="1"/>
          <p:nvPr/>
        </p:nvSpPr>
        <p:spPr>
          <a:xfrm>
            <a:off x="3115151" y="1890137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x16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695C1BDD-BE8E-2F9F-DF7F-C6C93526412A}"/>
              </a:ext>
            </a:extLst>
          </p:cNvPr>
          <p:cNvSpPr txBox="1"/>
          <p:nvPr/>
        </p:nvSpPr>
        <p:spPr>
          <a:xfrm>
            <a:off x="3100364" y="2315264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x25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252E1DF-BDBD-D32F-F8D5-9BA70920366B}"/>
              </a:ext>
            </a:extLst>
          </p:cNvPr>
          <p:cNvCxnSpPr>
            <a:cxnSpLocks/>
          </p:cNvCxnSpPr>
          <p:nvPr/>
        </p:nvCxnSpPr>
        <p:spPr>
          <a:xfrm>
            <a:off x="2967832" y="841577"/>
            <a:ext cx="254357" cy="0"/>
          </a:xfrm>
          <a:prstGeom prst="line">
            <a:avLst/>
          </a:prstGeom>
          <a:ln w="9525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1BFA5C08-A4A6-85B9-B5A2-F53FA0FF1E81}"/>
              </a:ext>
            </a:extLst>
          </p:cNvPr>
          <p:cNvSpPr txBox="1"/>
          <p:nvPr/>
        </p:nvSpPr>
        <p:spPr>
          <a:xfrm>
            <a:off x="2713368" y="1078059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D9734090-D78F-556D-8E63-8050410465A8}"/>
              </a:ext>
            </a:extLst>
          </p:cNvPr>
          <p:cNvSpPr txBox="1"/>
          <p:nvPr/>
        </p:nvSpPr>
        <p:spPr>
          <a:xfrm>
            <a:off x="2713368" y="149846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10431365-5150-4000-3785-0CAA98453940}"/>
              </a:ext>
            </a:extLst>
          </p:cNvPr>
          <p:cNvSpPr txBox="1"/>
          <p:nvPr/>
        </p:nvSpPr>
        <p:spPr>
          <a:xfrm>
            <a:off x="2713368" y="1930205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30C8F69E-3EB6-7D81-D32F-1270ABEC0DB5}"/>
              </a:ext>
            </a:extLst>
          </p:cNvPr>
          <p:cNvSpPr txBox="1"/>
          <p:nvPr/>
        </p:nvSpPr>
        <p:spPr>
          <a:xfrm>
            <a:off x="2713368" y="2353369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9F77D25A-DA31-9599-F887-C5A6F1AAC8BC}"/>
              </a:ext>
            </a:extLst>
          </p:cNvPr>
          <p:cNvSpPr txBox="1"/>
          <p:nvPr/>
        </p:nvSpPr>
        <p:spPr>
          <a:xfrm>
            <a:off x="1078898" y="65065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BE8ACF3F-6DB2-4D93-3DEE-4EF77EEAC144}"/>
              </a:ext>
            </a:extLst>
          </p:cNvPr>
          <p:cNvSpPr txBox="1"/>
          <p:nvPr/>
        </p:nvSpPr>
        <p:spPr>
          <a:xfrm>
            <a:off x="1082118" y="1078059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9A879-FEB0-132E-EF00-4B8123987BF0}"/>
              </a:ext>
            </a:extLst>
          </p:cNvPr>
          <p:cNvSpPr txBox="1"/>
          <p:nvPr/>
        </p:nvSpPr>
        <p:spPr>
          <a:xfrm>
            <a:off x="1082118" y="149846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1A17ADC3-34C0-42C4-0507-3CDD57BBDDC5}"/>
              </a:ext>
            </a:extLst>
          </p:cNvPr>
          <p:cNvSpPr txBox="1"/>
          <p:nvPr/>
        </p:nvSpPr>
        <p:spPr>
          <a:xfrm>
            <a:off x="1082118" y="1930205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3CE2F034-6E07-44B3-9209-7F38A5C2F2C2}"/>
              </a:ext>
            </a:extLst>
          </p:cNvPr>
          <p:cNvSpPr txBox="1"/>
          <p:nvPr/>
        </p:nvSpPr>
        <p:spPr>
          <a:xfrm>
            <a:off x="1082118" y="2353369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B356EAB5-946C-4455-F225-0EC02DACEBFF}"/>
              </a:ext>
            </a:extLst>
          </p:cNvPr>
          <p:cNvSpPr txBox="1"/>
          <p:nvPr/>
        </p:nvSpPr>
        <p:spPr>
          <a:xfrm>
            <a:off x="4336143" y="712209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4C93D9F2-E36A-ABB9-E5E7-DC48A68A98F7}"/>
              </a:ext>
            </a:extLst>
          </p:cNvPr>
          <p:cNvSpPr txBox="1"/>
          <p:nvPr/>
        </p:nvSpPr>
        <p:spPr>
          <a:xfrm>
            <a:off x="5496858" y="722038"/>
            <a:ext cx="622208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W16.S1</a:t>
            </a: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4BD8ED64-728D-BE40-EC73-0156A083B6A0}"/>
              </a:ext>
            </a:extLst>
          </p:cNvPr>
          <p:cNvSpPr/>
          <p:nvPr/>
        </p:nvSpPr>
        <p:spPr>
          <a:xfrm>
            <a:off x="4802400" y="666249"/>
            <a:ext cx="722557" cy="35924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012A86FD-EB5B-9F20-4250-1B4679FC225F}"/>
              </a:ext>
            </a:extLst>
          </p:cNvPr>
          <p:cNvSpPr/>
          <p:nvPr/>
        </p:nvSpPr>
        <p:spPr>
          <a:xfrm>
            <a:off x="4802400" y="1091747"/>
            <a:ext cx="722557" cy="3592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9FE7CD5B-4221-AB3D-1B6D-60DF4A11731B}"/>
              </a:ext>
            </a:extLst>
          </p:cNvPr>
          <p:cNvSpPr/>
          <p:nvPr/>
        </p:nvSpPr>
        <p:spPr>
          <a:xfrm>
            <a:off x="4802400" y="1517245"/>
            <a:ext cx="722557" cy="359243"/>
          </a:xfrm>
          <a:prstGeom prst="rect">
            <a:avLst/>
          </a:prstGeom>
          <a:noFill/>
          <a:ln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65732AD-8F0C-6D1C-03A6-61AA6B6A8B14}"/>
              </a:ext>
            </a:extLst>
          </p:cNvPr>
          <p:cNvSpPr/>
          <p:nvPr/>
        </p:nvSpPr>
        <p:spPr>
          <a:xfrm>
            <a:off x="4802400" y="1942743"/>
            <a:ext cx="722557" cy="35924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3CA35BE1-B30F-2700-B668-67C55D187785}"/>
              </a:ext>
            </a:extLst>
          </p:cNvPr>
          <p:cNvSpPr/>
          <p:nvPr/>
        </p:nvSpPr>
        <p:spPr>
          <a:xfrm>
            <a:off x="4802400" y="2368241"/>
            <a:ext cx="722557" cy="35924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FA955A86-1554-83A3-3E4A-BA8D714D58A2}"/>
              </a:ext>
            </a:extLst>
          </p:cNvPr>
          <p:cNvSpPr txBox="1"/>
          <p:nvPr/>
        </p:nvSpPr>
        <p:spPr>
          <a:xfrm>
            <a:off x="4340376" y="1139614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0BDB347-53D5-F71B-F55E-53EFFBDE7C06}"/>
              </a:ext>
            </a:extLst>
          </p:cNvPr>
          <p:cNvSpPr txBox="1"/>
          <p:nvPr/>
        </p:nvSpPr>
        <p:spPr>
          <a:xfrm>
            <a:off x="4340835" y="1548593"/>
            <a:ext cx="5229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01550370-E1CA-CC0C-DED3-5B447E072F26}"/>
              </a:ext>
            </a:extLst>
          </p:cNvPr>
          <p:cNvSpPr txBox="1"/>
          <p:nvPr/>
        </p:nvSpPr>
        <p:spPr>
          <a:xfrm>
            <a:off x="4341734" y="1987035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0BAC42F3-4635-03AC-170D-09004E734D16}"/>
              </a:ext>
            </a:extLst>
          </p:cNvPr>
          <p:cNvSpPr txBox="1"/>
          <p:nvPr/>
        </p:nvSpPr>
        <p:spPr>
          <a:xfrm>
            <a:off x="4340087" y="2424818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ED40151D-5759-16FE-6657-23C1782B36D1}"/>
              </a:ext>
            </a:extLst>
          </p:cNvPr>
          <p:cNvSpPr txBox="1"/>
          <p:nvPr/>
        </p:nvSpPr>
        <p:spPr>
          <a:xfrm>
            <a:off x="5496859" y="1148516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W16.S2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699BA70D-0BF3-83C9-98D2-2DCEFF65CDF3}"/>
              </a:ext>
            </a:extLst>
          </p:cNvPr>
          <p:cNvSpPr txBox="1"/>
          <p:nvPr/>
        </p:nvSpPr>
        <p:spPr>
          <a:xfrm>
            <a:off x="5497954" y="1575145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W16.S3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D12F5D04-6EC9-2A6A-A773-789FDC90FC6E}"/>
              </a:ext>
            </a:extLst>
          </p:cNvPr>
          <p:cNvSpPr txBox="1"/>
          <p:nvPr/>
        </p:nvSpPr>
        <p:spPr>
          <a:xfrm>
            <a:off x="5497954" y="2001623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W16.S4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90A39020-C440-51CC-82EB-CCB81123E57C}"/>
              </a:ext>
            </a:extLst>
          </p:cNvPr>
          <p:cNvSpPr txBox="1"/>
          <p:nvPr/>
        </p:nvSpPr>
        <p:spPr>
          <a:xfrm>
            <a:off x="5496859" y="2422671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W16.S5</a:t>
            </a: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5E67941C-EDCC-6EF9-DD80-D21907A2AA65}"/>
              </a:ext>
            </a:extLst>
          </p:cNvPr>
          <p:cNvSpPr/>
          <p:nvPr/>
        </p:nvSpPr>
        <p:spPr>
          <a:xfrm>
            <a:off x="356341" y="7484746"/>
            <a:ext cx="722557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01F4ADEA-ED57-5A96-3ED8-7B74F42F5E7A}"/>
              </a:ext>
            </a:extLst>
          </p:cNvPr>
          <p:cNvSpPr/>
          <p:nvPr/>
        </p:nvSpPr>
        <p:spPr>
          <a:xfrm>
            <a:off x="356341" y="7910244"/>
            <a:ext cx="72255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071B9C17-8ACC-EA57-3956-9361E1551A76}"/>
              </a:ext>
            </a:extLst>
          </p:cNvPr>
          <p:cNvSpPr/>
          <p:nvPr/>
        </p:nvSpPr>
        <p:spPr>
          <a:xfrm>
            <a:off x="356340" y="8335742"/>
            <a:ext cx="72255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E8802721-4777-4CB6-FCB2-941EB4F41A06}"/>
              </a:ext>
            </a:extLst>
          </p:cNvPr>
          <p:cNvSpPr/>
          <p:nvPr/>
        </p:nvSpPr>
        <p:spPr>
          <a:xfrm>
            <a:off x="356339" y="8761240"/>
            <a:ext cx="72255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99C756E2-2422-C889-8E23-F289CEA90548}"/>
              </a:ext>
            </a:extLst>
          </p:cNvPr>
          <p:cNvSpPr/>
          <p:nvPr/>
        </p:nvSpPr>
        <p:spPr>
          <a:xfrm>
            <a:off x="356339" y="9186738"/>
            <a:ext cx="72255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32C6F720-2A71-1231-90F8-922386280EC9}"/>
              </a:ext>
            </a:extLst>
          </p:cNvPr>
          <p:cNvSpPr txBox="1"/>
          <p:nvPr/>
        </p:nvSpPr>
        <p:spPr>
          <a:xfrm>
            <a:off x="41292" y="7288624"/>
            <a:ext cx="13567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W16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W17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W18</a:t>
            </a:r>
            <a:r>
              <a:rPr lang="en-US" sz="1000" b="1" noProof="0" dirty="0"/>
              <a:t>+6</a:t>
            </a:r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80E3F286-41E3-D94B-4784-8C5688B7CC5D}"/>
              </a:ext>
            </a:extLst>
          </p:cNvPr>
          <p:cNvSpPr txBox="1"/>
          <p:nvPr/>
        </p:nvSpPr>
        <p:spPr>
          <a:xfrm>
            <a:off x="1336235" y="7288617"/>
            <a:ext cx="18934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97132"/>
                </a:solidFill>
              </a:rPr>
              <a:t>W16.R1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W17.R1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W18.R1</a:t>
            </a:r>
            <a:endParaRPr lang="en-US" sz="1000" noProof="0" dirty="0"/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D70A748E-69DE-2C66-B82F-9D1E6D51B6B2}"/>
              </a:ext>
            </a:extLst>
          </p:cNvPr>
          <p:cNvSpPr/>
          <p:nvPr/>
        </p:nvSpPr>
        <p:spPr>
          <a:xfrm>
            <a:off x="1848308" y="7484746"/>
            <a:ext cx="864539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BC896361-FF36-6473-4D16-D4CAC699921B}"/>
              </a:ext>
            </a:extLst>
          </p:cNvPr>
          <p:cNvSpPr/>
          <p:nvPr/>
        </p:nvSpPr>
        <p:spPr>
          <a:xfrm>
            <a:off x="1848308" y="7910244"/>
            <a:ext cx="87164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CA2EE003-A86B-BA9D-99D1-60BC58C486D3}"/>
              </a:ext>
            </a:extLst>
          </p:cNvPr>
          <p:cNvSpPr/>
          <p:nvPr/>
        </p:nvSpPr>
        <p:spPr>
          <a:xfrm>
            <a:off x="1848306" y="8335742"/>
            <a:ext cx="871649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BB14ECAF-7DBE-0431-113D-AB217E5C2F16}"/>
              </a:ext>
            </a:extLst>
          </p:cNvPr>
          <p:cNvSpPr/>
          <p:nvPr/>
        </p:nvSpPr>
        <p:spPr>
          <a:xfrm>
            <a:off x="1848306" y="8761240"/>
            <a:ext cx="871650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D3046548-8169-5987-4068-39EDFB28027A}"/>
              </a:ext>
            </a:extLst>
          </p:cNvPr>
          <p:cNvSpPr/>
          <p:nvPr/>
        </p:nvSpPr>
        <p:spPr>
          <a:xfrm>
            <a:off x="1848306" y="9186738"/>
            <a:ext cx="871650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69" name="Elbow Connector 368">
            <a:extLst>
              <a:ext uri="{FF2B5EF4-FFF2-40B4-BE49-F238E27FC236}">
                <a16:creationId xmlns:a16="http://schemas.microsoft.com/office/drawing/2014/main" id="{13473A79-81BA-FC8C-6B30-C721CAD8E019}"/>
              </a:ext>
            </a:extLst>
          </p:cNvPr>
          <p:cNvCxnSpPr>
            <a:cxnSpLocks/>
            <a:stCxn id="364" idx="1"/>
            <a:endCxn id="365" idx="1"/>
          </p:cNvCxnSpPr>
          <p:nvPr/>
        </p:nvCxnSpPr>
        <p:spPr>
          <a:xfrm rot="10800000" flipV="1">
            <a:off x="1848308" y="7664368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0" name="TextBox 369">
            <a:extLst>
              <a:ext uri="{FF2B5EF4-FFF2-40B4-BE49-F238E27FC236}">
                <a16:creationId xmlns:a16="http://schemas.microsoft.com/office/drawing/2014/main" id="{4C3BACD6-CB7A-1185-FF0E-4A4732BF57CF}"/>
              </a:ext>
            </a:extLst>
          </p:cNvPr>
          <p:cNvSpPr txBox="1">
            <a:spLocks/>
          </p:cNvSpPr>
          <p:nvPr/>
        </p:nvSpPr>
        <p:spPr>
          <a:xfrm>
            <a:off x="1526583" y="7855291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x2</a:t>
            </a:r>
          </a:p>
        </p:txBody>
      </p:sp>
      <p:cxnSp>
        <p:nvCxnSpPr>
          <p:cNvPr id="371" name="Elbow Connector 370">
            <a:extLst>
              <a:ext uri="{FF2B5EF4-FFF2-40B4-BE49-F238E27FC236}">
                <a16:creationId xmlns:a16="http://schemas.microsoft.com/office/drawing/2014/main" id="{B7859023-CC19-7FD9-AB82-07357112E78D}"/>
              </a:ext>
            </a:extLst>
          </p:cNvPr>
          <p:cNvCxnSpPr>
            <a:cxnSpLocks/>
            <a:endCxn id="366" idx="1"/>
          </p:cNvCxnSpPr>
          <p:nvPr/>
        </p:nvCxnSpPr>
        <p:spPr>
          <a:xfrm rot="16200000" flipH="1">
            <a:off x="1241145" y="7908203"/>
            <a:ext cx="850996" cy="363326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2" name="Elbow Connector 371">
            <a:extLst>
              <a:ext uri="{FF2B5EF4-FFF2-40B4-BE49-F238E27FC236}">
                <a16:creationId xmlns:a16="http://schemas.microsoft.com/office/drawing/2014/main" id="{2FDD5A8E-BD75-B33F-03DA-52F3AC4F07A6}"/>
              </a:ext>
            </a:extLst>
          </p:cNvPr>
          <p:cNvCxnSpPr>
            <a:cxnSpLocks/>
            <a:endCxn id="367" idx="1"/>
          </p:cNvCxnSpPr>
          <p:nvPr/>
        </p:nvCxnSpPr>
        <p:spPr>
          <a:xfrm rot="16200000" flipH="1">
            <a:off x="991124" y="8083680"/>
            <a:ext cx="1276498" cy="437866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3" name="Elbow Connector 372">
            <a:extLst>
              <a:ext uri="{FF2B5EF4-FFF2-40B4-BE49-F238E27FC236}">
                <a16:creationId xmlns:a16="http://schemas.microsoft.com/office/drawing/2014/main" id="{F07DD8A2-E16D-0ED8-728B-93B94FCC0B92}"/>
              </a:ext>
            </a:extLst>
          </p:cNvPr>
          <p:cNvCxnSpPr>
            <a:cxnSpLocks/>
            <a:endCxn id="368" idx="1"/>
          </p:cNvCxnSpPr>
          <p:nvPr/>
        </p:nvCxnSpPr>
        <p:spPr>
          <a:xfrm rot="16200000" flipH="1">
            <a:off x="742849" y="8260903"/>
            <a:ext cx="1701996" cy="508918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4" name="TextBox 373">
            <a:extLst>
              <a:ext uri="{FF2B5EF4-FFF2-40B4-BE49-F238E27FC236}">
                <a16:creationId xmlns:a16="http://schemas.microsoft.com/office/drawing/2014/main" id="{E88397AF-A6E0-F620-3C58-1B8BB834CFB4}"/>
              </a:ext>
            </a:extLst>
          </p:cNvPr>
          <p:cNvSpPr txBox="1"/>
          <p:nvPr/>
        </p:nvSpPr>
        <p:spPr>
          <a:xfrm>
            <a:off x="1511793" y="8288744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x3</a:t>
            </a: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442492E5-FBEA-B949-C6BA-B1551A1A4029}"/>
              </a:ext>
            </a:extLst>
          </p:cNvPr>
          <p:cNvSpPr txBox="1"/>
          <p:nvPr/>
        </p:nvSpPr>
        <p:spPr>
          <a:xfrm>
            <a:off x="1511792" y="8712923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x4</a:t>
            </a: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03124403-64AD-C318-6156-D582D984D95E}"/>
              </a:ext>
            </a:extLst>
          </p:cNvPr>
          <p:cNvSpPr txBox="1"/>
          <p:nvPr/>
        </p:nvSpPr>
        <p:spPr>
          <a:xfrm>
            <a:off x="1497005" y="9138050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x5</a:t>
            </a:r>
          </a:p>
        </p:txBody>
      </p:sp>
      <p:cxnSp>
        <p:nvCxnSpPr>
          <p:cNvPr id="377" name="Straight Connector 376">
            <a:extLst>
              <a:ext uri="{FF2B5EF4-FFF2-40B4-BE49-F238E27FC236}">
                <a16:creationId xmlns:a16="http://schemas.microsoft.com/office/drawing/2014/main" id="{9A6A96E1-9830-044D-EB63-47C20C3D4DBE}"/>
              </a:ext>
            </a:extLst>
          </p:cNvPr>
          <p:cNvCxnSpPr>
            <a:cxnSpLocks/>
          </p:cNvCxnSpPr>
          <p:nvPr/>
        </p:nvCxnSpPr>
        <p:spPr>
          <a:xfrm>
            <a:off x="1330008" y="7664363"/>
            <a:ext cx="254357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D3B713BE-AD85-40B0-4FE5-5C4E0FC5929A}"/>
              </a:ext>
            </a:extLst>
          </p:cNvPr>
          <p:cNvSpPr txBox="1"/>
          <p:nvPr/>
        </p:nvSpPr>
        <p:spPr>
          <a:xfrm>
            <a:off x="2705317" y="747969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7B1D8E2C-30D2-96F0-DA9E-AB32DF442EB1}"/>
              </a:ext>
            </a:extLst>
          </p:cNvPr>
          <p:cNvSpPr txBox="1"/>
          <p:nvPr/>
        </p:nvSpPr>
        <p:spPr>
          <a:xfrm>
            <a:off x="2948400" y="7290000"/>
            <a:ext cx="19375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W16.R2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W17.R2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W18.R2</a:t>
            </a:r>
            <a:endParaRPr lang="en-US" sz="1000" noProof="0" dirty="0"/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A0E60E46-FB2F-B675-6C15-25171B4AD6E7}"/>
              </a:ext>
            </a:extLst>
          </p:cNvPr>
          <p:cNvSpPr/>
          <p:nvPr/>
        </p:nvSpPr>
        <p:spPr>
          <a:xfrm>
            <a:off x="3481301" y="7491003"/>
            <a:ext cx="864539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7577C829-0B44-7A94-AE1B-9506B37E0A73}"/>
              </a:ext>
            </a:extLst>
          </p:cNvPr>
          <p:cNvSpPr/>
          <p:nvPr/>
        </p:nvSpPr>
        <p:spPr>
          <a:xfrm>
            <a:off x="3481301" y="7916501"/>
            <a:ext cx="87164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156D1F46-675E-05E7-4A98-FFB9935913AD}"/>
              </a:ext>
            </a:extLst>
          </p:cNvPr>
          <p:cNvSpPr/>
          <p:nvPr/>
        </p:nvSpPr>
        <p:spPr>
          <a:xfrm>
            <a:off x="3481299" y="8341999"/>
            <a:ext cx="871649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9154664C-00B4-7681-EA21-57ACE85B655F}"/>
              </a:ext>
            </a:extLst>
          </p:cNvPr>
          <p:cNvSpPr/>
          <p:nvPr/>
        </p:nvSpPr>
        <p:spPr>
          <a:xfrm>
            <a:off x="3481299" y="8767497"/>
            <a:ext cx="871650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0DE64335-0BB6-8BE2-0D48-6B3B5615EC8E}"/>
              </a:ext>
            </a:extLst>
          </p:cNvPr>
          <p:cNvSpPr/>
          <p:nvPr/>
        </p:nvSpPr>
        <p:spPr>
          <a:xfrm>
            <a:off x="3481299" y="9192995"/>
            <a:ext cx="871650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85" name="Elbow Connector 384">
            <a:extLst>
              <a:ext uri="{FF2B5EF4-FFF2-40B4-BE49-F238E27FC236}">
                <a16:creationId xmlns:a16="http://schemas.microsoft.com/office/drawing/2014/main" id="{2656734B-FFC4-5CE9-BFBF-C7FB3111B545}"/>
              </a:ext>
            </a:extLst>
          </p:cNvPr>
          <p:cNvCxnSpPr>
            <a:cxnSpLocks/>
            <a:stCxn id="380" idx="1"/>
            <a:endCxn id="381" idx="1"/>
          </p:cNvCxnSpPr>
          <p:nvPr/>
        </p:nvCxnSpPr>
        <p:spPr>
          <a:xfrm rot="10800000" flipV="1">
            <a:off x="3481301" y="7670625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6" name="TextBox 385">
            <a:extLst>
              <a:ext uri="{FF2B5EF4-FFF2-40B4-BE49-F238E27FC236}">
                <a16:creationId xmlns:a16="http://schemas.microsoft.com/office/drawing/2014/main" id="{C750C1B1-31DB-774B-169E-1BE0C4291FAA}"/>
              </a:ext>
            </a:extLst>
          </p:cNvPr>
          <p:cNvSpPr txBox="1">
            <a:spLocks/>
          </p:cNvSpPr>
          <p:nvPr/>
        </p:nvSpPr>
        <p:spPr>
          <a:xfrm>
            <a:off x="3159576" y="7861548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x4</a:t>
            </a:r>
          </a:p>
        </p:txBody>
      </p:sp>
      <p:cxnSp>
        <p:nvCxnSpPr>
          <p:cNvPr id="387" name="Elbow Connector 386">
            <a:extLst>
              <a:ext uri="{FF2B5EF4-FFF2-40B4-BE49-F238E27FC236}">
                <a16:creationId xmlns:a16="http://schemas.microsoft.com/office/drawing/2014/main" id="{37C8B93E-E3F5-9A38-B923-34A8E597F477}"/>
              </a:ext>
            </a:extLst>
          </p:cNvPr>
          <p:cNvCxnSpPr>
            <a:cxnSpLocks/>
            <a:endCxn id="382" idx="1"/>
          </p:cNvCxnSpPr>
          <p:nvPr/>
        </p:nvCxnSpPr>
        <p:spPr>
          <a:xfrm rot="16200000" flipH="1">
            <a:off x="2874138" y="7914460"/>
            <a:ext cx="850996" cy="363326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8" name="Elbow Connector 387">
            <a:extLst>
              <a:ext uri="{FF2B5EF4-FFF2-40B4-BE49-F238E27FC236}">
                <a16:creationId xmlns:a16="http://schemas.microsoft.com/office/drawing/2014/main" id="{6B4DFE0E-D9F5-131D-6287-9EDF0C59BF9D}"/>
              </a:ext>
            </a:extLst>
          </p:cNvPr>
          <p:cNvCxnSpPr>
            <a:cxnSpLocks/>
            <a:endCxn id="383" idx="1"/>
          </p:cNvCxnSpPr>
          <p:nvPr/>
        </p:nvCxnSpPr>
        <p:spPr>
          <a:xfrm rot="16200000" flipH="1">
            <a:off x="2624117" y="8089937"/>
            <a:ext cx="1276498" cy="437866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9" name="Elbow Connector 388">
            <a:extLst>
              <a:ext uri="{FF2B5EF4-FFF2-40B4-BE49-F238E27FC236}">
                <a16:creationId xmlns:a16="http://schemas.microsoft.com/office/drawing/2014/main" id="{F2F03BC3-7526-0330-EEFA-8F3F38D41A5C}"/>
              </a:ext>
            </a:extLst>
          </p:cNvPr>
          <p:cNvCxnSpPr>
            <a:cxnSpLocks/>
            <a:endCxn id="384" idx="1"/>
          </p:cNvCxnSpPr>
          <p:nvPr/>
        </p:nvCxnSpPr>
        <p:spPr>
          <a:xfrm rot="16200000" flipH="1">
            <a:off x="2375842" y="8267160"/>
            <a:ext cx="1701996" cy="508918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0" name="TextBox 389">
            <a:extLst>
              <a:ext uri="{FF2B5EF4-FFF2-40B4-BE49-F238E27FC236}">
                <a16:creationId xmlns:a16="http://schemas.microsoft.com/office/drawing/2014/main" id="{139A6212-0F52-0654-2BB3-CF03898B90A9}"/>
              </a:ext>
            </a:extLst>
          </p:cNvPr>
          <p:cNvSpPr txBox="1"/>
          <p:nvPr/>
        </p:nvSpPr>
        <p:spPr>
          <a:xfrm>
            <a:off x="3144786" y="8295001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x9</a:t>
            </a: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4F29D4EC-C4D9-68D1-C58D-A055AF97A167}"/>
              </a:ext>
            </a:extLst>
          </p:cNvPr>
          <p:cNvSpPr txBox="1"/>
          <p:nvPr/>
        </p:nvSpPr>
        <p:spPr>
          <a:xfrm>
            <a:off x="3110320" y="8719180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x16</a:t>
            </a: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72FB3210-5AA1-83A3-15DA-308998B65E9F}"/>
              </a:ext>
            </a:extLst>
          </p:cNvPr>
          <p:cNvSpPr txBox="1"/>
          <p:nvPr/>
        </p:nvSpPr>
        <p:spPr>
          <a:xfrm>
            <a:off x="3095533" y="9144307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x25</a:t>
            </a:r>
          </a:p>
        </p:txBody>
      </p:sp>
      <p:cxnSp>
        <p:nvCxnSpPr>
          <p:cNvPr id="393" name="Straight Connector 392">
            <a:extLst>
              <a:ext uri="{FF2B5EF4-FFF2-40B4-BE49-F238E27FC236}">
                <a16:creationId xmlns:a16="http://schemas.microsoft.com/office/drawing/2014/main" id="{BACBDF31-7A52-7B9E-60EE-824C5553C58D}"/>
              </a:ext>
            </a:extLst>
          </p:cNvPr>
          <p:cNvCxnSpPr>
            <a:cxnSpLocks/>
          </p:cNvCxnSpPr>
          <p:nvPr/>
        </p:nvCxnSpPr>
        <p:spPr>
          <a:xfrm>
            <a:off x="2963001" y="7670620"/>
            <a:ext cx="254357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4" name="TextBox 393">
            <a:extLst>
              <a:ext uri="{FF2B5EF4-FFF2-40B4-BE49-F238E27FC236}">
                <a16:creationId xmlns:a16="http://schemas.microsoft.com/office/drawing/2014/main" id="{F80E1085-C32C-1BAA-B144-7DC8D4C04C84}"/>
              </a:ext>
            </a:extLst>
          </p:cNvPr>
          <p:cNvSpPr txBox="1"/>
          <p:nvPr/>
        </p:nvSpPr>
        <p:spPr>
          <a:xfrm>
            <a:off x="2708537" y="790710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5" name="TextBox 394">
            <a:extLst>
              <a:ext uri="{FF2B5EF4-FFF2-40B4-BE49-F238E27FC236}">
                <a16:creationId xmlns:a16="http://schemas.microsoft.com/office/drawing/2014/main" id="{6DDD8B72-D558-6B94-3513-01B486C94AB5}"/>
              </a:ext>
            </a:extLst>
          </p:cNvPr>
          <p:cNvSpPr txBox="1"/>
          <p:nvPr/>
        </p:nvSpPr>
        <p:spPr>
          <a:xfrm>
            <a:off x="2708537" y="8327511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8FD7DD8F-F907-0BE5-64BD-52C3E71BC6B4}"/>
              </a:ext>
            </a:extLst>
          </p:cNvPr>
          <p:cNvSpPr txBox="1"/>
          <p:nvPr/>
        </p:nvSpPr>
        <p:spPr>
          <a:xfrm>
            <a:off x="2708537" y="875924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7" name="TextBox 396">
            <a:extLst>
              <a:ext uri="{FF2B5EF4-FFF2-40B4-BE49-F238E27FC236}">
                <a16:creationId xmlns:a16="http://schemas.microsoft.com/office/drawing/2014/main" id="{CD357D82-4758-24A2-CAD6-D18CE8CF162C}"/>
              </a:ext>
            </a:extLst>
          </p:cNvPr>
          <p:cNvSpPr txBox="1"/>
          <p:nvPr/>
        </p:nvSpPr>
        <p:spPr>
          <a:xfrm>
            <a:off x="2708537" y="918241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7A26B3B5-4609-AD14-6E88-25069151DE9A}"/>
              </a:ext>
            </a:extLst>
          </p:cNvPr>
          <p:cNvSpPr txBox="1"/>
          <p:nvPr/>
        </p:nvSpPr>
        <p:spPr>
          <a:xfrm>
            <a:off x="1074067" y="747969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3675884A-97E3-73C8-A1DB-010796F547C7}"/>
              </a:ext>
            </a:extLst>
          </p:cNvPr>
          <p:cNvSpPr txBox="1"/>
          <p:nvPr/>
        </p:nvSpPr>
        <p:spPr>
          <a:xfrm>
            <a:off x="1077287" y="790710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3DD64A71-5982-3F67-20E4-1392D9C3DB79}"/>
              </a:ext>
            </a:extLst>
          </p:cNvPr>
          <p:cNvSpPr txBox="1"/>
          <p:nvPr/>
        </p:nvSpPr>
        <p:spPr>
          <a:xfrm>
            <a:off x="1077287" y="8327511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5B060534-9D9C-7BB5-43CA-C78F0DE09897}"/>
              </a:ext>
            </a:extLst>
          </p:cNvPr>
          <p:cNvSpPr txBox="1"/>
          <p:nvPr/>
        </p:nvSpPr>
        <p:spPr>
          <a:xfrm>
            <a:off x="1077287" y="875924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3FBD1E96-1E03-E82B-7C7A-CA7400EEC0F9}"/>
              </a:ext>
            </a:extLst>
          </p:cNvPr>
          <p:cNvSpPr txBox="1"/>
          <p:nvPr/>
        </p:nvSpPr>
        <p:spPr>
          <a:xfrm>
            <a:off x="1077287" y="918241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B2B9DA2B-AF46-3A33-9929-CC3AAB3FC818}"/>
              </a:ext>
            </a:extLst>
          </p:cNvPr>
          <p:cNvSpPr txBox="1"/>
          <p:nvPr/>
        </p:nvSpPr>
        <p:spPr>
          <a:xfrm>
            <a:off x="4331312" y="7541252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8E5E1A7E-7EB5-5D5E-D44B-E453233DF2DA}"/>
              </a:ext>
            </a:extLst>
          </p:cNvPr>
          <p:cNvSpPr txBox="1"/>
          <p:nvPr/>
        </p:nvSpPr>
        <p:spPr>
          <a:xfrm>
            <a:off x="5870634" y="7440406"/>
            <a:ext cx="62220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W16.S1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W17.S1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W18.S1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7673E26F-8B50-563C-3A5A-7EA5B45C761B}"/>
              </a:ext>
            </a:extLst>
          </p:cNvPr>
          <p:cNvSpPr/>
          <p:nvPr/>
        </p:nvSpPr>
        <p:spPr>
          <a:xfrm>
            <a:off x="4800676" y="7495292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5655D3A3-5663-9436-DF3E-EEEFBD3593B9}"/>
              </a:ext>
            </a:extLst>
          </p:cNvPr>
          <p:cNvSpPr/>
          <p:nvPr/>
        </p:nvSpPr>
        <p:spPr>
          <a:xfrm>
            <a:off x="4800676" y="7920790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2AAFF0C3-947E-091D-BC5B-1426A0A476FA}"/>
              </a:ext>
            </a:extLst>
          </p:cNvPr>
          <p:cNvSpPr/>
          <p:nvPr/>
        </p:nvSpPr>
        <p:spPr>
          <a:xfrm>
            <a:off x="4800675" y="8346288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55BA792B-FFCF-B586-1C42-1A6F32F343C0}"/>
              </a:ext>
            </a:extLst>
          </p:cNvPr>
          <p:cNvSpPr/>
          <p:nvPr/>
        </p:nvSpPr>
        <p:spPr>
          <a:xfrm>
            <a:off x="4800674" y="8771786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C066EFB2-79F0-535D-4E58-9DA3F3D6AE2E}"/>
              </a:ext>
            </a:extLst>
          </p:cNvPr>
          <p:cNvSpPr/>
          <p:nvPr/>
        </p:nvSpPr>
        <p:spPr>
          <a:xfrm>
            <a:off x="4800674" y="9197284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4821EFDC-2A30-1114-63F4-4804F2F266F5}"/>
              </a:ext>
            </a:extLst>
          </p:cNvPr>
          <p:cNvSpPr txBox="1"/>
          <p:nvPr/>
        </p:nvSpPr>
        <p:spPr>
          <a:xfrm>
            <a:off x="4335545" y="7968657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6858A913-009A-1AB0-E3F4-76723AADCE4A}"/>
              </a:ext>
            </a:extLst>
          </p:cNvPr>
          <p:cNvSpPr txBox="1"/>
          <p:nvPr/>
        </p:nvSpPr>
        <p:spPr>
          <a:xfrm>
            <a:off x="4336004" y="8377636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FB7EB238-A662-114B-AFD8-5F0ED8D9F074}"/>
              </a:ext>
            </a:extLst>
          </p:cNvPr>
          <p:cNvSpPr txBox="1"/>
          <p:nvPr/>
        </p:nvSpPr>
        <p:spPr>
          <a:xfrm>
            <a:off x="4336903" y="8816078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DAA4B6EE-838F-FAC4-7D08-D2499D841017}"/>
              </a:ext>
            </a:extLst>
          </p:cNvPr>
          <p:cNvSpPr txBox="1"/>
          <p:nvPr/>
        </p:nvSpPr>
        <p:spPr>
          <a:xfrm>
            <a:off x="4335256" y="9253861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CF8892D4-FF2B-4172-6C29-8D99C4C380C2}"/>
              </a:ext>
            </a:extLst>
          </p:cNvPr>
          <p:cNvSpPr/>
          <p:nvPr/>
        </p:nvSpPr>
        <p:spPr>
          <a:xfrm>
            <a:off x="356339" y="2928852"/>
            <a:ext cx="722557" cy="359243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5346CD05-9DC3-6E7D-0026-F1EB44168CB0}"/>
              </a:ext>
            </a:extLst>
          </p:cNvPr>
          <p:cNvSpPr/>
          <p:nvPr/>
        </p:nvSpPr>
        <p:spPr>
          <a:xfrm>
            <a:off x="356339" y="3354350"/>
            <a:ext cx="72255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2" name="Rectangle 541">
            <a:extLst>
              <a:ext uri="{FF2B5EF4-FFF2-40B4-BE49-F238E27FC236}">
                <a16:creationId xmlns:a16="http://schemas.microsoft.com/office/drawing/2014/main" id="{9FDDA30E-6868-5A01-8F73-7752C8C36A68}"/>
              </a:ext>
            </a:extLst>
          </p:cNvPr>
          <p:cNvSpPr/>
          <p:nvPr/>
        </p:nvSpPr>
        <p:spPr>
          <a:xfrm>
            <a:off x="356338" y="3779848"/>
            <a:ext cx="72255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3" name="Rectangle 542">
            <a:extLst>
              <a:ext uri="{FF2B5EF4-FFF2-40B4-BE49-F238E27FC236}">
                <a16:creationId xmlns:a16="http://schemas.microsoft.com/office/drawing/2014/main" id="{3C440FE3-2523-18D3-E4C8-E9306BE2E3FE}"/>
              </a:ext>
            </a:extLst>
          </p:cNvPr>
          <p:cNvSpPr/>
          <p:nvPr/>
        </p:nvSpPr>
        <p:spPr>
          <a:xfrm>
            <a:off x="356337" y="4205346"/>
            <a:ext cx="72255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4" name="Rectangle 543">
            <a:extLst>
              <a:ext uri="{FF2B5EF4-FFF2-40B4-BE49-F238E27FC236}">
                <a16:creationId xmlns:a16="http://schemas.microsoft.com/office/drawing/2014/main" id="{EEFA6783-4E57-75A6-F4ED-11C029AEDC1C}"/>
              </a:ext>
            </a:extLst>
          </p:cNvPr>
          <p:cNvSpPr/>
          <p:nvPr/>
        </p:nvSpPr>
        <p:spPr>
          <a:xfrm>
            <a:off x="356337" y="4630844"/>
            <a:ext cx="72255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5" name="TextBox 544">
            <a:extLst>
              <a:ext uri="{FF2B5EF4-FFF2-40B4-BE49-F238E27FC236}">
                <a16:creationId xmlns:a16="http://schemas.microsoft.com/office/drawing/2014/main" id="{C6B340D5-402D-5613-C0E1-5530791A7965}"/>
              </a:ext>
            </a:extLst>
          </p:cNvPr>
          <p:cNvSpPr txBox="1"/>
          <p:nvPr/>
        </p:nvSpPr>
        <p:spPr>
          <a:xfrm>
            <a:off x="321413" y="2732730"/>
            <a:ext cx="787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4"/>
                </a:solidFill>
              </a:rPr>
              <a:t>W17</a:t>
            </a:r>
          </a:p>
        </p:txBody>
      </p:sp>
      <p:sp>
        <p:nvSpPr>
          <p:cNvPr id="546" name="TextBox 545">
            <a:extLst>
              <a:ext uri="{FF2B5EF4-FFF2-40B4-BE49-F238E27FC236}">
                <a16:creationId xmlns:a16="http://schemas.microsoft.com/office/drawing/2014/main" id="{DABC3C28-8F56-4CC3-F28E-95233A258EDC}"/>
              </a:ext>
            </a:extLst>
          </p:cNvPr>
          <p:cNvSpPr txBox="1"/>
          <p:nvPr/>
        </p:nvSpPr>
        <p:spPr>
          <a:xfrm>
            <a:off x="1747401" y="2732723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4"/>
                </a:solidFill>
              </a:rPr>
              <a:t>W17.R1</a:t>
            </a: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7D367A97-EF5A-C2BB-5A2B-7E58F53BCDE1}"/>
              </a:ext>
            </a:extLst>
          </p:cNvPr>
          <p:cNvSpPr/>
          <p:nvPr/>
        </p:nvSpPr>
        <p:spPr>
          <a:xfrm>
            <a:off x="1848306" y="2928852"/>
            <a:ext cx="864539" cy="359243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11760054-108C-B8D4-1151-2F400C1970A5}"/>
              </a:ext>
            </a:extLst>
          </p:cNvPr>
          <p:cNvSpPr/>
          <p:nvPr/>
        </p:nvSpPr>
        <p:spPr>
          <a:xfrm>
            <a:off x="1848306" y="3354350"/>
            <a:ext cx="87164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4CBCDB63-121C-6124-572D-8FCC797EA90C}"/>
              </a:ext>
            </a:extLst>
          </p:cNvPr>
          <p:cNvSpPr/>
          <p:nvPr/>
        </p:nvSpPr>
        <p:spPr>
          <a:xfrm>
            <a:off x="1848304" y="3779848"/>
            <a:ext cx="871649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380362B5-AF76-6BE3-D6EC-56D0E1956A51}"/>
              </a:ext>
            </a:extLst>
          </p:cNvPr>
          <p:cNvSpPr/>
          <p:nvPr/>
        </p:nvSpPr>
        <p:spPr>
          <a:xfrm>
            <a:off x="1848304" y="4205346"/>
            <a:ext cx="871650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88F794CE-3D3D-6BF0-F9D1-192F00579809}"/>
              </a:ext>
            </a:extLst>
          </p:cNvPr>
          <p:cNvSpPr/>
          <p:nvPr/>
        </p:nvSpPr>
        <p:spPr>
          <a:xfrm>
            <a:off x="1848304" y="4630844"/>
            <a:ext cx="871650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552" name="Elbow Connector 551">
            <a:extLst>
              <a:ext uri="{FF2B5EF4-FFF2-40B4-BE49-F238E27FC236}">
                <a16:creationId xmlns:a16="http://schemas.microsoft.com/office/drawing/2014/main" id="{638D83E1-3060-9147-8377-ED643B11D08F}"/>
              </a:ext>
            </a:extLst>
          </p:cNvPr>
          <p:cNvCxnSpPr>
            <a:cxnSpLocks/>
            <a:stCxn id="547" idx="1"/>
            <a:endCxn id="548" idx="1"/>
          </p:cNvCxnSpPr>
          <p:nvPr/>
        </p:nvCxnSpPr>
        <p:spPr>
          <a:xfrm rot="10800000" flipV="1">
            <a:off x="1848306" y="3108474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53" name="TextBox 552">
            <a:extLst>
              <a:ext uri="{FF2B5EF4-FFF2-40B4-BE49-F238E27FC236}">
                <a16:creationId xmlns:a16="http://schemas.microsoft.com/office/drawing/2014/main" id="{C7DA5B8E-5DE4-8F81-7ACB-43C254CB85E4}"/>
              </a:ext>
            </a:extLst>
          </p:cNvPr>
          <p:cNvSpPr txBox="1">
            <a:spLocks/>
          </p:cNvSpPr>
          <p:nvPr/>
        </p:nvSpPr>
        <p:spPr>
          <a:xfrm>
            <a:off x="1526581" y="329939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x2</a:t>
            </a:r>
          </a:p>
        </p:txBody>
      </p:sp>
      <p:cxnSp>
        <p:nvCxnSpPr>
          <p:cNvPr id="554" name="Elbow Connector 553">
            <a:extLst>
              <a:ext uri="{FF2B5EF4-FFF2-40B4-BE49-F238E27FC236}">
                <a16:creationId xmlns:a16="http://schemas.microsoft.com/office/drawing/2014/main" id="{13C473CB-53E0-9E33-CD01-BC2BBF085E92}"/>
              </a:ext>
            </a:extLst>
          </p:cNvPr>
          <p:cNvCxnSpPr>
            <a:cxnSpLocks/>
            <a:endCxn id="549" idx="1"/>
          </p:cNvCxnSpPr>
          <p:nvPr/>
        </p:nvCxnSpPr>
        <p:spPr>
          <a:xfrm rot="16200000" flipH="1">
            <a:off x="1241143" y="3352309"/>
            <a:ext cx="850996" cy="363326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55" name="Elbow Connector 554">
            <a:extLst>
              <a:ext uri="{FF2B5EF4-FFF2-40B4-BE49-F238E27FC236}">
                <a16:creationId xmlns:a16="http://schemas.microsoft.com/office/drawing/2014/main" id="{F045EFBE-06E8-29F8-F0E0-FEA925702644}"/>
              </a:ext>
            </a:extLst>
          </p:cNvPr>
          <p:cNvCxnSpPr>
            <a:cxnSpLocks/>
            <a:endCxn id="550" idx="1"/>
          </p:cNvCxnSpPr>
          <p:nvPr/>
        </p:nvCxnSpPr>
        <p:spPr>
          <a:xfrm rot="16200000" flipH="1">
            <a:off x="991122" y="3527786"/>
            <a:ext cx="1276498" cy="437866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56" name="Elbow Connector 555">
            <a:extLst>
              <a:ext uri="{FF2B5EF4-FFF2-40B4-BE49-F238E27FC236}">
                <a16:creationId xmlns:a16="http://schemas.microsoft.com/office/drawing/2014/main" id="{BBE1F8CA-FBB7-AE55-CF8A-3983450E84F4}"/>
              </a:ext>
            </a:extLst>
          </p:cNvPr>
          <p:cNvCxnSpPr>
            <a:cxnSpLocks/>
            <a:endCxn id="551" idx="1"/>
          </p:cNvCxnSpPr>
          <p:nvPr/>
        </p:nvCxnSpPr>
        <p:spPr>
          <a:xfrm rot="16200000" flipH="1">
            <a:off x="742847" y="3705009"/>
            <a:ext cx="1701996" cy="508918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57" name="TextBox 556">
            <a:extLst>
              <a:ext uri="{FF2B5EF4-FFF2-40B4-BE49-F238E27FC236}">
                <a16:creationId xmlns:a16="http://schemas.microsoft.com/office/drawing/2014/main" id="{6C899E6C-56DD-705B-FA99-08A2C34B32B9}"/>
              </a:ext>
            </a:extLst>
          </p:cNvPr>
          <p:cNvSpPr txBox="1"/>
          <p:nvPr/>
        </p:nvSpPr>
        <p:spPr>
          <a:xfrm>
            <a:off x="1511791" y="3732850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x3</a:t>
            </a:r>
          </a:p>
        </p:txBody>
      </p:sp>
      <p:sp>
        <p:nvSpPr>
          <p:cNvPr id="558" name="TextBox 557">
            <a:extLst>
              <a:ext uri="{FF2B5EF4-FFF2-40B4-BE49-F238E27FC236}">
                <a16:creationId xmlns:a16="http://schemas.microsoft.com/office/drawing/2014/main" id="{887D3050-16A9-ADE5-5EBE-BDDA44A256BE}"/>
              </a:ext>
            </a:extLst>
          </p:cNvPr>
          <p:cNvSpPr txBox="1"/>
          <p:nvPr/>
        </p:nvSpPr>
        <p:spPr>
          <a:xfrm>
            <a:off x="1511790" y="4157029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x4</a:t>
            </a:r>
          </a:p>
        </p:txBody>
      </p:sp>
      <p:sp>
        <p:nvSpPr>
          <p:cNvPr id="559" name="TextBox 558">
            <a:extLst>
              <a:ext uri="{FF2B5EF4-FFF2-40B4-BE49-F238E27FC236}">
                <a16:creationId xmlns:a16="http://schemas.microsoft.com/office/drawing/2014/main" id="{CF803C55-F7DA-A66C-317A-4739DF2CC187}"/>
              </a:ext>
            </a:extLst>
          </p:cNvPr>
          <p:cNvSpPr txBox="1"/>
          <p:nvPr/>
        </p:nvSpPr>
        <p:spPr>
          <a:xfrm>
            <a:off x="1497003" y="4582156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x5</a:t>
            </a:r>
          </a:p>
        </p:txBody>
      </p:sp>
      <p:cxnSp>
        <p:nvCxnSpPr>
          <p:cNvPr id="560" name="Straight Connector 559">
            <a:extLst>
              <a:ext uri="{FF2B5EF4-FFF2-40B4-BE49-F238E27FC236}">
                <a16:creationId xmlns:a16="http://schemas.microsoft.com/office/drawing/2014/main" id="{4C7D39AF-BEC2-673E-0CC7-0B0913B1C88D}"/>
              </a:ext>
            </a:extLst>
          </p:cNvPr>
          <p:cNvCxnSpPr>
            <a:cxnSpLocks/>
          </p:cNvCxnSpPr>
          <p:nvPr/>
        </p:nvCxnSpPr>
        <p:spPr>
          <a:xfrm>
            <a:off x="1330006" y="3108469"/>
            <a:ext cx="254357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61" name="TextBox 560">
            <a:extLst>
              <a:ext uri="{FF2B5EF4-FFF2-40B4-BE49-F238E27FC236}">
                <a16:creationId xmlns:a16="http://schemas.microsoft.com/office/drawing/2014/main" id="{D0A5B062-1F48-674C-4544-C98AA0E82293}"/>
              </a:ext>
            </a:extLst>
          </p:cNvPr>
          <p:cNvSpPr txBox="1"/>
          <p:nvPr/>
        </p:nvSpPr>
        <p:spPr>
          <a:xfrm>
            <a:off x="2705315" y="2923803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62" name="TextBox 561">
            <a:extLst>
              <a:ext uri="{FF2B5EF4-FFF2-40B4-BE49-F238E27FC236}">
                <a16:creationId xmlns:a16="http://schemas.microsoft.com/office/drawing/2014/main" id="{2390306B-65B8-D54C-18AA-877BD1EE2DCD}"/>
              </a:ext>
            </a:extLst>
          </p:cNvPr>
          <p:cNvSpPr txBox="1"/>
          <p:nvPr/>
        </p:nvSpPr>
        <p:spPr>
          <a:xfrm>
            <a:off x="3391631" y="2732721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4"/>
                </a:solidFill>
              </a:rPr>
              <a:t>W17.R2</a:t>
            </a:r>
          </a:p>
        </p:txBody>
      </p:sp>
      <p:sp>
        <p:nvSpPr>
          <p:cNvPr id="563" name="Rectangle 562">
            <a:extLst>
              <a:ext uri="{FF2B5EF4-FFF2-40B4-BE49-F238E27FC236}">
                <a16:creationId xmlns:a16="http://schemas.microsoft.com/office/drawing/2014/main" id="{869E1654-DBB9-8690-9FCA-6352EC858F9F}"/>
              </a:ext>
            </a:extLst>
          </p:cNvPr>
          <p:cNvSpPr/>
          <p:nvPr/>
        </p:nvSpPr>
        <p:spPr>
          <a:xfrm>
            <a:off x="3481299" y="2935109"/>
            <a:ext cx="864539" cy="359243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4" name="Rectangle 563">
            <a:extLst>
              <a:ext uri="{FF2B5EF4-FFF2-40B4-BE49-F238E27FC236}">
                <a16:creationId xmlns:a16="http://schemas.microsoft.com/office/drawing/2014/main" id="{BD60CAD3-CA76-95D2-2DDF-E1252CA644A8}"/>
              </a:ext>
            </a:extLst>
          </p:cNvPr>
          <p:cNvSpPr/>
          <p:nvPr/>
        </p:nvSpPr>
        <p:spPr>
          <a:xfrm>
            <a:off x="3481299" y="3360607"/>
            <a:ext cx="87164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5" name="Rectangle 564">
            <a:extLst>
              <a:ext uri="{FF2B5EF4-FFF2-40B4-BE49-F238E27FC236}">
                <a16:creationId xmlns:a16="http://schemas.microsoft.com/office/drawing/2014/main" id="{E91179D2-0393-8E26-4CFF-843DDC5589BB}"/>
              </a:ext>
            </a:extLst>
          </p:cNvPr>
          <p:cNvSpPr/>
          <p:nvPr/>
        </p:nvSpPr>
        <p:spPr>
          <a:xfrm>
            <a:off x="3481297" y="3786105"/>
            <a:ext cx="871649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6" name="Rectangle 565">
            <a:extLst>
              <a:ext uri="{FF2B5EF4-FFF2-40B4-BE49-F238E27FC236}">
                <a16:creationId xmlns:a16="http://schemas.microsoft.com/office/drawing/2014/main" id="{1B21B7FF-0FD2-0D76-5835-A9E65FE6C7B4}"/>
              </a:ext>
            </a:extLst>
          </p:cNvPr>
          <p:cNvSpPr/>
          <p:nvPr/>
        </p:nvSpPr>
        <p:spPr>
          <a:xfrm>
            <a:off x="3481297" y="4211603"/>
            <a:ext cx="871650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7" name="Rectangle 566">
            <a:extLst>
              <a:ext uri="{FF2B5EF4-FFF2-40B4-BE49-F238E27FC236}">
                <a16:creationId xmlns:a16="http://schemas.microsoft.com/office/drawing/2014/main" id="{92FD25DA-C9CF-AB4F-5684-279E88215DB3}"/>
              </a:ext>
            </a:extLst>
          </p:cNvPr>
          <p:cNvSpPr/>
          <p:nvPr/>
        </p:nvSpPr>
        <p:spPr>
          <a:xfrm>
            <a:off x="3481297" y="4637101"/>
            <a:ext cx="871650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568" name="Elbow Connector 567">
            <a:extLst>
              <a:ext uri="{FF2B5EF4-FFF2-40B4-BE49-F238E27FC236}">
                <a16:creationId xmlns:a16="http://schemas.microsoft.com/office/drawing/2014/main" id="{07B3985A-1403-72C8-01FF-85746E389FB6}"/>
              </a:ext>
            </a:extLst>
          </p:cNvPr>
          <p:cNvCxnSpPr>
            <a:cxnSpLocks/>
            <a:stCxn id="563" idx="1"/>
            <a:endCxn id="564" idx="1"/>
          </p:cNvCxnSpPr>
          <p:nvPr/>
        </p:nvCxnSpPr>
        <p:spPr>
          <a:xfrm rot="10800000" flipV="1">
            <a:off x="3481299" y="3114731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52F98FD6-116A-770D-05FC-E266108D6CFD}"/>
              </a:ext>
            </a:extLst>
          </p:cNvPr>
          <p:cNvSpPr txBox="1">
            <a:spLocks/>
          </p:cNvSpPr>
          <p:nvPr/>
        </p:nvSpPr>
        <p:spPr>
          <a:xfrm>
            <a:off x="3159574" y="3305654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x4</a:t>
            </a:r>
          </a:p>
        </p:txBody>
      </p:sp>
      <p:cxnSp>
        <p:nvCxnSpPr>
          <p:cNvPr id="570" name="Elbow Connector 569">
            <a:extLst>
              <a:ext uri="{FF2B5EF4-FFF2-40B4-BE49-F238E27FC236}">
                <a16:creationId xmlns:a16="http://schemas.microsoft.com/office/drawing/2014/main" id="{02D04763-2E80-5A15-2096-F34DE8004968}"/>
              </a:ext>
            </a:extLst>
          </p:cNvPr>
          <p:cNvCxnSpPr>
            <a:cxnSpLocks/>
            <a:endCxn id="565" idx="1"/>
          </p:cNvCxnSpPr>
          <p:nvPr/>
        </p:nvCxnSpPr>
        <p:spPr>
          <a:xfrm rot="16200000" flipH="1">
            <a:off x="2874136" y="3358566"/>
            <a:ext cx="850996" cy="363326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71" name="Elbow Connector 570">
            <a:extLst>
              <a:ext uri="{FF2B5EF4-FFF2-40B4-BE49-F238E27FC236}">
                <a16:creationId xmlns:a16="http://schemas.microsoft.com/office/drawing/2014/main" id="{4327DAE3-B0C6-DE7A-90C4-0F738D9CA430}"/>
              </a:ext>
            </a:extLst>
          </p:cNvPr>
          <p:cNvCxnSpPr>
            <a:cxnSpLocks/>
            <a:endCxn id="566" idx="1"/>
          </p:cNvCxnSpPr>
          <p:nvPr/>
        </p:nvCxnSpPr>
        <p:spPr>
          <a:xfrm rot="16200000" flipH="1">
            <a:off x="2624115" y="3534043"/>
            <a:ext cx="1276498" cy="437866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72" name="Elbow Connector 571">
            <a:extLst>
              <a:ext uri="{FF2B5EF4-FFF2-40B4-BE49-F238E27FC236}">
                <a16:creationId xmlns:a16="http://schemas.microsoft.com/office/drawing/2014/main" id="{80E80D34-9E06-6EF1-0605-E4F6B22E659C}"/>
              </a:ext>
            </a:extLst>
          </p:cNvPr>
          <p:cNvCxnSpPr>
            <a:cxnSpLocks/>
            <a:endCxn id="567" idx="1"/>
          </p:cNvCxnSpPr>
          <p:nvPr/>
        </p:nvCxnSpPr>
        <p:spPr>
          <a:xfrm rot="16200000" flipH="1">
            <a:off x="2375840" y="3711266"/>
            <a:ext cx="1701996" cy="508918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73" name="TextBox 572">
            <a:extLst>
              <a:ext uri="{FF2B5EF4-FFF2-40B4-BE49-F238E27FC236}">
                <a16:creationId xmlns:a16="http://schemas.microsoft.com/office/drawing/2014/main" id="{A2AA4972-0DB3-897F-C4BC-073F0CAB8DE2}"/>
              </a:ext>
            </a:extLst>
          </p:cNvPr>
          <p:cNvSpPr txBox="1"/>
          <p:nvPr/>
        </p:nvSpPr>
        <p:spPr>
          <a:xfrm>
            <a:off x="3144784" y="373910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x9</a:t>
            </a:r>
          </a:p>
        </p:txBody>
      </p:sp>
      <p:sp>
        <p:nvSpPr>
          <p:cNvPr id="574" name="TextBox 573">
            <a:extLst>
              <a:ext uri="{FF2B5EF4-FFF2-40B4-BE49-F238E27FC236}">
                <a16:creationId xmlns:a16="http://schemas.microsoft.com/office/drawing/2014/main" id="{F2619C66-DF6E-5491-4F37-9C955CFE9268}"/>
              </a:ext>
            </a:extLst>
          </p:cNvPr>
          <p:cNvSpPr txBox="1"/>
          <p:nvPr/>
        </p:nvSpPr>
        <p:spPr>
          <a:xfrm>
            <a:off x="3110318" y="4163286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x16</a:t>
            </a:r>
          </a:p>
        </p:txBody>
      </p:sp>
      <p:sp>
        <p:nvSpPr>
          <p:cNvPr id="575" name="TextBox 574">
            <a:extLst>
              <a:ext uri="{FF2B5EF4-FFF2-40B4-BE49-F238E27FC236}">
                <a16:creationId xmlns:a16="http://schemas.microsoft.com/office/drawing/2014/main" id="{5E8B4EAB-E9FA-4F9E-DFAD-CF94D6ED4BD1}"/>
              </a:ext>
            </a:extLst>
          </p:cNvPr>
          <p:cNvSpPr txBox="1"/>
          <p:nvPr/>
        </p:nvSpPr>
        <p:spPr>
          <a:xfrm>
            <a:off x="3095531" y="4588413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x25</a:t>
            </a:r>
          </a:p>
        </p:txBody>
      </p:sp>
      <p:cxnSp>
        <p:nvCxnSpPr>
          <p:cNvPr id="576" name="Straight Connector 575">
            <a:extLst>
              <a:ext uri="{FF2B5EF4-FFF2-40B4-BE49-F238E27FC236}">
                <a16:creationId xmlns:a16="http://schemas.microsoft.com/office/drawing/2014/main" id="{24FBB3D6-45C2-FA9E-0C7E-5419B73BB658}"/>
              </a:ext>
            </a:extLst>
          </p:cNvPr>
          <p:cNvCxnSpPr>
            <a:cxnSpLocks/>
          </p:cNvCxnSpPr>
          <p:nvPr/>
        </p:nvCxnSpPr>
        <p:spPr>
          <a:xfrm>
            <a:off x="2962999" y="3114726"/>
            <a:ext cx="254357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77" name="TextBox 576">
            <a:extLst>
              <a:ext uri="{FF2B5EF4-FFF2-40B4-BE49-F238E27FC236}">
                <a16:creationId xmlns:a16="http://schemas.microsoft.com/office/drawing/2014/main" id="{69441A86-E021-A790-333A-F15930DC6163}"/>
              </a:ext>
            </a:extLst>
          </p:cNvPr>
          <p:cNvSpPr txBox="1"/>
          <p:nvPr/>
        </p:nvSpPr>
        <p:spPr>
          <a:xfrm>
            <a:off x="2708535" y="335120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78" name="TextBox 577">
            <a:extLst>
              <a:ext uri="{FF2B5EF4-FFF2-40B4-BE49-F238E27FC236}">
                <a16:creationId xmlns:a16="http://schemas.microsoft.com/office/drawing/2014/main" id="{97EE85B6-419C-D761-DEAE-E8B2E304236B}"/>
              </a:ext>
            </a:extLst>
          </p:cNvPr>
          <p:cNvSpPr txBox="1"/>
          <p:nvPr/>
        </p:nvSpPr>
        <p:spPr>
          <a:xfrm>
            <a:off x="2708535" y="377161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79" name="TextBox 578">
            <a:extLst>
              <a:ext uri="{FF2B5EF4-FFF2-40B4-BE49-F238E27FC236}">
                <a16:creationId xmlns:a16="http://schemas.microsoft.com/office/drawing/2014/main" id="{68F91933-3E48-80DF-6689-04DAF482FDF2}"/>
              </a:ext>
            </a:extLst>
          </p:cNvPr>
          <p:cNvSpPr txBox="1"/>
          <p:nvPr/>
        </p:nvSpPr>
        <p:spPr>
          <a:xfrm>
            <a:off x="2708535" y="420335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0" name="TextBox 579">
            <a:extLst>
              <a:ext uri="{FF2B5EF4-FFF2-40B4-BE49-F238E27FC236}">
                <a16:creationId xmlns:a16="http://schemas.microsoft.com/office/drawing/2014/main" id="{66383992-44FF-4336-FEE5-DBC8AC5955D9}"/>
              </a:ext>
            </a:extLst>
          </p:cNvPr>
          <p:cNvSpPr txBox="1"/>
          <p:nvPr/>
        </p:nvSpPr>
        <p:spPr>
          <a:xfrm>
            <a:off x="2708535" y="462651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1" name="TextBox 580">
            <a:extLst>
              <a:ext uri="{FF2B5EF4-FFF2-40B4-BE49-F238E27FC236}">
                <a16:creationId xmlns:a16="http://schemas.microsoft.com/office/drawing/2014/main" id="{8AA0ADA9-D847-EB09-977E-AB9B19C4DC90}"/>
              </a:ext>
            </a:extLst>
          </p:cNvPr>
          <p:cNvSpPr txBox="1"/>
          <p:nvPr/>
        </p:nvSpPr>
        <p:spPr>
          <a:xfrm>
            <a:off x="1074065" y="2923803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2" name="TextBox 581">
            <a:extLst>
              <a:ext uri="{FF2B5EF4-FFF2-40B4-BE49-F238E27FC236}">
                <a16:creationId xmlns:a16="http://schemas.microsoft.com/office/drawing/2014/main" id="{19D85DB5-EF65-BFBF-2834-F554E4318DC6}"/>
              </a:ext>
            </a:extLst>
          </p:cNvPr>
          <p:cNvSpPr txBox="1"/>
          <p:nvPr/>
        </p:nvSpPr>
        <p:spPr>
          <a:xfrm>
            <a:off x="1077285" y="335120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3" name="TextBox 582">
            <a:extLst>
              <a:ext uri="{FF2B5EF4-FFF2-40B4-BE49-F238E27FC236}">
                <a16:creationId xmlns:a16="http://schemas.microsoft.com/office/drawing/2014/main" id="{934F0D38-3F7D-F6EB-4A20-B34F66AA6AEF}"/>
              </a:ext>
            </a:extLst>
          </p:cNvPr>
          <p:cNvSpPr txBox="1"/>
          <p:nvPr/>
        </p:nvSpPr>
        <p:spPr>
          <a:xfrm>
            <a:off x="1077285" y="377161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4" name="TextBox 583">
            <a:extLst>
              <a:ext uri="{FF2B5EF4-FFF2-40B4-BE49-F238E27FC236}">
                <a16:creationId xmlns:a16="http://schemas.microsoft.com/office/drawing/2014/main" id="{B3D6EB12-E206-D7A3-DFA3-4BA029AD9D53}"/>
              </a:ext>
            </a:extLst>
          </p:cNvPr>
          <p:cNvSpPr txBox="1"/>
          <p:nvPr/>
        </p:nvSpPr>
        <p:spPr>
          <a:xfrm>
            <a:off x="1077285" y="420335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5" name="TextBox 584">
            <a:extLst>
              <a:ext uri="{FF2B5EF4-FFF2-40B4-BE49-F238E27FC236}">
                <a16:creationId xmlns:a16="http://schemas.microsoft.com/office/drawing/2014/main" id="{EFA40991-BCEE-6EC4-A694-0AF109FD7EED}"/>
              </a:ext>
            </a:extLst>
          </p:cNvPr>
          <p:cNvSpPr txBox="1"/>
          <p:nvPr/>
        </p:nvSpPr>
        <p:spPr>
          <a:xfrm>
            <a:off x="1077285" y="462651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6" name="TextBox 585">
            <a:extLst>
              <a:ext uri="{FF2B5EF4-FFF2-40B4-BE49-F238E27FC236}">
                <a16:creationId xmlns:a16="http://schemas.microsoft.com/office/drawing/2014/main" id="{E5A4120C-2A53-F059-F897-D26D612F8216}"/>
              </a:ext>
            </a:extLst>
          </p:cNvPr>
          <p:cNvSpPr txBox="1"/>
          <p:nvPr/>
        </p:nvSpPr>
        <p:spPr>
          <a:xfrm>
            <a:off x="4331310" y="2985358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87" name="TextBox 586">
            <a:extLst>
              <a:ext uri="{FF2B5EF4-FFF2-40B4-BE49-F238E27FC236}">
                <a16:creationId xmlns:a16="http://schemas.microsoft.com/office/drawing/2014/main" id="{0CF5ADE8-F820-8737-F3D4-BAD7A6A77359}"/>
              </a:ext>
            </a:extLst>
          </p:cNvPr>
          <p:cNvSpPr txBox="1"/>
          <p:nvPr/>
        </p:nvSpPr>
        <p:spPr>
          <a:xfrm>
            <a:off x="5497200" y="2995187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W17.S1</a:t>
            </a:r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ECB92905-12B8-94E9-5C08-009E8DA20067}"/>
              </a:ext>
            </a:extLst>
          </p:cNvPr>
          <p:cNvSpPr/>
          <p:nvPr/>
        </p:nvSpPr>
        <p:spPr>
          <a:xfrm>
            <a:off x="4800674" y="2939398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241D70A0-6AF3-89CB-92EE-B0924D29887E}"/>
              </a:ext>
            </a:extLst>
          </p:cNvPr>
          <p:cNvSpPr/>
          <p:nvPr/>
        </p:nvSpPr>
        <p:spPr>
          <a:xfrm>
            <a:off x="4800674" y="3364896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9E5DF7DA-6D30-8B4A-A685-0C4107DC2734}"/>
              </a:ext>
            </a:extLst>
          </p:cNvPr>
          <p:cNvSpPr/>
          <p:nvPr/>
        </p:nvSpPr>
        <p:spPr>
          <a:xfrm>
            <a:off x="4800673" y="3790394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6B1F6E26-5814-3690-728A-07F1FF94801A}"/>
              </a:ext>
            </a:extLst>
          </p:cNvPr>
          <p:cNvSpPr/>
          <p:nvPr/>
        </p:nvSpPr>
        <p:spPr>
          <a:xfrm>
            <a:off x="4800672" y="4215892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02242A0F-CEEC-54F6-04D7-7CC6210B1AA6}"/>
              </a:ext>
            </a:extLst>
          </p:cNvPr>
          <p:cNvSpPr/>
          <p:nvPr/>
        </p:nvSpPr>
        <p:spPr>
          <a:xfrm>
            <a:off x="4800672" y="4641390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3" name="TextBox 592">
            <a:extLst>
              <a:ext uri="{FF2B5EF4-FFF2-40B4-BE49-F238E27FC236}">
                <a16:creationId xmlns:a16="http://schemas.microsoft.com/office/drawing/2014/main" id="{702321B3-44F7-94E8-39BC-1E153858983E}"/>
              </a:ext>
            </a:extLst>
          </p:cNvPr>
          <p:cNvSpPr txBox="1"/>
          <p:nvPr/>
        </p:nvSpPr>
        <p:spPr>
          <a:xfrm>
            <a:off x="4335543" y="3412763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94" name="TextBox 593">
            <a:extLst>
              <a:ext uri="{FF2B5EF4-FFF2-40B4-BE49-F238E27FC236}">
                <a16:creationId xmlns:a16="http://schemas.microsoft.com/office/drawing/2014/main" id="{3C22B5A5-2180-B773-64E2-42829D8A51DC}"/>
              </a:ext>
            </a:extLst>
          </p:cNvPr>
          <p:cNvSpPr txBox="1"/>
          <p:nvPr/>
        </p:nvSpPr>
        <p:spPr>
          <a:xfrm>
            <a:off x="4336002" y="3821742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95" name="TextBox 594">
            <a:extLst>
              <a:ext uri="{FF2B5EF4-FFF2-40B4-BE49-F238E27FC236}">
                <a16:creationId xmlns:a16="http://schemas.microsoft.com/office/drawing/2014/main" id="{D558FF26-6785-535D-5B71-ADEF4422D216}"/>
              </a:ext>
            </a:extLst>
          </p:cNvPr>
          <p:cNvSpPr txBox="1"/>
          <p:nvPr/>
        </p:nvSpPr>
        <p:spPr>
          <a:xfrm>
            <a:off x="4336901" y="4260184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96" name="TextBox 595">
            <a:extLst>
              <a:ext uri="{FF2B5EF4-FFF2-40B4-BE49-F238E27FC236}">
                <a16:creationId xmlns:a16="http://schemas.microsoft.com/office/drawing/2014/main" id="{07B5481D-1CCA-D013-3D7A-BC593D57CD89}"/>
              </a:ext>
            </a:extLst>
          </p:cNvPr>
          <p:cNvSpPr txBox="1"/>
          <p:nvPr/>
        </p:nvSpPr>
        <p:spPr>
          <a:xfrm>
            <a:off x="4335254" y="4697967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97" name="TextBox 596">
            <a:extLst>
              <a:ext uri="{FF2B5EF4-FFF2-40B4-BE49-F238E27FC236}">
                <a16:creationId xmlns:a16="http://schemas.microsoft.com/office/drawing/2014/main" id="{392A94E3-596F-C917-B47A-37883CEF1E03}"/>
              </a:ext>
            </a:extLst>
          </p:cNvPr>
          <p:cNvSpPr txBox="1"/>
          <p:nvPr/>
        </p:nvSpPr>
        <p:spPr>
          <a:xfrm>
            <a:off x="5497200" y="3421665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W17.S2</a:t>
            </a:r>
          </a:p>
        </p:txBody>
      </p:sp>
      <p:sp>
        <p:nvSpPr>
          <p:cNvPr id="598" name="TextBox 597">
            <a:extLst>
              <a:ext uri="{FF2B5EF4-FFF2-40B4-BE49-F238E27FC236}">
                <a16:creationId xmlns:a16="http://schemas.microsoft.com/office/drawing/2014/main" id="{8072670E-58B9-0C5B-5540-59980A22E92C}"/>
              </a:ext>
            </a:extLst>
          </p:cNvPr>
          <p:cNvSpPr txBox="1"/>
          <p:nvPr/>
        </p:nvSpPr>
        <p:spPr>
          <a:xfrm>
            <a:off x="5497200" y="3848294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W17.S3</a:t>
            </a: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CEC152B6-5618-D4F0-BCA9-DF0A713C6291}"/>
              </a:ext>
            </a:extLst>
          </p:cNvPr>
          <p:cNvSpPr txBox="1"/>
          <p:nvPr/>
        </p:nvSpPr>
        <p:spPr>
          <a:xfrm>
            <a:off x="5497200" y="4274772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W17.S4</a:t>
            </a:r>
          </a:p>
        </p:txBody>
      </p:sp>
      <p:sp>
        <p:nvSpPr>
          <p:cNvPr id="600" name="TextBox 599">
            <a:extLst>
              <a:ext uri="{FF2B5EF4-FFF2-40B4-BE49-F238E27FC236}">
                <a16:creationId xmlns:a16="http://schemas.microsoft.com/office/drawing/2014/main" id="{464D2D80-D317-8423-ABBF-13FE4BAB07DA}"/>
              </a:ext>
            </a:extLst>
          </p:cNvPr>
          <p:cNvSpPr txBox="1"/>
          <p:nvPr/>
        </p:nvSpPr>
        <p:spPr>
          <a:xfrm>
            <a:off x="5497200" y="4695820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W17.S5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601" name="Rectangle 600">
            <a:extLst>
              <a:ext uri="{FF2B5EF4-FFF2-40B4-BE49-F238E27FC236}">
                <a16:creationId xmlns:a16="http://schemas.microsoft.com/office/drawing/2014/main" id="{D192EC95-590F-AB90-002E-2883741C1361}"/>
              </a:ext>
            </a:extLst>
          </p:cNvPr>
          <p:cNvSpPr/>
          <p:nvPr/>
        </p:nvSpPr>
        <p:spPr>
          <a:xfrm>
            <a:off x="360077" y="5200822"/>
            <a:ext cx="722557" cy="359243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2" name="Rectangle 601">
            <a:extLst>
              <a:ext uri="{FF2B5EF4-FFF2-40B4-BE49-F238E27FC236}">
                <a16:creationId xmlns:a16="http://schemas.microsoft.com/office/drawing/2014/main" id="{8AA9211F-51D2-9840-F68F-C81EA3D60AB2}"/>
              </a:ext>
            </a:extLst>
          </p:cNvPr>
          <p:cNvSpPr/>
          <p:nvPr/>
        </p:nvSpPr>
        <p:spPr>
          <a:xfrm>
            <a:off x="360077" y="5626320"/>
            <a:ext cx="72255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3" name="Rectangle 602">
            <a:extLst>
              <a:ext uri="{FF2B5EF4-FFF2-40B4-BE49-F238E27FC236}">
                <a16:creationId xmlns:a16="http://schemas.microsoft.com/office/drawing/2014/main" id="{18156187-9EB1-EE62-D3F1-E207BC6B9434}"/>
              </a:ext>
            </a:extLst>
          </p:cNvPr>
          <p:cNvSpPr/>
          <p:nvPr/>
        </p:nvSpPr>
        <p:spPr>
          <a:xfrm>
            <a:off x="360076" y="6051818"/>
            <a:ext cx="72255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4" name="Rectangle 603">
            <a:extLst>
              <a:ext uri="{FF2B5EF4-FFF2-40B4-BE49-F238E27FC236}">
                <a16:creationId xmlns:a16="http://schemas.microsoft.com/office/drawing/2014/main" id="{6AF01ABC-E792-328F-EB97-6B02254CB3E8}"/>
              </a:ext>
            </a:extLst>
          </p:cNvPr>
          <p:cNvSpPr/>
          <p:nvPr/>
        </p:nvSpPr>
        <p:spPr>
          <a:xfrm>
            <a:off x="360075" y="6477316"/>
            <a:ext cx="72255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5" name="Rectangle 604">
            <a:extLst>
              <a:ext uri="{FF2B5EF4-FFF2-40B4-BE49-F238E27FC236}">
                <a16:creationId xmlns:a16="http://schemas.microsoft.com/office/drawing/2014/main" id="{190367A3-A931-7839-CA5D-CA0B364B01D7}"/>
              </a:ext>
            </a:extLst>
          </p:cNvPr>
          <p:cNvSpPr/>
          <p:nvPr/>
        </p:nvSpPr>
        <p:spPr>
          <a:xfrm>
            <a:off x="360075" y="6902814"/>
            <a:ext cx="72255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6" name="TextBox 605">
            <a:extLst>
              <a:ext uri="{FF2B5EF4-FFF2-40B4-BE49-F238E27FC236}">
                <a16:creationId xmlns:a16="http://schemas.microsoft.com/office/drawing/2014/main" id="{86B34B25-86C7-C3C2-0AFD-57C197E6EE3D}"/>
              </a:ext>
            </a:extLst>
          </p:cNvPr>
          <p:cNvSpPr txBox="1"/>
          <p:nvPr/>
        </p:nvSpPr>
        <p:spPr>
          <a:xfrm>
            <a:off x="325151" y="5004700"/>
            <a:ext cx="787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6"/>
                </a:solidFill>
              </a:rPr>
              <a:t>W18</a:t>
            </a:r>
          </a:p>
        </p:txBody>
      </p:sp>
      <p:sp>
        <p:nvSpPr>
          <p:cNvPr id="607" name="TextBox 606">
            <a:extLst>
              <a:ext uri="{FF2B5EF4-FFF2-40B4-BE49-F238E27FC236}">
                <a16:creationId xmlns:a16="http://schemas.microsoft.com/office/drawing/2014/main" id="{75B908F0-E614-8511-8932-07874A685B4F}"/>
              </a:ext>
            </a:extLst>
          </p:cNvPr>
          <p:cNvSpPr txBox="1"/>
          <p:nvPr/>
        </p:nvSpPr>
        <p:spPr>
          <a:xfrm>
            <a:off x="1751138" y="5004693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6"/>
                </a:solidFill>
              </a:rPr>
              <a:t>W18.R1</a:t>
            </a:r>
          </a:p>
        </p:txBody>
      </p:sp>
      <p:sp>
        <p:nvSpPr>
          <p:cNvPr id="608" name="Rectangle 607">
            <a:extLst>
              <a:ext uri="{FF2B5EF4-FFF2-40B4-BE49-F238E27FC236}">
                <a16:creationId xmlns:a16="http://schemas.microsoft.com/office/drawing/2014/main" id="{4F4E6C9E-5BA3-C42E-8496-355DF6749A4C}"/>
              </a:ext>
            </a:extLst>
          </p:cNvPr>
          <p:cNvSpPr/>
          <p:nvPr/>
        </p:nvSpPr>
        <p:spPr>
          <a:xfrm>
            <a:off x="1852044" y="5200822"/>
            <a:ext cx="864539" cy="359243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9" name="Rectangle 608">
            <a:extLst>
              <a:ext uri="{FF2B5EF4-FFF2-40B4-BE49-F238E27FC236}">
                <a16:creationId xmlns:a16="http://schemas.microsoft.com/office/drawing/2014/main" id="{A4997FBF-3DF0-2B20-AED0-D0866192F6A5}"/>
              </a:ext>
            </a:extLst>
          </p:cNvPr>
          <p:cNvSpPr/>
          <p:nvPr/>
        </p:nvSpPr>
        <p:spPr>
          <a:xfrm>
            <a:off x="1852044" y="5626320"/>
            <a:ext cx="87164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10" name="Rectangle 609">
            <a:extLst>
              <a:ext uri="{FF2B5EF4-FFF2-40B4-BE49-F238E27FC236}">
                <a16:creationId xmlns:a16="http://schemas.microsoft.com/office/drawing/2014/main" id="{18CD440C-E2A5-C976-FEAC-18527D2A32A1}"/>
              </a:ext>
            </a:extLst>
          </p:cNvPr>
          <p:cNvSpPr/>
          <p:nvPr/>
        </p:nvSpPr>
        <p:spPr>
          <a:xfrm>
            <a:off x="1852042" y="6051818"/>
            <a:ext cx="871649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31C2AC9B-4B03-A9B3-A3ED-BA298BA58673}"/>
              </a:ext>
            </a:extLst>
          </p:cNvPr>
          <p:cNvSpPr/>
          <p:nvPr/>
        </p:nvSpPr>
        <p:spPr>
          <a:xfrm>
            <a:off x="1852042" y="6477316"/>
            <a:ext cx="871650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12" name="Rectangle 611">
            <a:extLst>
              <a:ext uri="{FF2B5EF4-FFF2-40B4-BE49-F238E27FC236}">
                <a16:creationId xmlns:a16="http://schemas.microsoft.com/office/drawing/2014/main" id="{64212FCA-1C04-9941-7ECC-5DCE14B2D449}"/>
              </a:ext>
            </a:extLst>
          </p:cNvPr>
          <p:cNvSpPr/>
          <p:nvPr/>
        </p:nvSpPr>
        <p:spPr>
          <a:xfrm>
            <a:off x="1852042" y="6902814"/>
            <a:ext cx="871650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613" name="Elbow Connector 612">
            <a:extLst>
              <a:ext uri="{FF2B5EF4-FFF2-40B4-BE49-F238E27FC236}">
                <a16:creationId xmlns:a16="http://schemas.microsoft.com/office/drawing/2014/main" id="{38A0E427-09A6-84BD-66E7-D8EE6BF485CC}"/>
              </a:ext>
            </a:extLst>
          </p:cNvPr>
          <p:cNvCxnSpPr>
            <a:cxnSpLocks/>
            <a:stCxn id="608" idx="1"/>
            <a:endCxn id="609" idx="1"/>
          </p:cNvCxnSpPr>
          <p:nvPr/>
        </p:nvCxnSpPr>
        <p:spPr>
          <a:xfrm rot="10800000" flipV="1">
            <a:off x="1852044" y="5380444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14" name="TextBox 613">
            <a:extLst>
              <a:ext uri="{FF2B5EF4-FFF2-40B4-BE49-F238E27FC236}">
                <a16:creationId xmlns:a16="http://schemas.microsoft.com/office/drawing/2014/main" id="{BDD37408-15B9-D735-EAB7-45BA27045768}"/>
              </a:ext>
            </a:extLst>
          </p:cNvPr>
          <p:cNvSpPr txBox="1">
            <a:spLocks/>
          </p:cNvSpPr>
          <p:nvPr/>
        </p:nvSpPr>
        <p:spPr>
          <a:xfrm>
            <a:off x="1530319" y="557136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x2</a:t>
            </a:r>
          </a:p>
        </p:txBody>
      </p:sp>
      <p:cxnSp>
        <p:nvCxnSpPr>
          <p:cNvPr id="615" name="Elbow Connector 614">
            <a:extLst>
              <a:ext uri="{FF2B5EF4-FFF2-40B4-BE49-F238E27FC236}">
                <a16:creationId xmlns:a16="http://schemas.microsoft.com/office/drawing/2014/main" id="{B0C77532-0C73-96DE-DD9E-FF4CAFA3A486}"/>
              </a:ext>
            </a:extLst>
          </p:cNvPr>
          <p:cNvCxnSpPr>
            <a:cxnSpLocks/>
            <a:endCxn id="610" idx="1"/>
          </p:cNvCxnSpPr>
          <p:nvPr/>
        </p:nvCxnSpPr>
        <p:spPr>
          <a:xfrm rot="16200000" flipH="1">
            <a:off x="1244881" y="5624279"/>
            <a:ext cx="850996" cy="363326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16" name="Elbow Connector 615">
            <a:extLst>
              <a:ext uri="{FF2B5EF4-FFF2-40B4-BE49-F238E27FC236}">
                <a16:creationId xmlns:a16="http://schemas.microsoft.com/office/drawing/2014/main" id="{1D909391-D64C-5EA2-2840-F18D1939958E}"/>
              </a:ext>
            </a:extLst>
          </p:cNvPr>
          <p:cNvCxnSpPr>
            <a:cxnSpLocks/>
            <a:endCxn id="611" idx="1"/>
          </p:cNvCxnSpPr>
          <p:nvPr/>
        </p:nvCxnSpPr>
        <p:spPr>
          <a:xfrm rot="16200000" flipH="1">
            <a:off x="994860" y="5799756"/>
            <a:ext cx="1276498" cy="437866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17" name="Elbow Connector 616">
            <a:extLst>
              <a:ext uri="{FF2B5EF4-FFF2-40B4-BE49-F238E27FC236}">
                <a16:creationId xmlns:a16="http://schemas.microsoft.com/office/drawing/2014/main" id="{89D509CA-A285-CAC2-FFA7-74D6C3863876}"/>
              </a:ext>
            </a:extLst>
          </p:cNvPr>
          <p:cNvCxnSpPr>
            <a:cxnSpLocks/>
            <a:endCxn id="612" idx="1"/>
          </p:cNvCxnSpPr>
          <p:nvPr/>
        </p:nvCxnSpPr>
        <p:spPr>
          <a:xfrm rot="16200000" flipH="1">
            <a:off x="746585" y="5976979"/>
            <a:ext cx="1701996" cy="508918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18" name="TextBox 617">
            <a:extLst>
              <a:ext uri="{FF2B5EF4-FFF2-40B4-BE49-F238E27FC236}">
                <a16:creationId xmlns:a16="http://schemas.microsoft.com/office/drawing/2014/main" id="{8231BAF7-0A9D-E88F-3CDF-3E6EC18766C1}"/>
              </a:ext>
            </a:extLst>
          </p:cNvPr>
          <p:cNvSpPr txBox="1"/>
          <p:nvPr/>
        </p:nvSpPr>
        <p:spPr>
          <a:xfrm>
            <a:off x="1515529" y="6004820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x3</a:t>
            </a:r>
          </a:p>
        </p:txBody>
      </p:sp>
      <p:sp>
        <p:nvSpPr>
          <p:cNvPr id="619" name="TextBox 618">
            <a:extLst>
              <a:ext uri="{FF2B5EF4-FFF2-40B4-BE49-F238E27FC236}">
                <a16:creationId xmlns:a16="http://schemas.microsoft.com/office/drawing/2014/main" id="{97A9F849-4FA8-0147-5A61-ADF0C6419BE8}"/>
              </a:ext>
            </a:extLst>
          </p:cNvPr>
          <p:cNvSpPr txBox="1"/>
          <p:nvPr/>
        </p:nvSpPr>
        <p:spPr>
          <a:xfrm>
            <a:off x="1515528" y="6428999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x4</a:t>
            </a:r>
          </a:p>
        </p:txBody>
      </p:sp>
      <p:sp>
        <p:nvSpPr>
          <p:cNvPr id="620" name="TextBox 619">
            <a:extLst>
              <a:ext uri="{FF2B5EF4-FFF2-40B4-BE49-F238E27FC236}">
                <a16:creationId xmlns:a16="http://schemas.microsoft.com/office/drawing/2014/main" id="{61B0C228-613E-1EB1-FEBA-4FC9B19DDFFD}"/>
              </a:ext>
            </a:extLst>
          </p:cNvPr>
          <p:cNvSpPr txBox="1"/>
          <p:nvPr/>
        </p:nvSpPr>
        <p:spPr>
          <a:xfrm>
            <a:off x="1500741" y="6854126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x5</a:t>
            </a:r>
          </a:p>
        </p:txBody>
      </p:sp>
      <p:cxnSp>
        <p:nvCxnSpPr>
          <p:cNvPr id="621" name="Straight Connector 620">
            <a:extLst>
              <a:ext uri="{FF2B5EF4-FFF2-40B4-BE49-F238E27FC236}">
                <a16:creationId xmlns:a16="http://schemas.microsoft.com/office/drawing/2014/main" id="{A6603284-749A-3C19-327B-256771CC4A1C}"/>
              </a:ext>
            </a:extLst>
          </p:cNvPr>
          <p:cNvCxnSpPr>
            <a:cxnSpLocks/>
          </p:cNvCxnSpPr>
          <p:nvPr/>
        </p:nvCxnSpPr>
        <p:spPr>
          <a:xfrm>
            <a:off x="1333744" y="5380439"/>
            <a:ext cx="254357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22" name="TextBox 621">
            <a:extLst>
              <a:ext uri="{FF2B5EF4-FFF2-40B4-BE49-F238E27FC236}">
                <a16:creationId xmlns:a16="http://schemas.microsoft.com/office/drawing/2014/main" id="{32B4B23B-6D8D-BF2E-7870-14F777ECA520}"/>
              </a:ext>
            </a:extLst>
          </p:cNvPr>
          <p:cNvSpPr txBox="1"/>
          <p:nvPr/>
        </p:nvSpPr>
        <p:spPr>
          <a:xfrm>
            <a:off x="2709053" y="5195773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9F150286-C16B-8EEC-8619-7A9363EAAD6F}"/>
              </a:ext>
            </a:extLst>
          </p:cNvPr>
          <p:cNvSpPr txBox="1"/>
          <p:nvPr/>
        </p:nvSpPr>
        <p:spPr>
          <a:xfrm>
            <a:off x="3395370" y="5004691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6"/>
                </a:solidFill>
              </a:rPr>
              <a:t>W18.R2</a:t>
            </a:r>
          </a:p>
        </p:txBody>
      </p:sp>
      <p:sp>
        <p:nvSpPr>
          <p:cNvPr id="624" name="Rectangle 623">
            <a:extLst>
              <a:ext uri="{FF2B5EF4-FFF2-40B4-BE49-F238E27FC236}">
                <a16:creationId xmlns:a16="http://schemas.microsoft.com/office/drawing/2014/main" id="{3577C7BF-7B5B-F5B4-59EF-A1EFC55BC582}"/>
              </a:ext>
            </a:extLst>
          </p:cNvPr>
          <p:cNvSpPr/>
          <p:nvPr/>
        </p:nvSpPr>
        <p:spPr>
          <a:xfrm>
            <a:off x="3485037" y="5207079"/>
            <a:ext cx="864539" cy="359243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5" name="Rectangle 624">
            <a:extLst>
              <a:ext uri="{FF2B5EF4-FFF2-40B4-BE49-F238E27FC236}">
                <a16:creationId xmlns:a16="http://schemas.microsoft.com/office/drawing/2014/main" id="{4ACAAF8D-FDD8-CFF9-3555-782D4930EBBD}"/>
              </a:ext>
            </a:extLst>
          </p:cNvPr>
          <p:cNvSpPr/>
          <p:nvPr/>
        </p:nvSpPr>
        <p:spPr>
          <a:xfrm>
            <a:off x="3485037" y="5632577"/>
            <a:ext cx="87164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6" name="Rectangle 625">
            <a:extLst>
              <a:ext uri="{FF2B5EF4-FFF2-40B4-BE49-F238E27FC236}">
                <a16:creationId xmlns:a16="http://schemas.microsoft.com/office/drawing/2014/main" id="{CE147E69-5E6B-0FBB-9E8F-8E1E4950B40B}"/>
              </a:ext>
            </a:extLst>
          </p:cNvPr>
          <p:cNvSpPr/>
          <p:nvPr/>
        </p:nvSpPr>
        <p:spPr>
          <a:xfrm>
            <a:off x="3485035" y="6058075"/>
            <a:ext cx="871649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7" name="Rectangle 626">
            <a:extLst>
              <a:ext uri="{FF2B5EF4-FFF2-40B4-BE49-F238E27FC236}">
                <a16:creationId xmlns:a16="http://schemas.microsoft.com/office/drawing/2014/main" id="{7E35D445-3A14-F5B5-AA1D-0C1D556A0F27}"/>
              </a:ext>
            </a:extLst>
          </p:cNvPr>
          <p:cNvSpPr/>
          <p:nvPr/>
        </p:nvSpPr>
        <p:spPr>
          <a:xfrm>
            <a:off x="3485035" y="6483573"/>
            <a:ext cx="871650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2D91E14C-2F18-1759-6F29-BAB6A0A307CB}"/>
              </a:ext>
            </a:extLst>
          </p:cNvPr>
          <p:cNvSpPr/>
          <p:nvPr/>
        </p:nvSpPr>
        <p:spPr>
          <a:xfrm>
            <a:off x="3485035" y="6909071"/>
            <a:ext cx="871650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629" name="Elbow Connector 628">
            <a:extLst>
              <a:ext uri="{FF2B5EF4-FFF2-40B4-BE49-F238E27FC236}">
                <a16:creationId xmlns:a16="http://schemas.microsoft.com/office/drawing/2014/main" id="{6330B87C-61EB-C549-EDE5-81B845268355}"/>
              </a:ext>
            </a:extLst>
          </p:cNvPr>
          <p:cNvCxnSpPr>
            <a:cxnSpLocks/>
            <a:stCxn id="624" idx="1"/>
            <a:endCxn id="625" idx="1"/>
          </p:cNvCxnSpPr>
          <p:nvPr/>
        </p:nvCxnSpPr>
        <p:spPr>
          <a:xfrm rot="10800000" flipV="1">
            <a:off x="3485037" y="5386701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0" name="TextBox 629">
            <a:extLst>
              <a:ext uri="{FF2B5EF4-FFF2-40B4-BE49-F238E27FC236}">
                <a16:creationId xmlns:a16="http://schemas.microsoft.com/office/drawing/2014/main" id="{CB32813C-D3F8-F034-EA3D-97CF8CE44517}"/>
              </a:ext>
            </a:extLst>
          </p:cNvPr>
          <p:cNvSpPr txBox="1">
            <a:spLocks/>
          </p:cNvSpPr>
          <p:nvPr/>
        </p:nvSpPr>
        <p:spPr>
          <a:xfrm>
            <a:off x="3163312" y="5577624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x4</a:t>
            </a:r>
          </a:p>
        </p:txBody>
      </p:sp>
      <p:cxnSp>
        <p:nvCxnSpPr>
          <p:cNvPr id="631" name="Elbow Connector 630">
            <a:extLst>
              <a:ext uri="{FF2B5EF4-FFF2-40B4-BE49-F238E27FC236}">
                <a16:creationId xmlns:a16="http://schemas.microsoft.com/office/drawing/2014/main" id="{3E62BC1D-0A5F-C325-089D-07F2B88D3706}"/>
              </a:ext>
            </a:extLst>
          </p:cNvPr>
          <p:cNvCxnSpPr>
            <a:cxnSpLocks/>
            <a:endCxn id="626" idx="1"/>
          </p:cNvCxnSpPr>
          <p:nvPr/>
        </p:nvCxnSpPr>
        <p:spPr>
          <a:xfrm rot="16200000" flipH="1">
            <a:off x="2877874" y="5630536"/>
            <a:ext cx="850996" cy="363326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32" name="Elbow Connector 631">
            <a:extLst>
              <a:ext uri="{FF2B5EF4-FFF2-40B4-BE49-F238E27FC236}">
                <a16:creationId xmlns:a16="http://schemas.microsoft.com/office/drawing/2014/main" id="{1291744F-399B-0CF9-B585-F6DB4C3AE685}"/>
              </a:ext>
            </a:extLst>
          </p:cNvPr>
          <p:cNvCxnSpPr>
            <a:cxnSpLocks/>
            <a:endCxn id="627" idx="1"/>
          </p:cNvCxnSpPr>
          <p:nvPr/>
        </p:nvCxnSpPr>
        <p:spPr>
          <a:xfrm rot="16200000" flipH="1">
            <a:off x="2627853" y="5806013"/>
            <a:ext cx="1276498" cy="437866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33" name="Elbow Connector 632">
            <a:extLst>
              <a:ext uri="{FF2B5EF4-FFF2-40B4-BE49-F238E27FC236}">
                <a16:creationId xmlns:a16="http://schemas.microsoft.com/office/drawing/2014/main" id="{641198E9-823A-0C68-1B05-619350B983DC}"/>
              </a:ext>
            </a:extLst>
          </p:cNvPr>
          <p:cNvCxnSpPr>
            <a:cxnSpLocks/>
            <a:endCxn id="628" idx="1"/>
          </p:cNvCxnSpPr>
          <p:nvPr/>
        </p:nvCxnSpPr>
        <p:spPr>
          <a:xfrm rot="16200000" flipH="1">
            <a:off x="2379578" y="5983236"/>
            <a:ext cx="1701996" cy="508918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4" name="TextBox 633">
            <a:extLst>
              <a:ext uri="{FF2B5EF4-FFF2-40B4-BE49-F238E27FC236}">
                <a16:creationId xmlns:a16="http://schemas.microsoft.com/office/drawing/2014/main" id="{E9B9BB43-0396-63BC-4310-FAEC5ABF9F52}"/>
              </a:ext>
            </a:extLst>
          </p:cNvPr>
          <p:cNvSpPr txBox="1"/>
          <p:nvPr/>
        </p:nvSpPr>
        <p:spPr>
          <a:xfrm>
            <a:off x="3148522" y="601107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x9</a:t>
            </a:r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52E6754C-5B77-9742-49DF-86E757155183}"/>
              </a:ext>
            </a:extLst>
          </p:cNvPr>
          <p:cNvSpPr txBox="1"/>
          <p:nvPr/>
        </p:nvSpPr>
        <p:spPr>
          <a:xfrm>
            <a:off x="3114056" y="6435256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x16</a:t>
            </a:r>
          </a:p>
        </p:txBody>
      </p:sp>
      <p:sp>
        <p:nvSpPr>
          <p:cNvPr id="636" name="TextBox 635">
            <a:extLst>
              <a:ext uri="{FF2B5EF4-FFF2-40B4-BE49-F238E27FC236}">
                <a16:creationId xmlns:a16="http://schemas.microsoft.com/office/drawing/2014/main" id="{47CB5CDF-B3A6-A6AC-E20F-066AEB0ACCBD}"/>
              </a:ext>
            </a:extLst>
          </p:cNvPr>
          <p:cNvSpPr txBox="1"/>
          <p:nvPr/>
        </p:nvSpPr>
        <p:spPr>
          <a:xfrm>
            <a:off x="3099269" y="6860383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x25</a:t>
            </a:r>
          </a:p>
        </p:txBody>
      </p:sp>
      <p:cxnSp>
        <p:nvCxnSpPr>
          <p:cNvPr id="637" name="Straight Connector 636">
            <a:extLst>
              <a:ext uri="{FF2B5EF4-FFF2-40B4-BE49-F238E27FC236}">
                <a16:creationId xmlns:a16="http://schemas.microsoft.com/office/drawing/2014/main" id="{6507539D-1A9D-4395-DDB1-F12F1FFAF652}"/>
              </a:ext>
            </a:extLst>
          </p:cNvPr>
          <p:cNvCxnSpPr>
            <a:cxnSpLocks/>
          </p:cNvCxnSpPr>
          <p:nvPr/>
        </p:nvCxnSpPr>
        <p:spPr>
          <a:xfrm>
            <a:off x="2966737" y="5386696"/>
            <a:ext cx="254357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8" name="TextBox 637">
            <a:extLst>
              <a:ext uri="{FF2B5EF4-FFF2-40B4-BE49-F238E27FC236}">
                <a16:creationId xmlns:a16="http://schemas.microsoft.com/office/drawing/2014/main" id="{032D5953-A3BD-54BF-3E57-7C5E6313D3BE}"/>
              </a:ext>
            </a:extLst>
          </p:cNvPr>
          <p:cNvSpPr txBox="1"/>
          <p:nvPr/>
        </p:nvSpPr>
        <p:spPr>
          <a:xfrm>
            <a:off x="2712273" y="562317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39" name="TextBox 638">
            <a:extLst>
              <a:ext uri="{FF2B5EF4-FFF2-40B4-BE49-F238E27FC236}">
                <a16:creationId xmlns:a16="http://schemas.microsoft.com/office/drawing/2014/main" id="{F891D29D-A2D1-7297-208C-E389E0B41401}"/>
              </a:ext>
            </a:extLst>
          </p:cNvPr>
          <p:cNvSpPr txBox="1"/>
          <p:nvPr/>
        </p:nvSpPr>
        <p:spPr>
          <a:xfrm>
            <a:off x="2712273" y="604358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0" name="TextBox 639">
            <a:extLst>
              <a:ext uri="{FF2B5EF4-FFF2-40B4-BE49-F238E27FC236}">
                <a16:creationId xmlns:a16="http://schemas.microsoft.com/office/drawing/2014/main" id="{ADF22612-B859-2B2C-5FB0-1F815339ACF3}"/>
              </a:ext>
            </a:extLst>
          </p:cNvPr>
          <p:cNvSpPr txBox="1"/>
          <p:nvPr/>
        </p:nvSpPr>
        <p:spPr>
          <a:xfrm>
            <a:off x="2712273" y="647532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1" name="TextBox 640">
            <a:extLst>
              <a:ext uri="{FF2B5EF4-FFF2-40B4-BE49-F238E27FC236}">
                <a16:creationId xmlns:a16="http://schemas.microsoft.com/office/drawing/2014/main" id="{6291FC8F-C591-65FE-3CDC-15C340F85C22}"/>
              </a:ext>
            </a:extLst>
          </p:cNvPr>
          <p:cNvSpPr txBox="1"/>
          <p:nvPr/>
        </p:nvSpPr>
        <p:spPr>
          <a:xfrm>
            <a:off x="2712273" y="689848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2" name="TextBox 641">
            <a:extLst>
              <a:ext uri="{FF2B5EF4-FFF2-40B4-BE49-F238E27FC236}">
                <a16:creationId xmlns:a16="http://schemas.microsoft.com/office/drawing/2014/main" id="{633DD1D6-BD9F-6EE4-D59E-7503CEE5D5C1}"/>
              </a:ext>
            </a:extLst>
          </p:cNvPr>
          <p:cNvSpPr txBox="1"/>
          <p:nvPr/>
        </p:nvSpPr>
        <p:spPr>
          <a:xfrm>
            <a:off x="1077803" y="5195773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3" name="TextBox 642">
            <a:extLst>
              <a:ext uri="{FF2B5EF4-FFF2-40B4-BE49-F238E27FC236}">
                <a16:creationId xmlns:a16="http://schemas.microsoft.com/office/drawing/2014/main" id="{C39FFBAC-E643-028B-7E09-E78544308D99}"/>
              </a:ext>
            </a:extLst>
          </p:cNvPr>
          <p:cNvSpPr txBox="1"/>
          <p:nvPr/>
        </p:nvSpPr>
        <p:spPr>
          <a:xfrm>
            <a:off x="1081023" y="562317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4" name="TextBox 643">
            <a:extLst>
              <a:ext uri="{FF2B5EF4-FFF2-40B4-BE49-F238E27FC236}">
                <a16:creationId xmlns:a16="http://schemas.microsoft.com/office/drawing/2014/main" id="{5A24C8C6-B050-32D0-F66C-8F7121FF7CB9}"/>
              </a:ext>
            </a:extLst>
          </p:cNvPr>
          <p:cNvSpPr txBox="1"/>
          <p:nvPr/>
        </p:nvSpPr>
        <p:spPr>
          <a:xfrm>
            <a:off x="1081023" y="604358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5" name="TextBox 644">
            <a:extLst>
              <a:ext uri="{FF2B5EF4-FFF2-40B4-BE49-F238E27FC236}">
                <a16:creationId xmlns:a16="http://schemas.microsoft.com/office/drawing/2014/main" id="{0FE55213-52B3-558B-B327-1CA6BD76023E}"/>
              </a:ext>
            </a:extLst>
          </p:cNvPr>
          <p:cNvSpPr txBox="1"/>
          <p:nvPr/>
        </p:nvSpPr>
        <p:spPr>
          <a:xfrm>
            <a:off x="1081023" y="647532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6" name="TextBox 645">
            <a:extLst>
              <a:ext uri="{FF2B5EF4-FFF2-40B4-BE49-F238E27FC236}">
                <a16:creationId xmlns:a16="http://schemas.microsoft.com/office/drawing/2014/main" id="{8DDADC15-7532-E999-0EDF-2AF7E3AF93B9}"/>
              </a:ext>
            </a:extLst>
          </p:cNvPr>
          <p:cNvSpPr txBox="1"/>
          <p:nvPr/>
        </p:nvSpPr>
        <p:spPr>
          <a:xfrm>
            <a:off x="1081023" y="689848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7" name="TextBox 646">
            <a:extLst>
              <a:ext uri="{FF2B5EF4-FFF2-40B4-BE49-F238E27FC236}">
                <a16:creationId xmlns:a16="http://schemas.microsoft.com/office/drawing/2014/main" id="{CD898894-E007-027D-95FA-79775667190D}"/>
              </a:ext>
            </a:extLst>
          </p:cNvPr>
          <p:cNvSpPr txBox="1"/>
          <p:nvPr/>
        </p:nvSpPr>
        <p:spPr>
          <a:xfrm>
            <a:off x="4335048" y="5257328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48" name="TextBox 647">
            <a:extLst>
              <a:ext uri="{FF2B5EF4-FFF2-40B4-BE49-F238E27FC236}">
                <a16:creationId xmlns:a16="http://schemas.microsoft.com/office/drawing/2014/main" id="{447F3BBB-0F5B-9487-F3CC-ADB43B777122}"/>
              </a:ext>
            </a:extLst>
          </p:cNvPr>
          <p:cNvSpPr txBox="1"/>
          <p:nvPr/>
        </p:nvSpPr>
        <p:spPr>
          <a:xfrm>
            <a:off x="5495764" y="5267157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W18.S1</a:t>
            </a:r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2CFBC5EB-55C9-1B8F-5C97-B3399684D48C}"/>
              </a:ext>
            </a:extLst>
          </p:cNvPr>
          <p:cNvSpPr/>
          <p:nvPr/>
        </p:nvSpPr>
        <p:spPr>
          <a:xfrm>
            <a:off x="4804412" y="5211368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0" name="Rectangle 649">
            <a:extLst>
              <a:ext uri="{FF2B5EF4-FFF2-40B4-BE49-F238E27FC236}">
                <a16:creationId xmlns:a16="http://schemas.microsoft.com/office/drawing/2014/main" id="{D47FCBB4-799E-A4F5-DCA6-F8AD69D285D4}"/>
              </a:ext>
            </a:extLst>
          </p:cNvPr>
          <p:cNvSpPr/>
          <p:nvPr/>
        </p:nvSpPr>
        <p:spPr>
          <a:xfrm>
            <a:off x="4804412" y="5636866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A021A42E-7C8E-B950-4113-B332D00D94DD}"/>
              </a:ext>
            </a:extLst>
          </p:cNvPr>
          <p:cNvSpPr/>
          <p:nvPr/>
        </p:nvSpPr>
        <p:spPr>
          <a:xfrm>
            <a:off x="4804411" y="6062364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2" name="Rectangle 651">
            <a:extLst>
              <a:ext uri="{FF2B5EF4-FFF2-40B4-BE49-F238E27FC236}">
                <a16:creationId xmlns:a16="http://schemas.microsoft.com/office/drawing/2014/main" id="{D16F91EF-F517-929F-35DB-2AC294E4EB98}"/>
              </a:ext>
            </a:extLst>
          </p:cNvPr>
          <p:cNvSpPr/>
          <p:nvPr/>
        </p:nvSpPr>
        <p:spPr>
          <a:xfrm>
            <a:off x="4804410" y="6487862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EF7CE9BB-77B2-60EB-4BB4-B4057381820E}"/>
              </a:ext>
            </a:extLst>
          </p:cNvPr>
          <p:cNvSpPr/>
          <p:nvPr/>
        </p:nvSpPr>
        <p:spPr>
          <a:xfrm>
            <a:off x="4804410" y="6913360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4" name="TextBox 653">
            <a:extLst>
              <a:ext uri="{FF2B5EF4-FFF2-40B4-BE49-F238E27FC236}">
                <a16:creationId xmlns:a16="http://schemas.microsoft.com/office/drawing/2014/main" id="{84C9B1EF-7825-A4D9-6940-1F4F0EBCA81E}"/>
              </a:ext>
            </a:extLst>
          </p:cNvPr>
          <p:cNvSpPr txBox="1"/>
          <p:nvPr/>
        </p:nvSpPr>
        <p:spPr>
          <a:xfrm>
            <a:off x="4339281" y="5684733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55" name="TextBox 654">
            <a:extLst>
              <a:ext uri="{FF2B5EF4-FFF2-40B4-BE49-F238E27FC236}">
                <a16:creationId xmlns:a16="http://schemas.microsoft.com/office/drawing/2014/main" id="{15EAD5C0-0AFE-1236-6E27-F851C6870EA7}"/>
              </a:ext>
            </a:extLst>
          </p:cNvPr>
          <p:cNvSpPr txBox="1"/>
          <p:nvPr/>
        </p:nvSpPr>
        <p:spPr>
          <a:xfrm>
            <a:off x="4339740" y="6093712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56" name="TextBox 655">
            <a:extLst>
              <a:ext uri="{FF2B5EF4-FFF2-40B4-BE49-F238E27FC236}">
                <a16:creationId xmlns:a16="http://schemas.microsoft.com/office/drawing/2014/main" id="{88B99426-4F24-968C-EAB4-E101C4D6F263}"/>
              </a:ext>
            </a:extLst>
          </p:cNvPr>
          <p:cNvSpPr txBox="1"/>
          <p:nvPr/>
        </p:nvSpPr>
        <p:spPr>
          <a:xfrm>
            <a:off x="4340639" y="6532154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57" name="TextBox 656">
            <a:extLst>
              <a:ext uri="{FF2B5EF4-FFF2-40B4-BE49-F238E27FC236}">
                <a16:creationId xmlns:a16="http://schemas.microsoft.com/office/drawing/2014/main" id="{1B49EA80-55E9-FD03-1D89-2E86BE7100FA}"/>
              </a:ext>
            </a:extLst>
          </p:cNvPr>
          <p:cNvSpPr txBox="1"/>
          <p:nvPr/>
        </p:nvSpPr>
        <p:spPr>
          <a:xfrm>
            <a:off x="4338992" y="6969937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58" name="TextBox 657">
            <a:extLst>
              <a:ext uri="{FF2B5EF4-FFF2-40B4-BE49-F238E27FC236}">
                <a16:creationId xmlns:a16="http://schemas.microsoft.com/office/drawing/2014/main" id="{CB31E201-F6C1-CC58-D5CB-90CC0B90613E}"/>
              </a:ext>
            </a:extLst>
          </p:cNvPr>
          <p:cNvSpPr txBox="1"/>
          <p:nvPr/>
        </p:nvSpPr>
        <p:spPr>
          <a:xfrm>
            <a:off x="5495765" y="5693635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W18.S2</a:t>
            </a:r>
          </a:p>
        </p:txBody>
      </p:sp>
      <p:sp>
        <p:nvSpPr>
          <p:cNvPr id="659" name="TextBox 658">
            <a:extLst>
              <a:ext uri="{FF2B5EF4-FFF2-40B4-BE49-F238E27FC236}">
                <a16:creationId xmlns:a16="http://schemas.microsoft.com/office/drawing/2014/main" id="{CF9F6C7F-6F7D-11E2-C4DD-93B957198A2B}"/>
              </a:ext>
            </a:extLst>
          </p:cNvPr>
          <p:cNvSpPr txBox="1"/>
          <p:nvPr/>
        </p:nvSpPr>
        <p:spPr>
          <a:xfrm>
            <a:off x="5496859" y="6120264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W18.S3</a:t>
            </a:r>
          </a:p>
        </p:txBody>
      </p:sp>
      <p:sp>
        <p:nvSpPr>
          <p:cNvPr id="660" name="TextBox 659">
            <a:extLst>
              <a:ext uri="{FF2B5EF4-FFF2-40B4-BE49-F238E27FC236}">
                <a16:creationId xmlns:a16="http://schemas.microsoft.com/office/drawing/2014/main" id="{C6DA1512-E652-00BC-34D3-69A9FE864053}"/>
              </a:ext>
            </a:extLst>
          </p:cNvPr>
          <p:cNvSpPr txBox="1"/>
          <p:nvPr/>
        </p:nvSpPr>
        <p:spPr>
          <a:xfrm>
            <a:off x="5496859" y="6546742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W18.S4</a:t>
            </a:r>
          </a:p>
        </p:txBody>
      </p:sp>
      <p:sp>
        <p:nvSpPr>
          <p:cNvPr id="661" name="TextBox 660">
            <a:extLst>
              <a:ext uri="{FF2B5EF4-FFF2-40B4-BE49-F238E27FC236}">
                <a16:creationId xmlns:a16="http://schemas.microsoft.com/office/drawing/2014/main" id="{BB4D1965-D0B6-03D9-DCCB-2D87AD76C007}"/>
              </a:ext>
            </a:extLst>
          </p:cNvPr>
          <p:cNvSpPr txBox="1"/>
          <p:nvPr/>
        </p:nvSpPr>
        <p:spPr>
          <a:xfrm>
            <a:off x="5495765" y="6967790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W18.S5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34C457-E217-2E49-7C5A-A0C4718EFA75}"/>
              </a:ext>
            </a:extLst>
          </p:cNvPr>
          <p:cNvSpPr txBox="1"/>
          <p:nvPr/>
        </p:nvSpPr>
        <p:spPr>
          <a:xfrm>
            <a:off x="5457753" y="7548128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R6.S1</a:t>
            </a:r>
            <a:r>
              <a:rPr lang="en-US" sz="1000" noProof="0" dirty="0"/>
              <a:t>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7BE00B-02D1-B7AD-D280-1546C40B8D59}"/>
              </a:ext>
            </a:extLst>
          </p:cNvPr>
          <p:cNvSpPr txBox="1"/>
          <p:nvPr/>
        </p:nvSpPr>
        <p:spPr>
          <a:xfrm>
            <a:off x="5871600" y="7863804"/>
            <a:ext cx="6228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W16.S2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W17.S2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W18.S2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37A159-F1AB-7971-CC7E-1603D6D2E2C1}"/>
              </a:ext>
            </a:extLst>
          </p:cNvPr>
          <p:cNvSpPr txBox="1"/>
          <p:nvPr/>
        </p:nvSpPr>
        <p:spPr>
          <a:xfrm>
            <a:off x="5457074" y="7971526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R6</a:t>
            </a:r>
            <a:r>
              <a:rPr lang="en-US" sz="1000" noProof="0" dirty="0">
                <a:solidFill>
                  <a:srgbClr val="A02A93"/>
                </a:solidFill>
              </a:rPr>
              <a:t>.S2</a:t>
            </a:r>
            <a:r>
              <a:rPr lang="en-US" sz="1000" noProof="0" dirty="0"/>
              <a:t>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91302C-F94C-F096-8220-11BBB635561A}"/>
              </a:ext>
            </a:extLst>
          </p:cNvPr>
          <p:cNvSpPr txBox="1"/>
          <p:nvPr/>
        </p:nvSpPr>
        <p:spPr>
          <a:xfrm>
            <a:off x="5871600" y="8292250"/>
            <a:ext cx="6228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W16.S3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W17.S3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W18.S3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BD5524-FE0E-1C5C-6F30-1ADDDFA9A578}"/>
              </a:ext>
            </a:extLst>
          </p:cNvPr>
          <p:cNvSpPr txBox="1"/>
          <p:nvPr/>
        </p:nvSpPr>
        <p:spPr>
          <a:xfrm>
            <a:off x="5457600" y="8401228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R6</a:t>
            </a:r>
            <a:r>
              <a:rPr lang="en-US" sz="1000" noProof="0" dirty="0">
                <a:solidFill>
                  <a:srgbClr val="A02A93"/>
                </a:solidFill>
              </a:rPr>
              <a:t>.S3</a:t>
            </a:r>
            <a:r>
              <a:rPr lang="en-US" sz="1000" noProof="0" dirty="0"/>
              <a:t>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CBA08E-B351-2719-D5DA-3641DC2D9E6B}"/>
              </a:ext>
            </a:extLst>
          </p:cNvPr>
          <p:cNvSpPr txBox="1"/>
          <p:nvPr/>
        </p:nvSpPr>
        <p:spPr>
          <a:xfrm>
            <a:off x="5871600" y="8717050"/>
            <a:ext cx="6228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W16.S4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W17.S4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W18.S4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72E69D-4696-56A9-BEDC-67B28D701FAC}"/>
              </a:ext>
            </a:extLst>
          </p:cNvPr>
          <p:cNvSpPr txBox="1"/>
          <p:nvPr/>
        </p:nvSpPr>
        <p:spPr>
          <a:xfrm>
            <a:off x="5457600" y="8824626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R6</a:t>
            </a:r>
            <a:r>
              <a:rPr lang="en-US" sz="1000" noProof="0" dirty="0">
                <a:solidFill>
                  <a:srgbClr val="A02A93"/>
                </a:solidFill>
              </a:rPr>
              <a:t>.S4</a:t>
            </a:r>
            <a:r>
              <a:rPr lang="en-US" sz="1000" noProof="0" dirty="0"/>
              <a:t>=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39B65F-71C1-56AE-2817-62603176E929}"/>
              </a:ext>
            </a:extLst>
          </p:cNvPr>
          <p:cNvSpPr txBox="1"/>
          <p:nvPr/>
        </p:nvSpPr>
        <p:spPr>
          <a:xfrm>
            <a:off x="5871600" y="9145450"/>
            <a:ext cx="6228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W16.S5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W17.S5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W18.S5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F42F3C-98AA-0E3C-D021-5AA5325CFF57}"/>
              </a:ext>
            </a:extLst>
          </p:cNvPr>
          <p:cNvSpPr txBox="1"/>
          <p:nvPr/>
        </p:nvSpPr>
        <p:spPr>
          <a:xfrm>
            <a:off x="5457600" y="9253210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R6</a:t>
            </a:r>
            <a:r>
              <a:rPr lang="en-US" sz="1000" noProof="0" dirty="0">
                <a:solidFill>
                  <a:srgbClr val="A02A93"/>
                </a:solidFill>
              </a:rPr>
              <a:t>.S5</a:t>
            </a:r>
            <a:r>
              <a:rPr lang="en-US" sz="1000" noProof="0" dirty="0"/>
              <a:t>=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63BBEF-9E67-0273-5E0A-BA61614807F8}"/>
              </a:ext>
            </a:extLst>
          </p:cNvPr>
          <p:cNvSpPr txBox="1"/>
          <p:nvPr/>
        </p:nvSpPr>
        <p:spPr>
          <a:xfrm>
            <a:off x="6019851" y="675822"/>
            <a:ext cx="55607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16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1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7E5831C-E5C2-0469-45B7-4C2EF9D026F9}"/>
              </a:ext>
            </a:extLst>
          </p:cNvPr>
          <p:cNvSpPr/>
          <p:nvPr/>
        </p:nvSpPr>
        <p:spPr>
          <a:xfrm>
            <a:off x="6536342" y="760658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165CD5-14C5-1707-9018-C08B5D338D12}"/>
              </a:ext>
            </a:extLst>
          </p:cNvPr>
          <p:cNvSpPr txBox="1"/>
          <p:nvPr/>
        </p:nvSpPr>
        <p:spPr>
          <a:xfrm>
            <a:off x="6019200" y="1106105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16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2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25AB88-9D29-67F8-4E68-8301280190DC}"/>
              </a:ext>
            </a:extLst>
          </p:cNvPr>
          <p:cNvSpPr/>
          <p:nvPr/>
        </p:nvSpPr>
        <p:spPr>
          <a:xfrm>
            <a:off x="6537600" y="1190941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95BDF9-DC0C-6284-E310-17951F685E8D}"/>
              </a:ext>
            </a:extLst>
          </p:cNvPr>
          <p:cNvSpPr txBox="1"/>
          <p:nvPr/>
        </p:nvSpPr>
        <p:spPr>
          <a:xfrm>
            <a:off x="6019852" y="1526116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16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3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98E06C9-1170-0F4D-6013-7EDC6364A134}"/>
              </a:ext>
            </a:extLst>
          </p:cNvPr>
          <p:cNvSpPr/>
          <p:nvPr/>
        </p:nvSpPr>
        <p:spPr>
          <a:xfrm>
            <a:off x="6536343" y="1610952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D6443F-E47D-D7DE-78F1-C99D029090CE}"/>
              </a:ext>
            </a:extLst>
          </p:cNvPr>
          <p:cNvSpPr txBox="1"/>
          <p:nvPr/>
        </p:nvSpPr>
        <p:spPr>
          <a:xfrm>
            <a:off x="6019200" y="1956399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16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4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6525FDF-8C3F-7D6A-6926-0B9A4F843B96}"/>
              </a:ext>
            </a:extLst>
          </p:cNvPr>
          <p:cNvSpPr/>
          <p:nvPr/>
        </p:nvSpPr>
        <p:spPr>
          <a:xfrm>
            <a:off x="6537600" y="2041235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5CBA6A-691B-4A11-FB31-9038CD31492D}"/>
              </a:ext>
            </a:extLst>
          </p:cNvPr>
          <p:cNvSpPr txBox="1"/>
          <p:nvPr/>
        </p:nvSpPr>
        <p:spPr>
          <a:xfrm>
            <a:off x="6019200" y="2376955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16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5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7539E13-CA68-322E-BBB4-198AC0BB287E}"/>
              </a:ext>
            </a:extLst>
          </p:cNvPr>
          <p:cNvSpPr/>
          <p:nvPr/>
        </p:nvSpPr>
        <p:spPr>
          <a:xfrm>
            <a:off x="6537600" y="2461791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7C65436-37DE-AE14-82E4-FB8476D863F0}"/>
              </a:ext>
            </a:extLst>
          </p:cNvPr>
          <p:cNvSpPr txBox="1"/>
          <p:nvPr/>
        </p:nvSpPr>
        <p:spPr>
          <a:xfrm>
            <a:off x="6019200" y="2950804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17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1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AE3135D-FDF3-B506-1121-F956971A0CE5}"/>
              </a:ext>
            </a:extLst>
          </p:cNvPr>
          <p:cNvSpPr/>
          <p:nvPr/>
        </p:nvSpPr>
        <p:spPr>
          <a:xfrm>
            <a:off x="6537600" y="3035640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52B2811-77D9-B9A8-95F7-357E7235DE4D}"/>
              </a:ext>
            </a:extLst>
          </p:cNvPr>
          <p:cNvSpPr txBox="1"/>
          <p:nvPr/>
        </p:nvSpPr>
        <p:spPr>
          <a:xfrm>
            <a:off x="6019200" y="3381087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17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2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5CFDEC4-2158-09DC-986E-96B8A0A419F9}"/>
              </a:ext>
            </a:extLst>
          </p:cNvPr>
          <p:cNvSpPr/>
          <p:nvPr/>
        </p:nvSpPr>
        <p:spPr>
          <a:xfrm>
            <a:off x="6537600" y="3465923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FE143CE-D57F-1A81-E933-AF3179F8A3A1}"/>
              </a:ext>
            </a:extLst>
          </p:cNvPr>
          <p:cNvSpPr txBox="1"/>
          <p:nvPr/>
        </p:nvSpPr>
        <p:spPr>
          <a:xfrm>
            <a:off x="6019200" y="3801098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17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3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258EDD2-0FA2-F3DC-2A93-1CFBDF8F9EC4}"/>
              </a:ext>
            </a:extLst>
          </p:cNvPr>
          <p:cNvSpPr/>
          <p:nvPr/>
        </p:nvSpPr>
        <p:spPr>
          <a:xfrm>
            <a:off x="6537600" y="3885934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EDD03A0-9731-B11B-8CB9-FADFA97F81CC}"/>
              </a:ext>
            </a:extLst>
          </p:cNvPr>
          <p:cNvSpPr txBox="1"/>
          <p:nvPr/>
        </p:nvSpPr>
        <p:spPr>
          <a:xfrm>
            <a:off x="6019200" y="4231381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17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4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2BC6ED4-C3B7-2362-28A3-874DDFF42CD1}"/>
              </a:ext>
            </a:extLst>
          </p:cNvPr>
          <p:cNvSpPr/>
          <p:nvPr/>
        </p:nvSpPr>
        <p:spPr>
          <a:xfrm>
            <a:off x="6537600" y="4316217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074A54D-18B1-E57D-90A1-5CE905BC23A0}"/>
              </a:ext>
            </a:extLst>
          </p:cNvPr>
          <p:cNvSpPr txBox="1"/>
          <p:nvPr/>
        </p:nvSpPr>
        <p:spPr>
          <a:xfrm>
            <a:off x="6019200" y="4651937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17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5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6F4CEEC-B02A-27AD-623E-A7BE9EFFAB17}"/>
              </a:ext>
            </a:extLst>
          </p:cNvPr>
          <p:cNvSpPr/>
          <p:nvPr/>
        </p:nvSpPr>
        <p:spPr>
          <a:xfrm>
            <a:off x="6537600" y="4735450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DEAEAEA-9682-21C7-772B-CB87459657D5}"/>
              </a:ext>
            </a:extLst>
          </p:cNvPr>
          <p:cNvSpPr txBox="1"/>
          <p:nvPr/>
        </p:nvSpPr>
        <p:spPr>
          <a:xfrm>
            <a:off x="6018565" y="5222288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18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1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D211E97-3F6D-185B-B8DD-6EC3E7B37F42}"/>
              </a:ext>
            </a:extLst>
          </p:cNvPr>
          <p:cNvSpPr/>
          <p:nvPr/>
        </p:nvSpPr>
        <p:spPr>
          <a:xfrm>
            <a:off x="6537600" y="5307124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AD2342F-CD4D-3A89-9F45-BBC2AFEACA65}"/>
              </a:ext>
            </a:extLst>
          </p:cNvPr>
          <p:cNvSpPr txBox="1"/>
          <p:nvPr/>
        </p:nvSpPr>
        <p:spPr>
          <a:xfrm>
            <a:off x="6019200" y="5652571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18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2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C05880F-4ECC-7788-35C1-7F47D60B6E68}"/>
              </a:ext>
            </a:extLst>
          </p:cNvPr>
          <p:cNvSpPr/>
          <p:nvPr/>
        </p:nvSpPr>
        <p:spPr>
          <a:xfrm>
            <a:off x="6538659" y="5737407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5395D45-59B0-6A7B-387A-F02B967E5B22}"/>
              </a:ext>
            </a:extLst>
          </p:cNvPr>
          <p:cNvSpPr txBox="1"/>
          <p:nvPr/>
        </p:nvSpPr>
        <p:spPr>
          <a:xfrm>
            <a:off x="6018566" y="6072582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18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3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46FE4C9-4F25-E7C5-55DC-55970B2651EF}"/>
              </a:ext>
            </a:extLst>
          </p:cNvPr>
          <p:cNvSpPr/>
          <p:nvPr/>
        </p:nvSpPr>
        <p:spPr>
          <a:xfrm>
            <a:off x="6537600" y="6157450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F7F74E8-09F2-B569-7C94-0472FD51B252}"/>
              </a:ext>
            </a:extLst>
          </p:cNvPr>
          <p:cNvSpPr txBox="1"/>
          <p:nvPr/>
        </p:nvSpPr>
        <p:spPr>
          <a:xfrm>
            <a:off x="6019200" y="6502865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18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4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1163581-EAEA-60E2-86FE-D0034816D337}"/>
              </a:ext>
            </a:extLst>
          </p:cNvPr>
          <p:cNvSpPr/>
          <p:nvPr/>
        </p:nvSpPr>
        <p:spPr>
          <a:xfrm>
            <a:off x="6538660" y="6587701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F71FE21-DD40-20AD-96B1-94033091E54A}"/>
              </a:ext>
            </a:extLst>
          </p:cNvPr>
          <p:cNvSpPr txBox="1"/>
          <p:nvPr/>
        </p:nvSpPr>
        <p:spPr>
          <a:xfrm>
            <a:off x="6019200" y="6923421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18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5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E1C2FCA-ADE7-2D35-842E-0B06566FE0B6}"/>
              </a:ext>
            </a:extLst>
          </p:cNvPr>
          <p:cNvSpPr/>
          <p:nvPr/>
        </p:nvSpPr>
        <p:spPr>
          <a:xfrm>
            <a:off x="6538661" y="7008257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481" y="141553"/>
            <a:ext cx="544198" cy="544198"/>
          </a:xfrm>
          <a:prstGeom prst="rect">
            <a:avLst/>
          </a:prstGeom>
          <a:noFill/>
        </p:spPr>
      </p:pic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CB0BBF29-A53B-6DD1-5960-6BBB923A28D7}"/>
              </a:ext>
            </a:extLst>
          </p:cNvPr>
          <p:cNvCxnSpPr>
            <a:cxnSpLocks/>
            <a:stCxn id="70" idx="1"/>
            <a:endCxn id="74" idx="1"/>
          </p:cNvCxnSpPr>
          <p:nvPr/>
        </p:nvCxnSpPr>
        <p:spPr>
          <a:xfrm rot="10800000" flipV="1">
            <a:off x="361170" y="835325"/>
            <a:ext cx="2" cy="1701992"/>
          </a:xfrm>
          <a:prstGeom prst="bentConnector3">
            <a:avLst>
              <a:gd name="adj1" fmla="val 11430100000"/>
            </a:avLst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9996377-DDB0-C0B6-E4E1-0651C308CD34}"/>
              </a:ext>
            </a:extLst>
          </p:cNvPr>
          <p:cNvSpPr txBox="1">
            <a:spLocks/>
          </p:cNvSpPr>
          <p:nvPr/>
        </p:nvSpPr>
        <p:spPr>
          <a:xfrm rot="16200000">
            <a:off x="-253419" y="156321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copy     to      all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FB3F566E-7899-B3E7-F9A0-7DAFD414E3AC}"/>
              </a:ext>
            </a:extLst>
          </p:cNvPr>
          <p:cNvCxnSpPr>
            <a:cxnSpLocks/>
            <a:stCxn id="540" idx="1"/>
            <a:endCxn id="544" idx="1"/>
          </p:cNvCxnSpPr>
          <p:nvPr/>
        </p:nvCxnSpPr>
        <p:spPr>
          <a:xfrm rot="10800000" flipV="1">
            <a:off x="356337" y="3108474"/>
            <a:ext cx="2" cy="1701992"/>
          </a:xfrm>
          <a:prstGeom prst="bentConnector3">
            <a:avLst>
              <a:gd name="adj1" fmla="val 11430100000"/>
            </a:avLst>
          </a:prstGeom>
          <a:ln w="9525">
            <a:solidFill>
              <a:srgbClr val="0F9ED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2BEE9059-2B0B-39F6-8048-B034D64AD84F}"/>
              </a:ext>
            </a:extLst>
          </p:cNvPr>
          <p:cNvSpPr txBox="1">
            <a:spLocks/>
          </p:cNvSpPr>
          <p:nvPr/>
        </p:nvSpPr>
        <p:spPr>
          <a:xfrm rot="16200000">
            <a:off x="-258254" y="3838816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copy     to      all</a:t>
            </a:r>
          </a:p>
        </p:txBody>
      </p: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766EC15C-032C-EB69-1464-F2FF02F71645}"/>
              </a:ext>
            </a:extLst>
          </p:cNvPr>
          <p:cNvCxnSpPr>
            <a:cxnSpLocks/>
            <a:stCxn id="601" idx="1"/>
            <a:endCxn id="605" idx="1"/>
          </p:cNvCxnSpPr>
          <p:nvPr/>
        </p:nvCxnSpPr>
        <p:spPr>
          <a:xfrm rot="10800000" flipV="1">
            <a:off x="360075" y="5380444"/>
            <a:ext cx="2" cy="1701992"/>
          </a:xfrm>
          <a:prstGeom prst="bentConnector3">
            <a:avLst>
              <a:gd name="adj1" fmla="val 11430100000"/>
            </a:avLst>
          </a:prstGeom>
          <a:ln w="9525">
            <a:solidFill>
              <a:srgbClr val="4EA72E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8C7DDE54-68EC-FC6A-A1E8-E77063C1134E}"/>
              </a:ext>
            </a:extLst>
          </p:cNvPr>
          <p:cNvSpPr txBox="1">
            <a:spLocks/>
          </p:cNvSpPr>
          <p:nvPr/>
        </p:nvSpPr>
        <p:spPr>
          <a:xfrm rot="16200000">
            <a:off x="-258252" y="6113948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copy     to      all</a:t>
            </a:r>
          </a:p>
        </p:txBody>
      </p: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DF333819-92C5-6152-3260-2A0F38010E0C}"/>
              </a:ext>
            </a:extLst>
          </p:cNvPr>
          <p:cNvCxnSpPr>
            <a:cxnSpLocks/>
            <a:stCxn id="357" idx="1"/>
            <a:endCxn id="361" idx="1"/>
          </p:cNvCxnSpPr>
          <p:nvPr/>
        </p:nvCxnSpPr>
        <p:spPr>
          <a:xfrm rot="10800000" flipV="1">
            <a:off x="356339" y="7664368"/>
            <a:ext cx="2" cy="1701992"/>
          </a:xfrm>
          <a:prstGeom prst="bentConnector3">
            <a:avLst>
              <a:gd name="adj1" fmla="val 11430100000"/>
            </a:avLst>
          </a:prstGeom>
          <a:ln w="9525">
            <a:solidFill>
              <a:srgbClr val="A02A93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56DD3FE2-3A48-7ADF-BDEF-FF35E11A4606}"/>
              </a:ext>
            </a:extLst>
          </p:cNvPr>
          <p:cNvSpPr txBox="1">
            <a:spLocks/>
          </p:cNvSpPr>
          <p:nvPr/>
        </p:nvSpPr>
        <p:spPr>
          <a:xfrm rot="16200000">
            <a:off x="-258255" y="8392254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copy     to      all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B3B773-A6E8-D7A7-4A30-9F5494F29C5F}"/>
              </a:ext>
            </a:extLst>
          </p:cNvPr>
          <p:cNvSpPr txBox="1"/>
          <p:nvPr/>
        </p:nvSpPr>
        <p:spPr>
          <a:xfrm>
            <a:off x="234965" y="88449"/>
            <a:ext cx="5696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Manua</a:t>
            </a:r>
            <a:r>
              <a:rPr lang="en-US" dirty="0"/>
              <a:t>l Sharing 3-of-5 24 words – Page 07</a:t>
            </a:r>
            <a:endParaRPr lang="en-US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80749A-EA19-4098-EC59-C8797066063B}"/>
              </a:ext>
            </a:extLst>
          </p:cNvPr>
          <p:cNvSpPr txBox="1"/>
          <p:nvPr/>
        </p:nvSpPr>
        <p:spPr>
          <a:xfrm>
            <a:off x="251727" y="339889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</a:t>
            </a:r>
            <a:r>
              <a:rPr lang="en-US" sz="800" b="1" dirty="0"/>
              <a:t>Mod</a:t>
            </a:r>
            <a:r>
              <a:rPr lang="en-US" sz="800" dirty="0"/>
              <a:t>, divide by 2053, subtract the number before the dot, multiply the result by 2053. Roud the result.</a:t>
            </a:r>
            <a:endParaRPr lang="en-US" sz="600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76AF90-D746-0236-A370-AE2BC159A144}"/>
              </a:ext>
            </a:extLst>
          </p:cNvPr>
          <p:cNvSpPr/>
          <p:nvPr/>
        </p:nvSpPr>
        <p:spPr>
          <a:xfrm>
            <a:off x="6612825" y="7529518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5F4E321-DD05-D352-9A8A-E2C524580C5B}"/>
              </a:ext>
            </a:extLst>
          </p:cNvPr>
          <p:cNvSpPr/>
          <p:nvPr/>
        </p:nvSpPr>
        <p:spPr>
          <a:xfrm>
            <a:off x="6612825" y="7690718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D8274F2-340B-8204-9396-F84EAD4E1421}"/>
              </a:ext>
            </a:extLst>
          </p:cNvPr>
          <p:cNvSpPr/>
          <p:nvPr/>
        </p:nvSpPr>
        <p:spPr>
          <a:xfrm>
            <a:off x="6611922" y="79538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820C1BF-5F9D-AE6F-B496-6DEE4532ABB0}"/>
              </a:ext>
            </a:extLst>
          </p:cNvPr>
          <p:cNvSpPr/>
          <p:nvPr/>
        </p:nvSpPr>
        <p:spPr>
          <a:xfrm>
            <a:off x="6611922" y="81122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FCFE053-E559-5A5A-A2E3-0605493CEC68}"/>
              </a:ext>
            </a:extLst>
          </p:cNvPr>
          <p:cNvSpPr/>
          <p:nvPr/>
        </p:nvSpPr>
        <p:spPr>
          <a:xfrm>
            <a:off x="6611922" y="83822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2C0B7F8-2350-AB69-73F2-78BD52970291}"/>
              </a:ext>
            </a:extLst>
          </p:cNvPr>
          <p:cNvSpPr/>
          <p:nvPr/>
        </p:nvSpPr>
        <p:spPr>
          <a:xfrm>
            <a:off x="6611922" y="85442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BCEAAA9-F474-876A-04B3-ADB40DDCC094}"/>
              </a:ext>
            </a:extLst>
          </p:cNvPr>
          <p:cNvSpPr/>
          <p:nvPr/>
        </p:nvSpPr>
        <p:spPr>
          <a:xfrm>
            <a:off x="6611922" y="88070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EB1FC58-673C-6FFA-14D0-A9B0875EB8A2}"/>
              </a:ext>
            </a:extLst>
          </p:cNvPr>
          <p:cNvSpPr/>
          <p:nvPr/>
        </p:nvSpPr>
        <p:spPr>
          <a:xfrm>
            <a:off x="6611922" y="89690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FF82D07-A6CB-801E-F6A7-0957BB702955}"/>
              </a:ext>
            </a:extLst>
          </p:cNvPr>
          <p:cNvSpPr txBox="1"/>
          <p:nvPr/>
        </p:nvSpPr>
        <p:spPr>
          <a:xfrm>
            <a:off x="6234291" y="9386574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+6</a:t>
            </a:r>
            <a:r>
              <a:rPr lang="en-US" sz="600" noProof="0" dirty="0"/>
              <a:t> Mod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C3B39B7-3FB5-0225-BA08-801046EA84B0}"/>
              </a:ext>
            </a:extLst>
          </p:cNvPr>
          <p:cNvSpPr/>
          <p:nvPr/>
        </p:nvSpPr>
        <p:spPr>
          <a:xfrm>
            <a:off x="6611922" y="92390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8C82588-13DC-EE51-9A98-951882184CEC}"/>
              </a:ext>
            </a:extLst>
          </p:cNvPr>
          <p:cNvSpPr/>
          <p:nvPr/>
        </p:nvSpPr>
        <p:spPr>
          <a:xfrm>
            <a:off x="6611922" y="93974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5E04CB2-0052-0E2B-2776-4B10DDDF0B2D}"/>
              </a:ext>
            </a:extLst>
          </p:cNvPr>
          <p:cNvSpPr txBox="1"/>
          <p:nvPr/>
        </p:nvSpPr>
        <p:spPr>
          <a:xfrm>
            <a:off x="6229962" y="8961407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+6</a:t>
            </a:r>
            <a:r>
              <a:rPr lang="en-US" sz="600" noProof="0" dirty="0"/>
              <a:t> Mod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ED3F81D-065B-AD4A-23DB-12EC31F1EA8C}"/>
              </a:ext>
            </a:extLst>
          </p:cNvPr>
          <p:cNvSpPr txBox="1"/>
          <p:nvPr/>
        </p:nvSpPr>
        <p:spPr>
          <a:xfrm>
            <a:off x="6234061" y="8535909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+6</a:t>
            </a:r>
            <a:r>
              <a:rPr lang="en-US" sz="600" noProof="0" dirty="0"/>
              <a:t> Mod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FEA0A53-0F18-C497-E10A-23E0397BCF8C}"/>
              </a:ext>
            </a:extLst>
          </p:cNvPr>
          <p:cNvSpPr txBox="1"/>
          <p:nvPr/>
        </p:nvSpPr>
        <p:spPr>
          <a:xfrm>
            <a:off x="6232605" y="8108931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+6</a:t>
            </a:r>
            <a:r>
              <a:rPr lang="en-US" sz="600" noProof="0" dirty="0"/>
              <a:t> Mod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81DB50C-89B7-6C2A-7EAD-931F060E92ED}"/>
              </a:ext>
            </a:extLst>
          </p:cNvPr>
          <p:cNvSpPr txBox="1"/>
          <p:nvPr/>
        </p:nvSpPr>
        <p:spPr>
          <a:xfrm>
            <a:off x="6232006" y="7680767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+6</a:t>
            </a:r>
            <a:r>
              <a:rPr lang="en-US" sz="600" noProof="0" dirty="0"/>
              <a:t> Mod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C30DFB6-8C43-C293-04E3-9198D7368F37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</p:spTree>
    <p:extLst>
      <p:ext uri="{BB962C8B-B14F-4D97-AF65-F5344CB8AC3E}">
        <p14:creationId xmlns:p14="http://schemas.microsoft.com/office/powerpoint/2010/main" val="1000890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9DFF0E9-F7EC-9913-670C-80D9EB225A9F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E589BAD-6CA5-CE57-4EB3-FEFE75AD35C2}"/>
              </a:ext>
            </a:extLst>
          </p:cNvPr>
          <p:cNvSpPr/>
          <p:nvPr/>
        </p:nvSpPr>
        <p:spPr>
          <a:xfrm>
            <a:off x="361172" y="655703"/>
            <a:ext cx="722557" cy="359243"/>
          </a:xfrm>
          <a:prstGeom prst="rect">
            <a:avLst/>
          </a:prstGeom>
          <a:noFill/>
          <a:ln w="28575"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ECC5152-78F2-BB28-ACB9-8A7827936D3D}"/>
              </a:ext>
            </a:extLst>
          </p:cNvPr>
          <p:cNvSpPr/>
          <p:nvPr/>
        </p:nvSpPr>
        <p:spPr>
          <a:xfrm>
            <a:off x="361172" y="1081201"/>
            <a:ext cx="72255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1DB28A-873C-56A3-DC1A-BFDBB3EFC4E0}"/>
              </a:ext>
            </a:extLst>
          </p:cNvPr>
          <p:cNvSpPr/>
          <p:nvPr/>
        </p:nvSpPr>
        <p:spPr>
          <a:xfrm>
            <a:off x="361171" y="1506699"/>
            <a:ext cx="72255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E7F73F6-AAD6-2639-1729-78C14C091F9F}"/>
              </a:ext>
            </a:extLst>
          </p:cNvPr>
          <p:cNvSpPr/>
          <p:nvPr/>
        </p:nvSpPr>
        <p:spPr>
          <a:xfrm>
            <a:off x="361170" y="1932197"/>
            <a:ext cx="72255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C3B6D45-32F3-1224-392B-8EE14CBD222B}"/>
              </a:ext>
            </a:extLst>
          </p:cNvPr>
          <p:cNvSpPr/>
          <p:nvPr/>
        </p:nvSpPr>
        <p:spPr>
          <a:xfrm>
            <a:off x="361170" y="2357695"/>
            <a:ext cx="72255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5427A5-A424-7CEC-38FE-3522D7D0ECD6}"/>
              </a:ext>
            </a:extLst>
          </p:cNvPr>
          <p:cNvSpPr txBox="1"/>
          <p:nvPr/>
        </p:nvSpPr>
        <p:spPr>
          <a:xfrm>
            <a:off x="352750" y="459581"/>
            <a:ext cx="787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W19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36FE7E6-1085-427A-2A06-1655A56B683B}"/>
              </a:ext>
            </a:extLst>
          </p:cNvPr>
          <p:cNvSpPr txBox="1"/>
          <p:nvPr/>
        </p:nvSpPr>
        <p:spPr>
          <a:xfrm>
            <a:off x="1778738" y="459574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W19.R1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DA1DA7C-AE1D-E424-C375-A3FD894B28AD}"/>
              </a:ext>
            </a:extLst>
          </p:cNvPr>
          <p:cNvSpPr/>
          <p:nvPr/>
        </p:nvSpPr>
        <p:spPr>
          <a:xfrm>
            <a:off x="1853139" y="655703"/>
            <a:ext cx="864539" cy="359243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43B58ED-9148-D208-3AB6-3330491BB764}"/>
              </a:ext>
            </a:extLst>
          </p:cNvPr>
          <p:cNvSpPr/>
          <p:nvPr/>
        </p:nvSpPr>
        <p:spPr>
          <a:xfrm>
            <a:off x="1853139" y="1081201"/>
            <a:ext cx="87164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68A0CAB-554C-3B7C-3870-3C3D61A5A51B}"/>
              </a:ext>
            </a:extLst>
          </p:cNvPr>
          <p:cNvSpPr/>
          <p:nvPr/>
        </p:nvSpPr>
        <p:spPr>
          <a:xfrm>
            <a:off x="1853137" y="1506699"/>
            <a:ext cx="871649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4678211-6344-0DC3-9344-410804AADEF6}"/>
              </a:ext>
            </a:extLst>
          </p:cNvPr>
          <p:cNvSpPr/>
          <p:nvPr/>
        </p:nvSpPr>
        <p:spPr>
          <a:xfrm>
            <a:off x="1853137" y="1932197"/>
            <a:ext cx="87165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D67C32B-19E8-9DB0-3EE0-741734D5B756}"/>
              </a:ext>
            </a:extLst>
          </p:cNvPr>
          <p:cNvSpPr/>
          <p:nvPr/>
        </p:nvSpPr>
        <p:spPr>
          <a:xfrm>
            <a:off x="1853137" y="2357695"/>
            <a:ext cx="87165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07" name="Elbow Connector 106">
            <a:extLst>
              <a:ext uri="{FF2B5EF4-FFF2-40B4-BE49-F238E27FC236}">
                <a16:creationId xmlns:a16="http://schemas.microsoft.com/office/drawing/2014/main" id="{38A37EB7-D810-2013-70C0-E77522E1920F}"/>
              </a:ext>
            </a:extLst>
          </p:cNvPr>
          <p:cNvCxnSpPr>
            <a:cxnSpLocks/>
            <a:stCxn id="98" idx="1"/>
            <a:endCxn id="99" idx="1"/>
          </p:cNvCxnSpPr>
          <p:nvPr/>
        </p:nvCxnSpPr>
        <p:spPr>
          <a:xfrm rot="10800000" flipV="1">
            <a:off x="1853139" y="835325"/>
            <a:ext cx="12700" cy="425498"/>
          </a:xfrm>
          <a:prstGeom prst="bentConnector3">
            <a:avLst>
              <a:gd name="adj1" fmla="val 2433803"/>
            </a:avLst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A2EE057D-4A92-B978-FBD3-79210A8A0999}"/>
              </a:ext>
            </a:extLst>
          </p:cNvPr>
          <p:cNvSpPr txBox="1">
            <a:spLocks/>
          </p:cNvSpPr>
          <p:nvPr/>
        </p:nvSpPr>
        <p:spPr>
          <a:xfrm>
            <a:off x="1531414" y="1026248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x2</a:t>
            </a:r>
          </a:p>
        </p:txBody>
      </p:sp>
      <p:cxnSp>
        <p:nvCxnSpPr>
          <p:cNvPr id="127" name="Elbow Connector 126">
            <a:extLst>
              <a:ext uri="{FF2B5EF4-FFF2-40B4-BE49-F238E27FC236}">
                <a16:creationId xmlns:a16="http://schemas.microsoft.com/office/drawing/2014/main" id="{A37D2884-8CE8-B6A2-C999-BFF69C835309}"/>
              </a:ext>
            </a:extLst>
          </p:cNvPr>
          <p:cNvCxnSpPr>
            <a:cxnSpLocks/>
            <a:endCxn id="100" idx="1"/>
          </p:cNvCxnSpPr>
          <p:nvPr/>
        </p:nvCxnSpPr>
        <p:spPr>
          <a:xfrm rot="16200000" flipH="1">
            <a:off x="1245976" y="1079160"/>
            <a:ext cx="850996" cy="363326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3" name="Elbow Connector 142">
            <a:extLst>
              <a:ext uri="{FF2B5EF4-FFF2-40B4-BE49-F238E27FC236}">
                <a16:creationId xmlns:a16="http://schemas.microsoft.com/office/drawing/2014/main" id="{56528FDA-29B2-E883-11D0-0A9E15EEE0D3}"/>
              </a:ext>
            </a:extLst>
          </p:cNvPr>
          <p:cNvCxnSpPr>
            <a:cxnSpLocks/>
            <a:endCxn id="101" idx="1"/>
          </p:cNvCxnSpPr>
          <p:nvPr/>
        </p:nvCxnSpPr>
        <p:spPr>
          <a:xfrm rot="16200000" flipH="1">
            <a:off x="995955" y="1254637"/>
            <a:ext cx="1276498" cy="437866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6" name="Elbow Connector 145">
            <a:extLst>
              <a:ext uri="{FF2B5EF4-FFF2-40B4-BE49-F238E27FC236}">
                <a16:creationId xmlns:a16="http://schemas.microsoft.com/office/drawing/2014/main" id="{E32F9306-73EA-D59E-F2E8-F5D4A91854C3}"/>
              </a:ext>
            </a:extLst>
          </p:cNvPr>
          <p:cNvCxnSpPr>
            <a:cxnSpLocks/>
            <a:endCxn id="102" idx="1"/>
          </p:cNvCxnSpPr>
          <p:nvPr/>
        </p:nvCxnSpPr>
        <p:spPr>
          <a:xfrm rot="16200000" flipH="1">
            <a:off x="747680" y="1431860"/>
            <a:ext cx="1701996" cy="508918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8150B952-A39E-CE02-52FE-54B74407763E}"/>
              </a:ext>
            </a:extLst>
          </p:cNvPr>
          <p:cNvSpPr txBox="1"/>
          <p:nvPr/>
        </p:nvSpPr>
        <p:spPr>
          <a:xfrm>
            <a:off x="1516624" y="1459701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x3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6785F86-F02B-4674-8381-982C69009EDE}"/>
              </a:ext>
            </a:extLst>
          </p:cNvPr>
          <p:cNvSpPr txBox="1"/>
          <p:nvPr/>
        </p:nvSpPr>
        <p:spPr>
          <a:xfrm>
            <a:off x="1516623" y="1883880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x4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3C2941E-AB1E-435C-0921-9CC9B2607FB9}"/>
              </a:ext>
            </a:extLst>
          </p:cNvPr>
          <p:cNvSpPr txBox="1"/>
          <p:nvPr/>
        </p:nvSpPr>
        <p:spPr>
          <a:xfrm>
            <a:off x="1501836" y="230900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x5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E3DA89C9-039D-9139-510B-E8E90637F0CF}"/>
              </a:ext>
            </a:extLst>
          </p:cNvPr>
          <p:cNvCxnSpPr>
            <a:cxnSpLocks/>
          </p:cNvCxnSpPr>
          <p:nvPr/>
        </p:nvCxnSpPr>
        <p:spPr>
          <a:xfrm>
            <a:off x="1334839" y="835320"/>
            <a:ext cx="254357" cy="0"/>
          </a:xfrm>
          <a:prstGeom prst="line">
            <a:avLst/>
          </a:prstGeom>
          <a:ln w="9525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D12601B4-DBB3-7B90-8DE2-6D25B5FB13C2}"/>
              </a:ext>
            </a:extLst>
          </p:cNvPr>
          <p:cNvSpPr txBox="1"/>
          <p:nvPr/>
        </p:nvSpPr>
        <p:spPr>
          <a:xfrm>
            <a:off x="2710148" y="65065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1B77402-C76B-7AAF-7631-515855822687}"/>
              </a:ext>
            </a:extLst>
          </p:cNvPr>
          <p:cNvSpPr txBox="1"/>
          <p:nvPr/>
        </p:nvSpPr>
        <p:spPr>
          <a:xfrm>
            <a:off x="3422967" y="459572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W19.R2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9E63A247-552E-5251-51CA-CEE16EDE8C42}"/>
              </a:ext>
            </a:extLst>
          </p:cNvPr>
          <p:cNvSpPr/>
          <p:nvPr/>
        </p:nvSpPr>
        <p:spPr>
          <a:xfrm>
            <a:off x="3486132" y="661960"/>
            <a:ext cx="864539" cy="359243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67DCBC86-D289-4707-8579-52172AA43F61}"/>
              </a:ext>
            </a:extLst>
          </p:cNvPr>
          <p:cNvSpPr/>
          <p:nvPr/>
        </p:nvSpPr>
        <p:spPr>
          <a:xfrm>
            <a:off x="3486132" y="1087458"/>
            <a:ext cx="87164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389C63D7-F522-A0FB-2A0C-0A7069D0AFA3}"/>
              </a:ext>
            </a:extLst>
          </p:cNvPr>
          <p:cNvSpPr/>
          <p:nvPr/>
        </p:nvSpPr>
        <p:spPr>
          <a:xfrm>
            <a:off x="3486130" y="1512956"/>
            <a:ext cx="871649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591095F6-CEAC-35A9-BE12-04A80C846E22}"/>
              </a:ext>
            </a:extLst>
          </p:cNvPr>
          <p:cNvSpPr/>
          <p:nvPr/>
        </p:nvSpPr>
        <p:spPr>
          <a:xfrm>
            <a:off x="3486130" y="1938454"/>
            <a:ext cx="87165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7CAA567C-725D-E8D5-561E-93455C328763}"/>
              </a:ext>
            </a:extLst>
          </p:cNvPr>
          <p:cNvSpPr/>
          <p:nvPr/>
        </p:nvSpPr>
        <p:spPr>
          <a:xfrm>
            <a:off x="3486130" y="2363952"/>
            <a:ext cx="87165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2" name="Elbow Connector 181">
            <a:extLst>
              <a:ext uri="{FF2B5EF4-FFF2-40B4-BE49-F238E27FC236}">
                <a16:creationId xmlns:a16="http://schemas.microsoft.com/office/drawing/2014/main" id="{7DF6FD0D-2E72-9C20-4798-089EA77E9461}"/>
              </a:ext>
            </a:extLst>
          </p:cNvPr>
          <p:cNvCxnSpPr>
            <a:cxnSpLocks/>
            <a:stCxn id="177" idx="1"/>
            <a:endCxn id="178" idx="1"/>
          </p:cNvCxnSpPr>
          <p:nvPr/>
        </p:nvCxnSpPr>
        <p:spPr>
          <a:xfrm rot="10800000" flipV="1">
            <a:off x="3486132" y="841582"/>
            <a:ext cx="12700" cy="425498"/>
          </a:xfrm>
          <a:prstGeom prst="bentConnector3">
            <a:avLst>
              <a:gd name="adj1" fmla="val 2433803"/>
            </a:avLst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3992E111-57A8-3032-C17A-DF533A65DEBD}"/>
              </a:ext>
            </a:extLst>
          </p:cNvPr>
          <p:cNvSpPr txBox="1">
            <a:spLocks/>
          </p:cNvSpPr>
          <p:nvPr/>
        </p:nvSpPr>
        <p:spPr>
          <a:xfrm>
            <a:off x="3164407" y="1032505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x4</a:t>
            </a:r>
          </a:p>
        </p:txBody>
      </p:sp>
      <p:cxnSp>
        <p:nvCxnSpPr>
          <p:cNvPr id="184" name="Elbow Connector 183">
            <a:extLst>
              <a:ext uri="{FF2B5EF4-FFF2-40B4-BE49-F238E27FC236}">
                <a16:creationId xmlns:a16="http://schemas.microsoft.com/office/drawing/2014/main" id="{55CFE194-F918-5C62-9497-FA14B921A3C4}"/>
              </a:ext>
            </a:extLst>
          </p:cNvPr>
          <p:cNvCxnSpPr>
            <a:cxnSpLocks/>
            <a:endCxn id="179" idx="1"/>
          </p:cNvCxnSpPr>
          <p:nvPr/>
        </p:nvCxnSpPr>
        <p:spPr>
          <a:xfrm rot="16200000" flipH="1">
            <a:off x="2878969" y="1085417"/>
            <a:ext cx="850996" cy="363326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5" name="Elbow Connector 184">
            <a:extLst>
              <a:ext uri="{FF2B5EF4-FFF2-40B4-BE49-F238E27FC236}">
                <a16:creationId xmlns:a16="http://schemas.microsoft.com/office/drawing/2014/main" id="{AF0CDE28-E6A9-1FF6-5B1B-0D7C421868B5}"/>
              </a:ext>
            </a:extLst>
          </p:cNvPr>
          <p:cNvCxnSpPr>
            <a:cxnSpLocks/>
            <a:endCxn id="180" idx="1"/>
          </p:cNvCxnSpPr>
          <p:nvPr/>
        </p:nvCxnSpPr>
        <p:spPr>
          <a:xfrm rot="16200000" flipH="1">
            <a:off x="2628948" y="1260894"/>
            <a:ext cx="1276498" cy="437866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6" name="Elbow Connector 185">
            <a:extLst>
              <a:ext uri="{FF2B5EF4-FFF2-40B4-BE49-F238E27FC236}">
                <a16:creationId xmlns:a16="http://schemas.microsoft.com/office/drawing/2014/main" id="{C18B9EDD-2A67-5EE5-CC44-31E2F5E0B469}"/>
              </a:ext>
            </a:extLst>
          </p:cNvPr>
          <p:cNvCxnSpPr>
            <a:cxnSpLocks/>
            <a:endCxn id="181" idx="1"/>
          </p:cNvCxnSpPr>
          <p:nvPr/>
        </p:nvCxnSpPr>
        <p:spPr>
          <a:xfrm rot="16200000" flipH="1">
            <a:off x="2380673" y="1438117"/>
            <a:ext cx="1701996" cy="508918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DF285E21-86A0-0FA2-E26E-F64D7B7356B8}"/>
              </a:ext>
            </a:extLst>
          </p:cNvPr>
          <p:cNvSpPr txBox="1"/>
          <p:nvPr/>
        </p:nvSpPr>
        <p:spPr>
          <a:xfrm>
            <a:off x="3149617" y="1465958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x9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1B06B6BA-EA11-8B95-0ABC-FF8242405ADB}"/>
              </a:ext>
            </a:extLst>
          </p:cNvPr>
          <p:cNvSpPr txBox="1"/>
          <p:nvPr/>
        </p:nvSpPr>
        <p:spPr>
          <a:xfrm>
            <a:off x="3115151" y="1890137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x16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695C1BDD-BE8E-2F9F-DF7F-C6C93526412A}"/>
              </a:ext>
            </a:extLst>
          </p:cNvPr>
          <p:cNvSpPr txBox="1"/>
          <p:nvPr/>
        </p:nvSpPr>
        <p:spPr>
          <a:xfrm>
            <a:off x="3100364" y="2315264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x25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252E1DF-BDBD-D32F-F8D5-9BA70920366B}"/>
              </a:ext>
            </a:extLst>
          </p:cNvPr>
          <p:cNvCxnSpPr>
            <a:cxnSpLocks/>
          </p:cNvCxnSpPr>
          <p:nvPr/>
        </p:nvCxnSpPr>
        <p:spPr>
          <a:xfrm>
            <a:off x="2967832" y="841577"/>
            <a:ext cx="254357" cy="0"/>
          </a:xfrm>
          <a:prstGeom prst="line">
            <a:avLst/>
          </a:prstGeom>
          <a:ln w="9525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1BFA5C08-A4A6-85B9-B5A2-F53FA0FF1E81}"/>
              </a:ext>
            </a:extLst>
          </p:cNvPr>
          <p:cNvSpPr txBox="1"/>
          <p:nvPr/>
        </p:nvSpPr>
        <p:spPr>
          <a:xfrm>
            <a:off x="2713368" y="1078059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D9734090-D78F-556D-8E63-8050410465A8}"/>
              </a:ext>
            </a:extLst>
          </p:cNvPr>
          <p:cNvSpPr txBox="1"/>
          <p:nvPr/>
        </p:nvSpPr>
        <p:spPr>
          <a:xfrm>
            <a:off x="2713368" y="149846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10431365-5150-4000-3785-0CAA98453940}"/>
              </a:ext>
            </a:extLst>
          </p:cNvPr>
          <p:cNvSpPr txBox="1"/>
          <p:nvPr/>
        </p:nvSpPr>
        <p:spPr>
          <a:xfrm>
            <a:off x="2713368" y="1930205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30C8F69E-3EB6-7D81-D32F-1270ABEC0DB5}"/>
              </a:ext>
            </a:extLst>
          </p:cNvPr>
          <p:cNvSpPr txBox="1"/>
          <p:nvPr/>
        </p:nvSpPr>
        <p:spPr>
          <a:xfrm>
            <a:off x="2713368" y="2353369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9F77D25A-DA31-9599-F887-C5A6F1AAC8BC}"/>
              </a:ext>
            </a:extLst>
          </p:cNvPr>
          <p:cNvSpPr txBox="1"/>
          <p:nvPr/>
        </p:nvSpPr>
        <p:spPr>
          <a:xfrm>
            <a:off x="1078898" y="65065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BE8ACF3F-6DB2-4D93-3DEE-4EF77EEAC144}"/>
              </a:ext>
            </a:extLst>
          </p:cNvPr>
          <p:cNvSpPr txBox="1"/>
          <p:nvPr/>
        </p:nvSpPr>
        <p:spPr>
          <a:xfrm>
            <a:off x="1082118" y="1078059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9A879-FEB0-132E-EF00-4B8123987BF0}"/>
              </a:ext>
            </a:extLst>
          </p:cNvPr>
          <p:cNvSpPr txBox="1"/>
          <p:nvPr/>
        </p:nvSpPr>
        <p:spPr>
          <a:xfrm>
            <a:off x="1082118" y="149846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1A17ADC3-34C0-42C4-0507-3CDD57BBDDC5}"/>
              </a:ext>
            </a:extLst>
          </p:cNvPr>
          <p:cNvSpPr txBox="1"/>
          <p:nvPr/>
        </p:nvSpPr>
        <p:spPr>
          <a:xfrm>
            <a:off x="1082118" y="1930205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3CE2F034-6E07-44B3-9209-7F38A5C2F2C2}"/>
              </a:ext>
            </a:extLst>
          </p:cNvPr>
          <p:cNvSpPr txBox="1"/>
          <p:nvPr/>
        </p:nvSpPr>
        <p:spPr>
          <a:xfrm>
            <a:off x="1082118" y="2353369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B356EAB5-946C-4455-F225-0EC02DACEBFF}"/>
              </a:ext>
            </a:extLst>
          </p:cNvPr>
          <p:cNvSpPr txBox="1"/>
          <p:nvPr/>
        </p:nvSpPr>
        <p:spPr>
          <a:xfrm>
            <a:off x="4336143" y="712209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4C93D9F2-E36A-ABB9-E5E7-DC48A68A98F7}"/>
              </a:ext>
            </a:extLst>
          </p:cNvPr>
          <p:cNvSpPr txBox="1"/>
          <p:nvPr/>
        </p:nvSpPr>
        <p:spPr>
          <a:xfrm>
            <a:off x="5496858" y="722038"/>
            <a:ext cx="622208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W19.S1</a:t>
            </a: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4BD8ED64-728D-BE40-EC73-0156A083B6A0}"/>
              </a:ext>
            </a:extLst>
          </p:cNvPr>
          <p:cNvSpPr/>
          <p:nvPr/>
        </p:nvSpPr>
        <p:spPr>
          <a:xfrm>
            <a:off x="4802400" y="666249"/>
            <a:ext cx="722557" cy="35924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012A86FD-EB5B-9F20-4250-1B4679FC225F}"/>
              </a:ext>
            </a:extLst>
          </p:cNvPr>
          <p:cNvSpPr/>
          <p:nvPr/>
        </p:nvSpPr>
        <p:spPr>
          <a:xfrm>
            <a:off x="4802400" y="1091747"/>
            <a:ext cx="722557" cy="3592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9FE7CD5B-4221-AB3D-1B6D-60DF4A11731B}"/>
              </a:ext>
            </a:extLst>
          </p:cNvPr>
          <p:cNvSpPr/>
          <p:nvPr/>
        </p:nvSpPr>
        <p:spPr>
          <a:xfrm>
            <a:off x="4802400" y="1517245"/>
            <a:ext cx="722557" cy="359243"/>
          </a:xfrm>
          <a:prstGeom prst="rect">
            <a:avLst/>
          </a:prstGeom>
          <a:noFill/>
          <a:ln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65732AD-8F0C-6D1C-03A6-61AA6B6A8B14}"/>
              </a:ext>
            </a:extLst>
          </p:cNvPr>
          <p:cNvSpPr/>
          <p:nvPr/>
        </p:nvSpPr>
        <p:spPr>
          <a:xfrm>
            <a:off x="4802400" y="1942743"/>
            <a:ext cx="722557" cy="35924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3CA35BE1-B30F-2700-B668-67C55D187785}"/>
              </a:ext>
            </a:extLst>
          </p:cNvPr>
          <p:cNvSpPr/>
          <p:nvPr/>
        </p:nvSpPr>
        <p:spPr>
          <a:xfrm>
            <a:off x="4802400" y="2368241"/>
            <a:ext cx="722557" cy="35924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FA955A86-1554-83A3-3E4A-BA8D714D58A2}"/>
              </a:ext>
            </a:extLst>
          </p:cNvPr>
          <p:cNvSpPr txBox="1"/>
          <p:nvPr/>
        </p:nvSpPr>
        <p:spPr>
          <a:xfrm>
            <a:off x="4340376" y="1139614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0BDB347-53D5-F71B-F55E-53EFFBDE7C06}"/>
              </a:ext>
            </a:extLst>
          </p:cNvPr>
          <p:cNvSpPr txBox="1"/>
          <p:nvPr/>
        </p:nvSpPr>
        <p:spPr>
          <a:xfrm>
            <a:off x="4340835" y="1548593"/>
            <a:ext cx="5229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01550370-E1CA-CC0C-DED3-5B447E072F26}"/>
              </a:ext>
            </a:extLst>
          </p:cNvPr>
          <p:cNvSpPr txBox="1"/>
          <p:nvPr/>
        </p:nvSpPr>
        <p:spPr>
          <a:xfrm>
            <a:off x="4341734" y="1987035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0BAC42F3-4635-03AC-170D-09004E734D16}"/>
              </a:ext>
            </a:extLst>
          </p:cNvPr>
          <p:cNvSpPr txBox="1"/>
          <p:nvPr/>
        </p:nvSpPr>
        <p:spPr>
          <a:xfrm>
            <a:off x="4340087" y="2424818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ED40151D-5759-16FE-6657-23C1782B36D1}"/>
              </a:ext>
            </a:extLst>
          </p:cNvPr>
          <p:cNvSpPr txBox="1"/>
          <p:nvPr/>
        </p:nvSpPr>
        <p:spPr>
          <a:xfrm>
            <a:off x="5496859" y="1148516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W19.S2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699BA70D-0BF3-83C9-98D2-2DCEFF65CDF3}"/>
              </a:ext>
            </a:extLst>
          </p:cNvPr>
          <p:cNvSpPr txBox="1"/>
          <p:nvPr/>
        </p:nvSpPr>
        <p:spPr>
          <a:xfrm>
            <a:off x="5497954" y="1575145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W19.S3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D12F5D04-6EC9-2A6A-A773-789FDC90FC6E}"/>
              </a:ext>
            </a:extLst>
          </p:cNvPr>
          <p:cNvSpPr txBox="1"/>
          <p:nvPr/>
        </p:nvSpPr>
        <p:spPr>
          <a:xfrm>
            <a:off x="5497954" y="2001623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W19.S4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90A39020-C440-51CC-82EB-CCB81123E57C}"/>
              </a:ext>
            </a:extLst>
          </p:cNvPr>
          <p:cNvSpPr txBox="1"/>
          <p:nvPr/>
        </p:nvSpPr>
        <p:spPr>
          <a:xfrm>
            <a:off x="5496859" y="2422671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W19.S5</a:t>
            </a: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5E67941C-EDCC-6EF9-DD80-D21907A2AA65}"/>
              </a:ext>
            </a:extLst>
          </p:cNvPr>
          <p:cNvSpPr/>
          <p:nvPr/>
        </p:nvSpPr>
        <p:spPr>
          <a:xfrm>
            <a:off x="356341" y="7484746"/>
            <a:ext cx="722557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01F4ADEA-ED57-5A96-3ED8-7B74F42F5E7A}"/>
              </a:ext>
            </a:extLst>
          </p:cNvPr>
          <p:cNvSpPr/>
          <p:nvPr/>
        </p:nvSpPr>
        <p:spPr>
          <a:xfrm>
            <a:off x="356341" y="7910244"/>
            <a:ext cx="72255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071B9C17-8ACC-EA57-3956-9361E1551A76}"/>
              </a:ext>
            </a:extLst>
          </p:cNvPr>
          <p:cNvSpPr/>
          <p:nvPr/>
        </p:nvSpPr>
        <p:spPr>
          <a:xfrm>
            <a:off x="356340" y="8335742"/>
            <a:ext cx="72255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E8802721-4777-4CB6-FCB2-941EB4F41A06}"/>
              </a:ext>
            </a:extLst>
          </p:cNvPr>
          <p:cNvSpPr/>
          <p:nvPr/>
        </p:nvSpPr>
        <p:spPr>
          <a:xfrm>
            <a:off x="356339" y="8761240"/>
            <a:ext cx="72255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99C756E2-2422-C889-8E23-F289CEA90548}"/>
              </a:ext>
            </a:extLst>
          </p:cNvPr>
          <p:cNvSpPr/>
          <p:nvPr/>
        </p:nvSpPr>
        <p:spPr>
          <a:xfrm>
            <a:off x="356339" y="9186738"/>
            <a:ext cx="72255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32C6F720-2A71-1231-90F8-922386280EC9}"/>
              </a:ext>
            </a:extLst>
          </p:cNvPr>
          <p:cNvSpPr txBox="1"/>
          <p:nvPr/>
        </p:nvSpPr>
        <p:spPr>
          <a:xfrm>
            <a:off x="41292" y="7288624"/>
            <a:ext cx="13567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W19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W20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W21</a:t>
            </a:r>
            <a:r>
              <a:rPr lang="en-US" sz="1000" b="1" noProof="0" dirty="0"/>
              <a:t>+7</a:t>
            </a:r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80E3F286-41E3-D94B-4784-8C5688B7CC5D}"/>
              </a:ext>
            </a:extLst>
          </p:cNvPr>
          <p:cNvSpPr txBox="1"/>
          <p:nvPr/>
        </p:nvSpPr>
        <p:spPr>
          <a:xfrm>
            <a:off x="1336235" y="7288617"/>
            <a:ext cx="18934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97132"/>
                </a:solidFill>
              </a:rPr>
              <a:t>W19.R1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W20.R1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W21.R1</a:t>
            </a:r>
            <a:endParaRPr lang="en-US" sz="1000" noProof="0" dirty="0"/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D70A748E-69DE-2C66-B82F-9D1E6D51B6B2}"/>
              </a:ext>
            </a:extLst>
          </p:cNvPr>
          <p:cNvSpPr/>
          <p:nvPr/>
        </p:nvSpPr>
        <p:spPr>
          <a:xfrm>
            <a:off x="1848308" y="7484746"/>
            <a:ext cx="864539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BC896361-FF36-6473-4D16-D4CAC699921B}"/>
              </a:ext>
            </a:extLst>
          </p:cNvPr>
          <p:cNvSpPr/>
          <p:nvPr/>
        </p:nvSpPr>
        <p:spPr>
          <a:xfrm>
            <a:off x="1848308" y="7910244"/>
            <a:ext cx="87164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CA2EE003-A86B-BA9D-99D1-60BC58C486D3}"/>
              </a:ext>
            </a:extLst>
          </p:cNvPr>
          <p:cNvSpPr/>
          <p:nvPr/>
        </p:nvSpPr>
        <p:spPr>
          <a:xfrm>
            <a:off x="1848306" y="8335742"/>
            <a:ext cx="871649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BB14ECAF-7DBE-0431-113D-AB217E5C2F16}"/>
              </a:ext>
            </a:extLst>
          </p:cNvPr>
          <p:cNvSpPr/>
          <p:nvPr/>
        </p:nvSpPr>
        <p:spPr>
          <a:xfrm>
            <a:off x="1848306" y="8761240"/>
            <a:ext cx="871650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D3046548-8169-5987-4068-39EDFB28027A}"/>
              </a:ext>
            </a:extLst>
          </p:cNvPr>
          <p:cNvSpPr/>
          <p:nvPr/>
        </p:nvSpPr>
        <p:spPr>
          <a:xfrm>
            <a:off x="1848306" y="9186738"/>
            <a:ext cx="871650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69" name="Elbow Connector 368">
            <a:extLst>
              <a:ext uri="{FF2B5EF4-FFF2-40B4-BE49-F238E27FC236}">
                <a16:creationId xmlns:a16="http://schemas.microsoft.com/office/drawing/2014/main" id="{13473A79-81BA-FC8C-6B30-C721CAD8E019}"/>
              </a:ext>
            </a:extLst>
          </p:cNvPr>
          <p:cNvCxnSpPr>
            <a:cxnSpLocks/>
            <a:stCxn id="364" idx="1"/>
            <a:endCxn id="365" idx="1"/>
          </p:cNvCxnSpPr>
          <p:nvPr/>
        </p:nvCxnSpPr>
        <p:spPr>
          <a:xfrm rot="10800000" flipV="1">
            <a:off x="1848308" y="7664368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0" name="TextBox 369">
            <a:extLst>
              <a:ext uri="{FF2B5EF4-FFF2-40B4-BE49-F238E27FC236}">
                <a16:creationId xmlns:a16="http://schemas.microsoft.com/office/drawing/2014/main" id="{4C3BACD6-CB7A-1185-FF0E-4A4732BF57CF}"/>
              </a:ext>
            </a:extLst>
          </p:cNvPr>
          <p:cNvSpPr txBox="1">
            <a:spLocks/>
          </p:cNvSpPr>
          <p:nvPr/>
        </p:nvSpPr>
        <p:spPr>
          <a:xfrm>
            <a:off x="1526583" y="7855291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x2</a:t>
            </a:r>
          </a:p>
        </p:txBody>
      </p:sp>
      <p:cxnSp>
        <p:nvCxnSpPr>
          <p:cNvPr id="371" name="Elbow Connector 370">
            <a:extLst>
              <a:ext uri="{FF2B5EF4-FFF2-40B4-BE49-F238E27FC236}">
                <a16:creationId xmlns:a16="http://schemas.microsoft.com/office/drawing/2014/main" id="{B7859023-CC19-7FD9-AB82-07357112E78D}"/>
              </a:ext>
            </a:extLst>
          </p:cNvPr>
          <p:cNvCxnSpPr>
            <a:cxnSpLocks/>
            <a:endCxn id="366" idx="1"/>
          </p:cNvCxnSpPr>
          <p:nvPr/>
        </p:nvCxnSpPr>
        <p:spPr>
          <a:xfrm rot="16200000" flipH="1">
            <a:off x="1241145" y="7908203"/>
            <a:ext cx="850996" cy="363326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2" name="Elbow Connector 371">
            <a:extLst>
              <a:ext uri="{FF2B5EF4-FFF2-40B4-BE49-F238E27FC236}">
                <a16:creationId xmlns:a16="http://schemas.microsoft.com/office/drawing/2014/main" id="{2FDD5A8E-BD75-B33F-03DA-52F3AC4F07A6}"/>
              </a:ext>
            </a:extLst>
          </p:cNvPr>
          <p:cNvCxnSpPr>
            <a:cxnSpLocks/>
            <a:endCxn id="367" idx="1"/>
          </p:cNvCxnSpPr>
          <p:nvPr/>
        </p:nvCxnSpPr>
        <p:spPr>
          <a:xfrm rot="16200000" flipH="1">
            <a:off x="991124" y="8083680"/>
            <a:ext cx="1276498" cy="437866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3" name="Elbow Connector 372">
            <a:extLst>
              <a:ext uri="{FF2B5EF4-FFF2-40B4-BE49-F238E27FC236}">
                <a16:creationId xmlns:a16="http://schemas.microsoft.com/office/drawing/2014/main" id="{F07DD8A2-E16D-0ED8-728B-93B94FCC0B92}"/>
              </a:ext>
            </a:extLst>
          </p:cNvPr>
          <p:cNvCxnSpPr>
            <a:cxnSpLocks/>
            <a:endCxn id="368" idx="1"/>
          </p:cNvCxnSpPr>
          <p:nvPr/>
        </p:nvCxnSpPr>
        <p:spPr>
          <a:xfrm rot="16200000" flipH="1">
            <a:off x="742849" y="8260903"/>
            <a:ext cx="1701996" cy="508918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4" name="TextBox 373">
            <a:extLst>
              <a:ext uri="{FF2B5EF4-FFF2-40B4-BE49-F238E27FC236}">
                <a16:creationId xmlns:a16="http://schemas.microsoft.com/office/drawing/2014/main" id="{E88397AF-A6E0-F620-3C58-1B8BB834CFB4}"/>
              </a:ext>
            </a:extLst>
          </p:cNvPr>
          <p:cNvSpPr txBox="1"/>
          <p:nvPr/>
        </p:nvSpPr>
        <p:spPr>
          <a:xfrm>
            <a:off x="1511793" y="8288744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x3</a:t>
            </a: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442492E5-FBEA-B949-C6BA-B1551A1A4029}"/>
              </a:ext>
            </a:extLst>
          </p:cNvPr>
          <p:cNvSpPr txBox="1"/>
          <p:nvPr/>
        </p:nvSpPr>
        <p:spPr>
          <a:xfrm>
            <a:off x="1511792" y="8712923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x4</a:t>
            </a: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03124403-64AD-C318-6156-D582D984D95E}"/>
              </a:ext>
            </a:extLst>
          </p:cNvPr>
          <p:cNvSpPr txBox="1"/>
          <p:nvPr/>
        </p:nvSpPr>
        <p:spPr>
          <a:xfrm>
            <a:off x="1497005" y="9138050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x5</a:t>
            </a:r>
          </a:p>
        </p:txBody>
      </p:sp>
      <p:cxnSp>
        <p:nvCxnSpPr>
          <p:cNvPr id="377" name="Straight Connector 376">
            <a:extLst>
              <a:ext uri="{FF2B5EF4-FFF2-40B4-BE49-F238E27FC236}">
                <a16:creationId xmlns:a16="http://schemas.microsoft.com/office/drawing/2014/main" id="{9A6A96E1-9830-044D-EB63-47C20C3D4DBE}"/>
              </a:ext>
            </a:extLst>
          </p:cNvPr>
          <p:cNvCxnSpPr>
            <a:cxnSpLocks/>
          </p:cNvCxnSpPr>
          <p:nvPr/>
        </p:nvCxnSpPr>
        <p:spPr>
          <a:xfrm>
            <a:off x="1330008" y="7664363"/>
            <a:ext cx="254357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D3B713BE-AD85-40B0-4FE5-5C4E0FC5929A}"/>
              </a:ext>
            </a:extLst>
          </p:cNvPr>
          <p:cNvSpPr txBox="1"/>
          <p:nvPr/>
        </p:nvSpPr>
        <p:spPr>
          <a:xfrm>
            <a:off x="2705317" y="747969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7B1D8E2C-30D2-96F0-DA9E-AB32DF442EB1}"/>
              </a:ext>
            </a:extLst>
          </p:cNvPr>
          <p:cNvSpPr txBox="1"/>
          <p:nvPr/>
        </p:nvSpPr>
        <p:spPr>
          <a:xfrm>
            <a:off x="2948400" y="7290000"/>
            <a:ext cx="19375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W19.R2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W20.R2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W21.R2</a:t>
            </a:r>
            <a:endParaRPr lang="en-US" sz="1000" noProof="0" dirty="0"/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A0E60E46-FB2F-B675-6C15-25171B4AD6E7}"/>
              </a:ext>
            </a:extLst>
          </p:cNvPr>
          <p:cNvSpPr/>
          <p:nvPr/>
        </p:nvSpPr>
        <p:spPr>
          <a:xfrm>
            <a:off x="3481301" y="7491003"/>
            <a:ext cx="864539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7577C829-0B44-7A94-AE1B-9506B37E0A73}"/>
              </a:ext>
            </a:extLst>
          </p:cNvPr>
          <p:cNvSpPr/>
          <p:nvPr/>
        </p:nvSpPr>
        <p:spPr>
          <a:xfrm>
            <a:off x="3481301" y="7916501"/>
            <a:ext cx="87164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156D1F46-675E-05E7-4A98-FFB9935913AD}"/>
              </a:ext>
            </a:extLst>
          </p:cNvPr>
          <p:cNvSpPr/>
          <p:nvPr/>
        </p:nvSpPr>
        <p:spPr>
          <a:xfrm>
            <a:off x="3481299" y="8341999"/>
            <a:ext cx="871649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9154664C-00B4-7681-EA21-57ACE85B655F}"/>
              </a:ext>
            </a:extLst>
          </p:cNvPr>
          <p:cNvSpPr/>
          <p:nvPr/>
        </p:nvSpPr>
        <p:spPr>
          <a:xfrm>
            <a:off x="3481299" y="8767497"/>
            <a:ext cx="871650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0DE64335-0BB6-8BE2-0D48-6B3B5615EC8E}"/>
              </a:ext>
            </a:extLst>
          </p:cNvPr>
          <p:cNvSpPr/>
          <p:nvPr/>
        </p:nvSpPr>
        <p:spPr>
          <a:xfrm>
            <a:off x="3481299" y="9192995"/>
            <a:ext cx="871650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85" name="Elbow Connector 384">
            <a:extLst>
              <a:ext uri="{FF2B5EF4-FFF2-40B4-BE49-F238E27FC236}">
                <a16:creationId xmlns:a16="http://schemas.microsoft.com/office/drawing/2014/main" id="{2656734B-FFC4-5CE9-BFBF-C7FB3111B545}"/>
              </a:ext>
            </a:extLst>
          </p:cNvPr>
          <p:cNvCxnSpPr>
            <a:cxnSpLocks/>
            <a:stCxn id="380" idx="1"/>
            <a:endCxn id="381" idx="1"/>
          </p:cNvCxnSpPr>
          <p:nvPr/>
        </p:nvCxnSpPr>
        <p:spPr>
          <a:xfrm rot="10800000" flipV="1">
            <a:off x="3481301" y="7670625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6" name="TextBox 385">
            <a:extLst>
              <a:ext uri="{FF2B5EF4-FFF2-40B4-BE49-F238E27FC236}">
                <a16:creationId xmlns:a16="http://schemas.microsoft.com/office/drawing/2014/main" id="{C750C1B1-31DB-774B-169E-1BE0C4291FAA}"/>
              </a:ext>
            </a:extLst>
          </p:cNvPr>
          <p:cNvSpPr txBox="1">
            <a:spLocks/>
          </p:cNvSpPr>
          <p:nvPr/>
        </p:nvSpPr>
        <p:spPr>
          <a:xfrm>
            <a:off x="3159576" y="7861548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x4</a:t>
            </a:r>
          </a:p>
        </p:txBody>
      </p:sp>
      <p:cxnSp>
        <p:nvCxnSpPr>
          <p:cNvPr id="387" name="Elbow Connector 386">
            <a:extLst>
              <a:ext uri="{FF2B5EF4-FFF2-40B4-BE49-F238E27FC236}">
                <a16:creationId xmlns:a16="http://schemas.microsoft.com/office/drawing/2014/main" id="{37C8B93E-E3F5-9A38-B923-34A8E597F477}"/>
              </a:ext>
            </a:extLst>
          </p:cNvPr>
          <p:cNvCxnSpPr>
            <a:cxnSpLocks/>
            <a:endCxn id="382" idx="1"/>
          </p:cNvCxnSpPr>
          <p:nvPr/>
        </p:nvCxnSpPr>
        <p:spPr>
          <a:xfrm rot="16200000" flipH="1">
            <a:off x="2874138" y="7914460"/>
            <a:ext cx="850996" cy="363326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8" name="Elbow Connector 387">
            <a:extLst>
              <a:ext uri="{FF2B5EF4-FFF2-40B4-BE49-F238E27FC236}">
                <a16:creationId xmlns:a16="http://schemas.microsoft.com/office/drawing/2014/main" id="{6B4DFE0E-D9F5-131D-6287-9EDF0C59BF9D}"/>
              </a:ext>
            </a:extLst>
          </p:cNvPr>
          <p:cNvCxnSpPr>
            <a:cxnSpLocks/>
            <a:endCxn id="383" idx="1"/>
          </p:cNvCxnSpPr>
          <p:nvPr/>
        </p:nvCxnSpPr>
        <p:spPr>
          <a:xfrm rot="16200000" flipH="1">
            <a:off x="2624117" y="8089937"/>
            <a:ext cx="1276498" cy="437866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9" name="Elbow Connector 388">
            <a:extLst>
              <a:ext uri="{FF2B5EF4-FFF2-40B4-BE49-F238E27FC236}">
                <a16:creationId xmlns:a16="http://schemas.microsoft.com/office/drawing/2014/main" id="{F2F03BC3-7526-0330-EEFA-8F3F38D41A5C}"/>
              </a:ext>
            </a:extLst>
          </p:cNvPr>
          <p:cNvCxnSpPr>
            <a:cxnSpLocks/>
            <a:endCxn id="384" idx="1"/>
          </p:cNvCxnSpPr>
          <p:nvPr/>
        </p:nvCxnSpPr>
        <p:spPr>
          <a:xfrm rot="16200000" flipH="1">
            <a:off x="2375842" y="8267160"/>
            <a:ext cx="1701996" cy="508918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0" name="TextBox 389">
            <a:extLst>
              <a:ext uri="{FF2B5EF4-FFF2-40B4-BE49-F238E27FC236}">
                <a16:creationId xmlns:a16="http://schemas.microsoft.com/office/drawing/2014/main" id="{139A6212-0F52-0654-2BB3-CF03898B90A9}"/>
              </a:ext>
            </a:extLst>
          </p:cNvPr>
          <p:cNvSpPr txBox="1"/>
          <p:nvPr/>
        </p:nvSpPr>
        <p:spPr>
          <a:xfrm>
            <a:off x="3144786" y="8295001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x9</a:t>
            </a: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4F29D4EC-C4D9-68D1-C58D-A055AF97A167}"/>
              </a:ext>
            </a:extLst>
          </p:cNvPr>
          <p:cNvSpPr txBox="1"/>
          <p:nvPr/>
        </p:nvSpPr>
        <p:spPr>
          <a:xfrm>
            <a:off x="3110320" y="8719180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x16</a:t>
            </a: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72FB3210-5AA1-83A3-15DA-308998B65E9F}"/>
              </a:ext>
            </a:extLst>
          </p:cNvPr>
          <p:cNvSpPr txBox="1"/>
          <p:nvPr/>
        </p:nvSpPr>
        <p:spPr>
          <a:xfrm>
            <a:off x="3095533" y="9144307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x25</a:t>
            </a:r>
          </a:p>
        </p:txBody>
      </p:sp>
      <p:cxnSp>
        <p:nvCxnSpPr>
          <p:cNvPr id="393" name="Straight Connector 392">
            <a:extLst>
              <a:ext uri="{FF2B5EF4-FFF2-40B4-BE49-F238E27FC236}">
                <a16:creationId xmlns:a16="http://schemas.microsoft.com/office/drawing/2014/main" id="{BACBDF31-7A52-7B9E-60EE-824C5553C58D}"/>
              </a:ext>
            </a:extLst>
          </p:cNvPr>
          <p:cNvCxnSpPr>
            <a:cxnSpLocks/>
          </p:cNvCxnSpPr>
          <p:nvPr/>
        </p:nvCxnSpPr>
        <p:spPr>
          <a:xfrm>
            <a:off x="2963001" y="7670620"/>
            <a:ext cx="254357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4" name="TextBox 393">
            <a:extLst>
              <a:ext uri="{FF2B5EF4-FFF2-40B4-BE49-F238E27FC236}">
                <a16:creationId xmlns:a16="http://schemas.microsoft.com/office/drawing/2014/main" id="{F80E1085-C32C-1BAA-B144-7DC8D4C04C84}"/>
              </a:ext>
            </a:extLst>
          </p:cNvPr>
          <p:cNvSpPr txBox="1"/>
          <p:nvPr/>
        </p:nvSpPr>
        <p:spPr>
          <a:xfrm>
            <a:off x="2708537" y="790710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5" name="TextBox 394">
            <a:extLst>
              <a:ext uri="{FF2B5EF4-FFF2-40B4-BE49-F238E27FC236}">
                <a16:creationId xmlns:a16="http://schemas.microsoft.com/office/drawing/2014/main" id="{6DDD8B72-D558-6B94-3513-01B486C94AB5}"/>
              </a:ext>
            </a:extLst>
          </p:cNvPr>
          <p:cNvSpPr txBox="1"/>
          <p:nvPr/>
        </p:nvSpPr>
        <p:spPr>
          <a:xfrm>
            <a:off x="2708537" y="8327511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8FD7DD8F-F907-0BE5-64BD-52C3E71BC6B4}"/>
              </a:ext>
            </a:extLst>
          </p:cNvPr>
          <p:cNvSpPr txBox="1"/>
          <p:nvPr/>
        </p:nvSpPr>
        <p:spPr>
          <a:xfrm>
            <a:off x="2708537" y="875924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7" name="TextBox 396">
            <a:extLst>
              <a:ext uri="{FF2B5EF4-FFF2-40B4-BE49-F238E27FC236}">
                <a16:creationId xmlns:a16="http://schemas.microsoft.com/office/drawing/2014/main" id="{CD357D82-4758-24A2-CAD6-D18CE8CF162C}"/>
              </a:ext>
            </a:extLst>
          </p:cNvPr>
          <p:cNvSpPr txBox="1"/>
          <p:nvPr/>
        </p:nvSpPr>
        <p:spPr>
          <a:xfrm>
            <a:off x="2708537" y="918241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7A26B3B5-4609-AD14-6E88-25069151DE9A}"/>
              </a:ext>
            </a:extLst>
          </p:cNvPr>
          <p:cNvSpPr txBox="1"/>
          <p:nvPr/>
        </p:nvSpPr>
        <p:spPr>
          <a:xfrm>
            <a:off x="1074067" y="747969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3675884A-97E3-73C8-A1DB-010796F547C7}"/>
              </a:ext>
            </a:extLst>
          </p:cNvPr>
          <p:cNvSpPr txBox="1"/>
          <p:nvPr/>
        </p:nvSpPr>
        <p:spPr>
          <a:xfrm>
            <a:off x="1077287" y="790710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3DD64A71-5982-3F67-20E4-1392D9C3DB79}"/>
              </a:ext>
            </a:extLst>
          </p:cNvPr>
          <p:cNvSpPr txBox="1"/>
          <p:nvPr/>
        </p:nvSpPr>
        <p:spPr>
          <a:xfrm>
            <a:off x="1077287" y="8327511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5B060534-9D9C-7BB5-43CA-C78F0DE09897}"/>
              </a:ext>
            </a:extLst>
          </p:cNvPr>
          <p:cNvSpPr txBox="1"/>
          <p:nvPr/>
        </p:nvSpPr>
        <p:spPr>
          <a:xfrm>
            <a:off x="1077287" y="875924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3FBD1E96-1E03-E82B-7C7A-CA7400EEC0F9}"/>
              </a:ext>
            </a:extLst>
          </p:cNvPr>
          <p:cNvSpPr txBox="1"/>
          <p:nvPr/>
        </p:nvSpPr>
        <p:spPr>
          <a:xfrm>
            <a:off x="1077287" y="918241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B2B9DA2B-AF46-3A33-9929-CC3AAB3FC818}"/>
              </a:ext>
            </a:extLst>
          </p:cNvPr>
          <p:cNvSpPr txBox="1"/>
          <p:nvPr/>
        </p:nvSpPr>
        <p:spPr>
          <a:xfrm>
            <a:off x="4331312" y="7541252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8E5E1A7E-7EB5-5D5E-D44B-E453233DF2DA}"/>
              </a:ext>
            </a:extLst>
          </p:cNvPr>
          <p:cNvSpPr txBox="1"/>
          <p:nvPr/>
        </p:nvSpPr>
        <p:spPr>
          <a:xfrm>
            <a:off x="5870634" y="7440406"/>
            <a:ext cx="62220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W19.S1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W20.S1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W21.S1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7673E26F-8B50-563C-3A5A-7EA5B45C761B}"/>
              </a:ext>
            </a:extLst>
          </p:cNvPr>
          <p:cNvSpPr/>
          <p:nvPr/>
        </p:nvSpPr>
        <p:spPr>
          <a:xfrm>
            <a:off x="4800676" y="7495292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5655D3A3-5663-9436-DF3E-EEEFBD3593B9}"/>
              </a:ext>
            </a:extLst>
          </p:cNvPr>
          <p:cNvSpPr/>
          <p:nvPr/>
        </p:nvSpPr>
        <p:spPr>
          <a:xfrm>
            <a:off x="4800676" y="7920790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2AAFF0C3-947E-091D-BC5B-1426A0A476FA}"/>
              </a:ext>
            </a:extLst>
          </p:cNvPr>
          <p:cNvSpPr/>
          <p:nvPr/>
        </p:nvSpPr>
        <p:spPr>
          <a:xfrm>
            <a:off x="4800675" y="8346288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55BA792B-FFCF-B586-1C42-1A6F32F343C0}"/>
              </a:ext>
            </a:extLst>
          </p:cNvPr>
          <p:cNvSpPr/>
          <p:nvPr/>
        </p:nvSpPr>
        <p:spPr>
          <a:xfrm>
            <a:off x="4800674" y="8771786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C066EFB2-79F0-535D-4E58-9DA3F3D6AE2E}"/>
              </a:ext>
            </a:extLst>
          </p:cNvPr>
          <p:cNvSpPr/>
          <p:nvPr/>
        </p:nvSpPr>
        <p:spPr>
          <a:xfrm>
            <a:off x="4800674" y="9197284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4821EFDC-2A30-1114-63F4-4804F2F266F5}"/>
              </a:ext>
            </a:extLst>
          </p:cNvPr>
          <p:cNvSpPr txBox="1"/>
          <p:nvPr/>
        </p:nvSpPr>
        <p:spPr>
          <a:xfrm>
            <a:off x="4335545" y="7968657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6858A913-009A-1AB0-E3F4-76723AADCE4A}"/>
              </a:ext>
            </a:extLst>
          </p:cNvPr>
          <p:cNvSpPr txBox="1"/>
          <p:nvPr/>
        </p:nvSpPr>
        <p:spPr>
          <a:xfrm>
            <a:off x="4336004" y="8377636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FB7EB238-A662-114B-AFD8-5F0ED8D9F074}"/>
              </a:ext>
            </a:extLst>
          </p:cNvPr>
          <p:cNvSpPr txBox="1"/>
          <p:nvPr/>
        </p:nvSpPr>
        <p:spPr>
          <a:xfrm>
            <a:off x="4336903" y="8816078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DAA4B6EE-838F-FAC4-7D08-D2499D841017}"/>
              </a:ext>
            </a:extLst>
          </p:cNvPr>
          <p:cNvSpPr txBox="1"/>
          <p:nvPr/>
        </p:nvSpPr>
        <p:spPr>
          <a:xfrm>
            <a:off x="4335256" y="9253861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CF8892D4-FF2B-4172-6C29-8D99C4C380C2}"/>
              </a:ext>
            </a:extLst>
          </p:cNvPr>
          <p:cNvSpPr/>
          <p:nvPr/>
        </p:nvSpPr>
        <p:spPr>
          <a:xfrm>
            <a:off x="356339" y="2928852"/>
            <a:ext cx="722557" cy="359243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5346CD05-9DC3-6E7D-0026-F1EB44168CB0}"/>
              </a:ext>
            </a:extLst>
          </p:cNvPr>
          <p:cNvSpPr/>
          <p:nvPr/>
        </p:nvSpPr>
        <p:spPr>
          <a:xfrm>
            <a:off x="356339" y="3354350"/>
            <a:ext cx="72255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2" name="Rectangle 541">
            <a:extLst>
              <a:ext uri="{FF2B5EF4-FFF2-40B4-BE49-F238E27FC236}">
                <a16:creationId xmlns:a16="http://schemas.microsoft.com/office/drawing/2014/main" id="{9FDDA30E-6868-5A01-8F73-7752C8C36A68}"/>
              </a:ext>
            </a:extLst>
          </p:cNvPr>
          <p:cNvSpPr/>
          <p:nvPr/>
        </p:nvSpPr>
        <p:spPr>
          <a:xfrm>
            <a:off x="356338" y="3779848"/>
            <a:ext cx="72255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3" name="Rectangle 542">
            <a:extLst>
              <a:ext uri="{FF2B5EF4-FFF2-40B4-BE49-F238E27FC236}">
                <a16:creationId xmlns:a16="http://schemas.microsoft.com/office/drawing/2014/main" id="{3C440FE3-2523-18D3-E4C8-E9306BE2E3FE}"/>
              </a:ext>
            </a:extLst>
          </p:cNvPr>
          <p:cNvSpPr/>
          <p:nvPr/>
        </p:nvSpPr>
        <p:spPr>
          <a:xfrm>
            <a:off x="356337" y="4205346"/>
            <a:ext cx="72255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4" name="Rectangle 543">
            <a:extLst>
              <a:ext uri="{FF2B5EF4-FFF2-40B4-BE49-F238E27FC236}">
                <a16:creationId xmlns:a16="http://schemas.microsoft.com/office/drawing/2014/main" id="{EEFA6783-4E57-75A6-F4ED-11C029AEDC1C}"/>
              </a:ext>
            </a:extLst>
          </p:cNvPr>
          <p:cNvSpPr/>
          <p:nvPr/>
        </p:nvSpPr>
        <p:spPr>
          <a:xfrm>
            <a:off x="356337" y="4630844"/>
            <a:ext cx="72255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5" name="TextBox 544">
            <a:extLst>
              <a:ext uri="{FF2B5EF4-FFF2-40B4-BE49-F238E27FC236}">
                <a16:creationId xmlns:a16="http://schemas.microsoft.com/office/drawing/2014/main" id="{C6B340D5-402D-5613-C0E1-5530791A7965}"/>
              </a:ext>
            </a:extLst>
          </p:cNvPr>
          <p:cNvSpPr txBox="1"/>
          <p:nvPr/>
        </p:nvSpPr>
        <p:spPr>
          <a:xfrm>
            <a:off x="321413" y="2732730"/>
            <a:ext cx="787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4"/>
                </a:solidFill>
              </a:rPr>
              <a:t>W20</a:t>
            </a:r>
          </a:p>
        </p:txBody>
      </p:sp>
      <p:sp>
        <p:nvSpPr>
          <p:cNvPr id="546" name="TextBox 545">
            <a:extLst>
              <a:ext uri="{FF2B5EF4-FFF2-40B4-BE49-F238E27FC236}">
                <a16:creationId xmlns:a16="http://schemas.microsoft.com/office/drawing/2014/main" id="{DABC3C28-8F56-4CC3-F28E-95233A258EDC}"/>
              </a:ext>
            </a:extLst>
          </p:cNvPr>
          <p:cNvSpPr txBox="1"/>
          <p:nvPr/>
        </p:nvSpPr>
        <p:spPr>
          <a:xfrm>
            <a:off x="1747401" y="2732723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4"/>
                </a:solidFill>
              </a:rPr>
              <a:t>W20.R1</a:t>
            </a: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7D367A97-EF5A-C2BB-5A2B-7E58F53BCDE1}"/>
              </a:ext>
            </a:extLst>
          </p:cNvPr>
          <p:cNvSpPr/>
          <p:nvPr/>
        </p:nvSpPr>
        <p:spPr>
          <a:xfrm>
            <a:off x="1848306" y="2928852"/>
            <a:ext cx="864539" cy="359243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11760054-108C-B8D4-1151-2F400C1970A5}"/>
              </a:ext>
            </a:extLst>
          </p:cNvPr>
          <p:cNvSpPr/>
          <p:nvPr/>
        </p:nvSpPr>
        <p:spPr>
          <a:xfrm>
            <a:off x="1848306" y="3354350"/>
            <a:ext cx="87164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4CBCDB63-121C-6124-572D-8FCC797EA90C}"/>
              </a:ext>
            </a:extLst>
          </p:cNvPr>
          <p:cNvSpPr/>
          <p:nvPr/>
        </p:nvSpPr>
        <p:spPr>
          <a:xfrm>
            <a:off x="1848304" y="3779848"/>
            <a:ext cx="871649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380362B5-AF76-6BE3-D6EC-56D0E1956A51}"/>
              </a:ext>
            </a:extLst>
          </p:cNvPr>
          <p:cNvSpPr/>
          <p:nvPr/>
        </p:nvSpPr>
        <p:spPr>
          <a:xfrm>
            <a:off x="1848304" y="4205346"/>
            <a:ext cx="871650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88F794CE-3D3D-6BF0-F9D1-192F00579809}"/>
              </a:ext>
            </a:extLst>
          </p:cNvPr>
          <p:cNvSpPr/>
          <p:nvPr/>
        </p:nvSpPr>
        <p:spPr>
          <a:xfrm>
            <a:off x="1848304" y="4630844"/>
            <a:ext cx="871650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552" name="Elbow Connector 551">
            <a:extLst>
              <a:ext uri="{FF2B5EF4-FFF2-40B4-BE49-F238E27FC236}">
                <a16:creationId xmlns:a16="http://schemas.microsoft.com/office/drawing/2014/main" id="{638D83E1-3060-9147-8377-ED643B11D08F}"/>
              </a:ext>
            </a:extLst>
          </p:cNvPr>
          <p:cNvCxnSpPr>
            <a:cxnSpLocks/>
            <a:stCxn id="547" idx="1"/>
            <a:endCxn id="548" idx="1"/>
          </p:cNvCxnSpPr>
          <p:nvPr/>
        </p:nvCxnSpPr>
        <p:spPr>
          <a:xfrm rot="10800000" flipV="1">
            <a:off x="1848306" y="3108474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53" name="TextBox 552">
            <a:extLst>
              <a:ext uri="{FF2B5EF4-FFF2-40B4-BE49-F238E27FC236}">
                <a16:creationId xmlns:a16="http://schemas.microsoft.com/office/drawing/2014/main" id="{C7DA5B8E-5DE4-8F81-7ACB-43C254CB85E4}"/>
              </a:ext>
            </a:extLst>
          </p:cNvPr>
          <p:cNvSpPr txBox="1">
            <a:spLocks/>
          </p:cNvSpPr>
          <p:nvPr/>
        </p:nvSpPr>
        <p:spPr>
          <a:xfrm>
            <a:off x="1526581" y="329939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x2</a:t>
            </a:r>
          </a:p>
        </p:txBody>
      </p:sp>
      <p:cxnSp>
        <p:nvCxnSpPr>
          <p:cNvPr id="554" name="Elbow Connector 553">
            <a:extLst>
              <a:ext uri="{FF2B5EF4-FFF2-40B4-BE49-F238E27FC236}">
                <a16:creationId xmlns:a16="http://schemas.microsoft.com/office/drawing/2014/main" id="{13C473CB-53E0-9E33-CD01-BC2BBF085E92}"/>
              </a:ext>
            </a:extLst>
          </p:cNvPr>
          <p:cNvCxnSpPr>
            <a:cxnSpLocks/>
            <a:endCxn id="549" idx="1"/>
          </p:cNvCxnSpPr>
          <p:nvPr/>
        </p:nvCxnSpPr>
        <p:spPr>
          <a:xfrm rot="16200000" flipH="1">
            <a:off x="1241143" y="3352309"/>
            <a:ext cx="850996" cy="363326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55" name="Elbow Connector 554">
            <a:extLst>
              <a:ext uri="{FF2B5EF4-FFF2-40B4-BE49-F238E27FC236}">
                <a16:creationId xmlns:a16="http://schemas.microsoft.com/office/drawing/2014/main" id="{F045EFBE-06E8-29F8-F0E0-FEA925702644}"/>
              </a:ext>
            </a:extLst>
          </p:cNvPr>
          <p:cNvCxnSpPr>
            <a:cxnSpLocks/>
            <a:endCxn id="550" idx="1"/>
          </p:cNvCxnSpPr>
          <p:nvPr/>
        </p:nvCxnSpPr>
        <p:spPr>
          <a:xfrm rot="16200000" flipH="1">
            <a:off x="991122" y="3527786"/>
            <a:ext cx="1276498" cy="437866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56" name="Elbow Connector 555">
            <a:extLst>
              <a:ext uri="{FF2B5EF4-FFF2-40B4-BE49-F238E27FC236}">
                <a16:creationId xmlns:a16="http://schemas.microsoft.com/office/drawing/2014/main" id="{BBE1F8CA-FBB7-AE55-CF8A-3983450E84F4}"/>
              </a:ext>
            </a:extLst>
          </p:cNvPr>
          <p:cNvCxnSpPr>
            <a:cxnSpLocks/>
            <a:endCxn id="551" idx="1"/>
          </p:cNvCxnSpPr>
          <p:nvPr/>
        </p:nvCxnSpPr>
        <p:spPr>
          <a:xfrm rot="16200000" flipH="1">
            <a:off x="742847" y="3705009"/>
            <a:ext cx="1701996" cy="508918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57" name="TextBox 556">
            <a:extLst>
              <a:ext uri="{FF2B5EF4-FFF2-40B4-BE49-F238E27FC236}">
                <a16:creationId xmlns:a16="http://schemas.microsoft.com/office/drawing/2014/main" id="{6C899E6C-56DD-705B-FA99-08A2C34B32B9}"/>
              </a:ext>
            </a:extLst>
          </p:cNvPr>
          <p:cNvSpPr txBox="1"/>
          <p:nvPr/>
        </p:nvSpPr>
        <p:spPr>
          <a:xfrm>
            <a:off x="1511791" y="3732850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x3</a:t>
            </a:r>
          </a:p>
        </p:txBody>
      </p:sp>
      <p:sp>
        <p:nvSpPr>
          <p:cNvPr id="558" name="TextBox 557">
            <a:extLst>
              <a:ext uri="{FF2B5EF4-FFF2-40B4-BE49-F238E27FC236}">
                <a16:creationId xmlns:a16="http://schemas.microsoft.com/office/drawing/2014/main" id="{887D3050-16A9-ADE5-5EBE-BDDA44A256BE}"/>
              </a:ext>
            </a:extLst>
          </p:cNvPr>
          <p:cNvSpPr txBox="1"/>
          <p:nvPr/>
        </p:nvSpPr>
        <p:spPr>
          <a:xfrm>
            <a:off x="1511790" y="4157029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x4</a:t>
            </a:r>
          </a:p>
        </p:txBody>
      </p:sp>
      <p:sp>
        <p:nvSpPr>
          <p:cNvPr id="559" name="TextBox 558">
            <a:extLst>
              <a:ext uri="{FF2B5EF4-FFF2-40B4-BE49-F238E27FC236}">
                <a16:creationId xmlns:a16="http://schemas.microsoft.com/office/drawing/2014/main" id="{CF803C55-F7DA-A66C-317A-4739DF2CC187}"/>
              </a:ext>
            </a:extLst>
          </p:cNvPr>
          <p:cNvSpPr txBox="1"/>
          <p:nvPr/>
        </p:nvSpPr>
        <p:spPr>
          <a:xfrm>
            <a:off x="1497003" y="4582156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x5</a:t>
            </a:r>
          </a:p>
        </p:txBody>
      </p:sp>
      <p:cxnSp>
        <p:nvCxnSpPr>
          <p:cNvPr id="560" name="Straight Connector 559">
            <a:extLst>
              <a:ext uri="{FF2B5EF4-FFF2-40B4-BE49-F238E27FC236}">
                <a16:creationId xmlns:a16="http://schemas.microsoft.com/office/drawing/2014/main" id="{4C7D39AF-BEC2-673E-0CC7-0B0913B1C88D}"/>
              </a:ext>
            </a:extLst>
          </p:cNvPr>
          <p:cNvCxnSpPr>
            <a:cxnSpLocks/>
          </p:cNvCxnSpPr>
          <p:nvPr/>
        </p:nvCxnSpPr>
        <p:spPr>
          <a:xfrm>
            <a:off x="1330006" y="3108469"/>
            <a:ext cx="254357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61" name="TextBox 560">
            <a:extLst>
              <a:ext uri="{FF2B5EF4-FFF2-40B4-BE49-F238E27FC236}">
                <a16:creationId xmlns:a16="http://schemas.microsoft.com/office/drawing/2014/main" id="{D0A5B062-1F48-674C-4544-C98AA0E82293}"/>
              </a:ext>
            </a:extLst>
          </p:cNvPr>
          <p:cNvSpPr txBox="1"/>
          <p:nvPr/>
        </p:nvSpPr>
        <p:spPr>
          <a:xfrm>
            <a:off x="2705315" y="2923803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62" name="TextBox 561">
            <a:extLst>
              <a:ext uri="{FF2B5EF4-FFF2-40B4-BE49-F238E27FC236}">
                <a16:creationId xmlns:a16="http://schemas.microsoft.com/office/drawing/2014/main" id="{2390306B-65B8-D54C-18AA-877BD1EE2DCD}"/>
              </a:ext>
            </a:extLst>
          </p:cNvPr>
          <p:cNvSpPr txBox="1"/>
          <p:nvPr/>
        </p:nvSpPr>
        <p:spPr>
          <a:xfrm>
            <a:off x="3391631" y="2732721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4"/>
                </a:solidFill>
              </a:rPr>
              <a:t>W20.R2</a:t>
            </a:r>
          </a:p>
        </p:txBody>
      </p:sp>
      <p:sp>
        <p:nvSpPr>
          <p:cNvPr id="563" name="Rectangle 562">
            <a:extLst>
              <a:ext uri="{FF2B5EF4-FFF2-40B4-BE49-F238E27FC236}">
                <a16:creationId xmlns:a16="http://schemas.microsoft.com/office/drawing/2014/main" id="{869E1654-DBB9-8690-9FCA-6352EC858F9F}"/>
              </a:ext>
            </a:extLst>
          </p:cNvPr>
          <p:cNvSpPr/>
          <p:nvPr/>
        </p:nvSpPr>
        <p:spPr>
          <a:xfrm>
            <a:off x="3481299" y="2935109"/>
            <a:ext cx="864539" cy="359243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4" name="Rectangle 563">
            <a:extLst>
              <a:ext uri="{FF2B5EF4-FFF2-40B4-BE49-F238E27FC236}">
                <a16:creationId xmlns:a16="http://schemas.microsoft.com/office/drawing/2014/main" id="{BD60CAD3-CA76-95D2-2DDF-E1252CA644A8}"/>
              </a:ext>
            </a:extLst>
          </p:cNvPr>
          <p:cNvSpPr/>
          <p:nvPr/>
        </p:nvSpPr>
        <p:spPr>
          <a:xfrm>
            <a:off x="3481299" y="3360607"/>
            <a:ext cx="87164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5" name="Rectangle 564">
            <a:extLst>
              <a:ext uri="{FF2B5EF4-FFF2-40B4-BE49-F238E27FC236}">
                <a16:creationId xmlns:a16="http://schemas.microsoft.com/office/drawing/2014/main" id="{E91179D2-0393-8E26-4CFF-843DDC5589BB}"/>
              </a:ext>
            </a:extLst>
          </p:cNvPr>
          <p:cNvSpPr/>
          <p:nvPr/>
        </p:nvSpPr>
        <p:spPr>
          <a:xfrm>
            <a:off x="3481297" y="3786105"/>
            <a:ext cx="871649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6" name="Rectangle 565">
            <a:extLst>
              <a:ext uri="{FF2B5EF4-FFF2-40B4-BE49-F238E27FC236}">
                <a16:creationId xmlns:a16="http://schemas.microsoft.com/office/drawing/2014/main" id="{1B21B7FF-0FD2-0D76-5835-A9E65FE6C7B4}"/>
              </a:ext>
            </a:extLst>
          </p:cNvPr>
          <p:cNvSpPr/>
          <p:nvPr/>
        </p:nvSpPr>
        <p:spPr>
          <a:xfrm>
            <a:off x="3481297" y="4211603"/>
            <a:ext cx="871650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7" name="Rectangle 566">
            <a:extLst>
              <a:ext uri="{FF2B5EF4-FFF2-40B4-BE49-F238E27FC236}">
                <a16:creationId xmlns:a16="http://schemas.microsoft.com/office/drawing/2014/main" id="{92FD25DA-C9CF-AB4F-5684-279E88215DB3}"/>
              </a:ext>
            </a:extLst>
          </p:cNvPr>
          <p:cNvSpPr/>
          <p:nvPr/>
        </p:nvSpPr>
        <p:spPr>
          <a:xfrm>
            <a:off x="3481297" y="4637101"/>
            <a:ext cx="871650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568" name="Elbow Connector 567">
            <a:extLst>
              <a:ext uri="{FF2B5EF4-FFF2-40B4-BE49-F238E27FC236}">
                <a16:creationId xmlns:a16="http://schemas.microsoft.com/office/drawing/2014/main" id="{07B3985A-1403-72C8-01FF-85746E389FB6}"/>
              </a:ext>
            </a:extLst>
          </p:cNvPr>
          <p:cNvCxnSpPr>
            <a:cxnSpLocks/>
            <a:stCxn id="563" idx="1"/>
            <a:endCxn id="564" idx="1"/>
          </p:cNvCxnSpPr>
          <p:nvPr/>
        </p:nvCxnSpPr>
        <p:spPr>
          <a:xfrm rot="10800000" flipV="1">
            <a:off x="3481299" y="3114731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52F98FD6-116A-770D-05FC-E266108D6CFD}"/>
              </a:ext>
            </a:extLst>
          </p:cNvPr>
          <p:cNvSpPr txBox="1">
            <a:spLocks/>
          </p:cNvSpPr>
          <p:nvPr/>
        </p:nvSpPr>
        <p:spPr>
          <a:xfrm>
            <a:off x="3159574" y="3305654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x4</a:t>
            </a:r>
          </a:p>
        </p:txBody>
      </p:sp>
      <p:cxnSp>
        <p:nvCxnSpPr>
          <p:cNvPr id="570" name="Elbow Connector 569">
            <a:extLst>
              <a:ext uri="{FF2B5EF4-FFF2-40B4-BE49-F238E27FC236}">
                <a16:creationId xmlns:a16="http://schemas.microsoft.com/office/drawing/2014/main" id="{02D04763-2E80-5A15-2096-F34DE8004968}"/>
              </a:ext>
            </a:extLst>
          </p:cNvPr>
          <p:cNvCxnSpPr>
            <a:cxnSpLocks/>
            <a:endCxn id="565" idx="1"/>
          </p:cNvCxnSpPr>
          <p:nvPr/>
        </p:nvCxnSpPr>
        <p:spPr>
          <a:xfrm rot="16200000" flipH="1">
            <a:off x="2874136" y="3358566"/>
            <a:ext cx="850996" cy="363326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71" name="Elbow Connector 570">
            <a:extLst>
              <a:ext uri="{FF2B5EF4-FFF2-40B4-BE49-F238E27FC236}">
                <a16:creationId xmlns:a16="http://schemas.microsoft.com/office/drawing/2014/main" id="{4327DAE3-B0C6-DE7A-90C4-0F738D9CA430}"/>
              </a:ext>
            </a:extLst>
          </p:cNvPr>
          <p:cNvCxnSpPr>
            <a:cxnSpLocks/>
            <a:endCxn id="566" idx="1"/>
          </p:cNvCxnSpPr>
          <p:nvPr/>
        </p:nvCxnSpPr>
        <p:spPr>
          <a:xfrm rot="16200000" flipH="1">
            <a:off x="2624115" y="3534043"/>
            <a:ext cx="1276498" cy="437866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72" name="Elbow Connector 571">
            <a:extLst>
              <a:ext uri="{FF2B5EF4-FFF2-40B4-BE49-F238E27FC236}">
                <a16:creationId xmlns:a16="http://schemas.microsoft.com/office/drawing/2014/main" id="{80E80D34-9E06-6EF1-0605-E4F6B22E659C}"/>
              </a:ext>
            </a:extLst>
          </p:cNvPr>
          <p:cNvCxnSpPr>
            <a:cxnSpLocks/>
            <a:endCxn id="567" idx="1"/>
          </p:cNvCxnSpPr>
          <p:nvPr/>
        </p:nvCxnSpPr>
        <p:spPr>
          <a:xfrm rot="16200000" flipH="1">
            <a:off x="2375840" y="3711266"/>
            <a:ext cx="1701996" cy="508918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73" name="TextBox 572">
            <a:extLst>
              <a:ext uri="{FF2B5EF4-FFF2-40B4-BE49-F238E27FC236}">
                <a16:creationId xmlns:a16="http://schemas.microsoft.com/office/drawing/2014/main" id="{A2AA4972-0DB3-897F-C4BC-073F0CAB8DE2}"/>
              </a:ext>
            </a:extLst>
          </p:cNvPr>
          <p:cNvSpPr txBox="1"/>
          <p:nvPr/>
        </p:nvSpPr>
        <p:spPr>
          <a:xfrm>
            <a:off x="3144784" y="373910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x9</a:t>
            </a:r>
          </a:p>
        </p:txBody>
      </p:sp>
      <p:sp>
        <p:nvSpPr>
          <p:cNvPr id="574" name="TextBox 573">
            <a:extLst>
              <a:ext uri="{FF2B5EF4-FFF2-40B4-BE49-F238E27FC236}">
                <a16:creationId xmlns:a16="http://schemas.microsoft.com/office/drawing/2014/main" id="{F2619C66-DF6E-5491-4F37-9C955CFE9268}"/>
              </a:ext>
            </a:extLst>
          </p:cNvPr>
          <p:cNvSpPr txBox="1"/>
          <p:nvPr/>
        </p:nvSpPr>
        <p:spPr>
          <a:xfrm>
            <a:off x="3110318" y="4163286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x16</a:t>
            </a:r>
          </a:p>
        </p:txBody>
      </p:sp>
      <p:sp>
        <p:nvSpPr>
          <p:cNvPr id="575" name="TextBox 574">
            <a:extLst>
              <a:ext uri="{FF2B5EF4-FFF2-40B4-BE49-F238E27FC236}">
                <a16:creationId xmlns:a16="http://schemas.microsoft.com/office/drawing/2014/main" id="{5E8B4EAB-E9FA-4F9E-DFAD-CF94D6ED4BD1}"/>
              </a:ext>
            </a:extLst>
          </p:cNvPr>
          <p:cNvSpPr txBox="1"/>
          <p:nvPr/>
        </p:nvSpPr>
        <p:spPr>
          <a:xfrm>
            <a:off x="3095531" y="4588413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x25</a:t>
            </a:r>
          </a:p>
        </p:txBody>
      </p:sp>
      <p:cxnSp>
        <p:nvCxnSpPr>
          <p:cNvPr id="576" name="Straight Connector 575">
            <a:extLst>
              <a:ext uri="{FF2B5EF4-FFF2-40B4-BE49-F238E27FC236}">
                <a16:creationId xmlns:a16="http://schemas.microsoft.com/office/drawing/2014/main" id="{24FBB3D6-45C2-FA9E-0C7E-5419B73BB658}"/>
              </a:ext>
            </a:extLst>
          </p:cNvPr>
          <p:cNvCxnSpPr>
            <a:cxnSpLocks/>
          </p:cNvCxnSpPr>
          <p:nvPr/>
        </p:nvCxnSpPr>
        <p:spPr>
          <a:xfrm>
            <a:off x="2962999" y="3114726"/>
            <a:ext cx="254357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77" name="TextBox 576">
            <a:extLst>
              <a:ext uri="{FF2B5EF4-FFF2-40B4-BE49-F238E27FC236}">
                <a16:creationId xmlns:a16="http://schemas.microsoft.com/office/drawing/2014/main" id="{69441A86-E021-A790-333A-F15930DC6163}"/>
              </a:ext>
            </a:extLst>
          </p:cNvPr>
          <p:cNvSpPr txBox="1"/>
          <p:nvPr/>
        </p:nvSpPr>
        <p:spPr>
          <a:xfrm>
            <a:off x="2708535" y="335120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78" name="TextBox 577">
            <a:extLst>
              <a:ext uri="{FF2B5EF4-FFF2-40B4-BE49-F238E27FC236}">
                <a16:creationId xmlns:a16="http://schemas.microsoft.com/office/drawing/2014/main" id="{97EE85B6-419C-D761-DEAE-E8B2E304236B}"/>
              </a:ext>
            </a:extLst>
          </p:cNvPr>
          <p:cNvSpPr txBox="1"/>
          <p:nvPr/>
        </p:nvSpPr>
        <p:spPr>
          <a:xfrm>
            <a:off x="2708535" y="377161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79" name="TextBox 578">
            <a:extLst>
              <a:ext uri="{FF2B5EF4-FFF2-40B4-BE49-F238E27FC236}">
                <a16:creationId xmlns:a16="http://schemas.microsoft.com/office/drawing/2014/main" id="{68F91933-3E48-80DF-6689-04DAF482FDF2}"/>
              </a:ext>
            </a:extLst>
          </p:cNvPr>
          <p:cNvSpPr txBox="1"/>
          <p:nvPr/>
        </p:nvSpPr>
        <p:spPr>
          <a:xfrm>
            <a:off x="2708535" y="420335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0" name="TextBox 579">
            <a:extLst>
              <a:ext uri="{FF2B5EF4-FFF2-40B4-BE49-F238E27FC236}">
                <a16:creationId xmlns:a16="http://schemas.microsoft.com/office/drawing/2014/main" id="{66383992-44FF-4336-FEE5-DBC8AC5955D9}"/>
              </a:ext>
            </a:extLst>
          </p:cNvPr>
          <p:cNvSpPr txBox="1"/>
          <p:nvPr/>
        </p:nvSpPr>
        <p:spPr>
          <a:xfrm>
            <a:off x="2708535" y="462651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1" name="TextBox 580">
            <a:extLst>
              <a:ext uri="{FF2B5EF4-FFF2-40B4-BE49-F238E27FC236}">
                <a16:creationId xmlns:a16="http://schemas.microsoft.com/office/drawing/2014/main" id="{8AA0ADA9-D847-EB09-977E-AB9B19C4DC90}"/>
              </a:ext>
            </a:extLst>
          </p:cNvPr>
          <p:cNvSpPr txBox="1"/>
          <p:nvPr/>
        </p:nvSpPr>
        <p:spPr>
          <a:xfrm>
            <a:off x="1074065" y="2923803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2" name="TextBox 581">
            <a:extLst>
              <a:ext uri="{FF2B5EF4-FFF2-40B4-BE49-F238E27FC236}">
                <a16:creationId xmlns:a16="http://schemas.microsoft.com/office/drawing/2014/main" id="{19D85DB5-EF65-BFBF-2834-F554E4318DC6}"/>
              </a:ext>
            </a:extLst>
          </p:cNvPr>
          <p:cNvSpPr txBox="1"/>
          <p:nvPr/>
        </p:nvSpPr>
        <p:spPr>
          <a:xfrm>
            <a:off x="1077285" y="335120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3" name="TextBox 582">
            <a:extLst>
              <a:ext uri="{FF2B5EF4-FFF2-40B4-BE49-F238E27FC236}">
                <a16:creationId xmlns:a16="http://schemas.microsoft.com/office/drawing/2014/main" id="{934F0D38-3F7D-F6EB-4A20-B34F66AA6AEF}"/>
              </a:ext>
            </a:extLst>
          </p:cNvPr>
          <p:cNvSpPr txBox="1"/>
          <p:nvPr/>
        </p:nvSpPr>
        <p:spPr>
          <a:xfrm>
            <a:off x="1077285" y="377161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4" name="TextBox 583">
            <a:extLst>
              <a:ext uri="{FF2B5EF4-FFF2-40B4-BE49-F238E27FC236}">
                <a16:creationId xmlns:a16="http://schemas.microsoft.com/office/drawing/2014/main" id="{B3D6EB12-E206-D7A3-DFA3-4BA029AD9D53}"/>
              </a:ext>
            </a:extLst>
          </p:cNvPr>
          <p:cNvSpPr txBox="1"/>
          <p:nvPr/>
        </p:nvSpPr>
        <p:spPr>
          <a:xfrm>
            <a:off x="1077285" y="420335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5" name="TextBox 584">
            <a:extLst>
              <a:ext uri="{FF2B5EF4-FFF2-40B4-BE49-F238E27FC236}">
                <a16:creationId xmlns:a16="http://schemas.microsoft.com/office/drawing/2014/main" id="{EFA40991-BCEE-6EC4-A694-0AF109FD7EED}"/>
              </a:ext>
            </a:extLst>
          </p:cNvPr>
          <p:cNvSpPr txBox="1"/>
          <p:nvPr/>
        </p:nvSpPr>
        <p:spPr>
          <a:xfrm>
            <a:off x="1077285" y="462651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6" name="TextBox 585">
            <a:extLst>
              <a:ext uri="{FF2B5EF4-FFF2-40B4-BE49-F238E27FC236}">
                <a16:creationId xmlns:a16="http://schemas.microsoft.com/office/drawing/2014/main" id="{E5A4120C-2A53-F059-F897-D26D612F8216}"/>
              </a:ext>
            </a:extLst>
          </p:cNvPr>
          <p:cNvSpPr txBox="1"/>
          <p:nvPr/>
        </p:nvSpPr>
        <p:spPr>
          <a:xfrm>
            <a:off x="4331310" y="2985358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87" name="TextBox 586">
            <a:extLst>
              <a:ext uri="{FF2B5EF4-FFF2-40B4-BE49-F238E27FC236}">
                <a16:creationId xmlns:a16="http://schemas.microsoft.com/office/drawing/2014/main" id="{0CF5ADE8-F820-8737-F3D4-BAD7A6A77359}"/>
              </a:ext>
            </a:extLst>
          </p:cNvPr>
          <p:cNvSpPr txBox="1"/>
          <p:nvPr/>
        </p:nvSpPr>
        <p:spPr>
          <a:xfrm>
            <a:off x="5497200" y="2995187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W20.S1</a:t>
            </a:r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ECB92905-12B8-94E9-5C08-009E8DA20067}"/>
              </a:ext>
            </a:extLst>
          </p:cNvPr>
          <p:cNvSpPr/>
          <p:nvPr/>
        </p:nvSpPr>
        <p:spPr>
          <a:xfrm>
            <a:off x="4800674" y="2939398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241D70A0-6AF3-89CB-92EE-B0924D29887E}"/>
              </a:ext>
            </a:extLst>
          </p:cNvPr>
          <p:cNvSpPr/>
          <p:nvPr/>
        </p:nvSpPr>
        <p:spPr>
          <a:xfrm>
            <a:off x="4800674" y="3364896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9E5DF7DA-6D30-8B4A-A685-0C4107DC2734}"/>
              </a:ext>
            </a:extLst>
          </p:cNvPr>
          <p:cNvSpPr/>
          <p:nvPr/>
        </p:nvSpPr>
        <p:spPr>
          <a:xfrm>
            <a:off x="4800673" y="3790394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6B1F6E26-5814-3690-728A-07F1FF94801A}"/>
              </a:ext>
            </a:extLst>
          </p:cNvPr>
          <p:cNvSpPr/>
          <p:nvPr/>
        </p:nvSpPr>
        <p:spPr>
          <a:xfrm>
            <a:off x="4800672" y="4215892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02242A0F-CEEC-54F6-04D7-7CC6210B1AA6}"/>
              </a:ext>
            </a:extLst>
          </p:cNvPr>
          <p:cNvSpPr/>
          <p:nvPr/>
        </p:nvSpPr>
        <p:spPr>
          <a:xfrm>
            <a:off x="4800672" y="4641390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3" name="TextBox 592">
            <a:extLst>
              <a:ext uri="{FF2B5EF4-FFF2-40B4-BE49-F238E27FC236}">
                <a16:creationId xmlns:a16="http://schemas.microsoft.com/office/drawing/2014/main" id="{702321B3-44F7-94E8-39BC-1E153858983E}"/>
              </a:ext>
            </a:extLst>
          </p:cNvPr>
          <p:cNvSpPr txBox="1"/>
          <p:nvPr/>
        </p:nvSpPr>
        <p:spPr>
          <a:xfrm>
            <a:off x="4335543" y="3412763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94" name="TextBox 593">
            <a:extLst>
              <a:ext uri="{FF2B5EF4-FFF2-40B4-BE49-F238E27FC236}">
                <a16:creationId xmlns:a16="http://schemas.microsoft.com/office/drawing/2014/main" id="{3C22B5A5-2180-B773-64E2-42829D8A51DC}"/>
              </a:ext>
            </a:extLst>
          </p:cNvPr>
          <p:cNvSpPr txBox="1"/>
          <p:nvPr/>
        </p:nvSpPr>
        <p:spPr>
          <a:xfrm>
            <a:off x="4336002" y="3821742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95" name="TextBox 594">
            <a:extLst>
              <a:ext uri="{FF2B5EF4-FFF2-40B4-BE49-F238E27FC236}">
                <a16:creationId xmlns:a16="http://schemas.microsoft.com/office/drawing/2014/main" id="{D558FF26-6785-535D-5B71-ADEF4422D216}"/>
              </a:ext>
            </a:extLst>
          </p:cNvPr>
          <p:cNvSpPr txBox="1"/>
          <p:nvPr/>
        </p:nvSpPr>
        <p:spPr>
          <a:xfrm>
            <a:off x="4336901" y="4260184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96" name="TextBox 595">
            <a:extLst>
              <a:ext uri="{FF2B5EF4-FFF2-40B4-BE49-F238E27FC236}">
                <a16:creationId xmlns:a16="http://schemas.microsoft.com/office/drawing/2014/main" id="{07B5481D-1CCA-D013-3D7A-BC593D57CD89}"/>
              </a:ext>
            </a:extLst>
          </p:cNvPr>
          <p:cNvSpPr txBox="1"/>
          <p:nvPr/>
        </p:nvSpPr>
        <p:spPr>
          <a:xfrm>
            <a:off x="4335254" y="4697967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97" name="TextBox 596">
            <a:extLst>
              <a:ext uri="{FF2B5EF4-FFF2-40B4-BE49-F238E27FC236}">
                <a16:creationId xmlns:a16="http://schemas.microsoft.com/office/drawing/2014/main" id="{392A94E3-596F-C917-B47A-37883CEF1E03}"/>
              </a:ext>
            </a:extLst>
          </p:cNvPr>
          <p:cNvSpPr txBox="1"/>
          <p:nvPr/>
        </p:nvSpPr>
        <p:spPr>
          <a:xfrm>
            <a:off x="5497200" y="3421665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W20.S2</a:t>
            </a:r>
          </a:p>
        </p:txBody>
      </p:sp>
      <p:sp>
        <p:nvSpPr>
          <p:cNvPr id="598" name="TextBox 597">
            <a:extLst>
              <a:ext uri="{FF2B5EF4-FFF2-40B4-BE49-F238E27FC236}">
                <a16:creationId xmlns:a16="http://schemas.microsoft.com/office/drawing/2014/main" id="{8072670E-58B9-0C5B-5540-59980A22E92C}"/>
              </a:ext>
            </a:extLst>
          </p:cNvPr>
          <p:cNvSpPr txBox="1"/>
          <p:nvPr/>
        </p:nvSpPr>
        <p:spPr>
          <a:xfrm>
            <a:off x="5497200" y="3848294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W20.S3</a:t>
            </a: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CEC152B6-5618-D4F0-BCA9-DF0A713C6291}"/>
              </a:ext>
            </a:extLst>
          </p:cNvPr>
          <p:cNvSpPr txBox="1"/>
          <p:nvPr/>
        </p:nvSpPr>
        <p:spPr>
          <a:xfrm>
            <a:off x="5497200" y="4274772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W20.S4</a:t>
            </a:r>
          </a:p>
        </p:txBody>
      </p:sp>
      <p:sp>
        <p:nvSpPr>
          <p:cNvPr id="600" name="TextBox 599">
            <a:extLst>
              <a:ext uri="{FF2B5EF4-FFF2-40B4-BE49-F238E27FC236}">
                <a16:creationId xmlns:a16="http://schemas.microsoft.com/office/drawing/2014/main" id="{464D2D80-D317-8423-ABBF-13FE4BAB07DA}"/>
              </a:ext>
            </a:extLst>
          </p:cNvPr>
          <p:cNvSpPr txBox="1"/>
          <p:nvPr/>
        </p:nvSpPr>
        <p:spPr>
          <a:xfrm>
            <a:off x="5497200" y="4695820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W20.S5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601" name="Rectangle 600">
            <a:extLst>
              <a:ext uri="{FF2B5EF4-FFF2-40B4-BE49-F238E27FC236}">
                <a16:creationId xmlns:a16="http://schemas.microsoft.com/office/drawing/2014/main" id="{D192EC95-590F-AB90-002E-2883741C1361}"/>
              </a:ext>
            </a:extLst>
          </p:cNvPr>
          <p:cNvSpPr/>
          <p:nvPr/>
        </p:nvSpPr>
        <p:spPr>
          <a:xfrm>
            <a:off x="360077" y="5200822"/>
            <a:ext cx="722557" cy="359243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2" name="Rectangle 601">
            <a:extLst>
              <a:ext uri="{FF2B5EF4-FFF2-40B4-BE49-F238E27FC236}">
                <a16:creationId xmlns:a16="http://schemas.microsoft.com/office/drawing/2014/main" id="{8AA9211F-51D2-9840-F68F-C81EA3D60AB2}"/>
              </a:ext>
            </a:extLst>
          </p:cNvPr>
          <p:cNvSpPr/>
          <p:nvPr/>
        </p:nvSpPr>
        <p:spPr>
          <a:xfrm>
            <a:off x="360077" y="5626320"/>
            <a:ext cx="72255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3" name="Rectangle 602">
            <a:extLst>
              <a:ext uri="{FF2B5EF4-FFF2-40B4-BE49-F238E27FC236}">
                <a16:creationId xmlns:a16="http://schemas.microsoft.com/office/drawing/2014/main" id="{18156187-9EB1-EE62-D3F1-E207BC6B9434}"/>
              </a:ext>
            </a:extLst>
          </p:cNvPr>
          <p:cNvSpPr/>
          <p:nvPr/>
        </p:nvSpPr>
        <p:spPr>
          <a:xfrm>
            <a:off x="360076" y="6051818"/>
            <a:ext cx="72255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4" name="Rectangle 603">
            <a:extLst>
              <a:ext uri="{FF2B5EF4-FFF2-40B4-BE49-F238E27FC236}">
                <a16:creationId xmlns:a16="http://schemas.microsoft.com/office/drawing/2014/main" id="{6AF01ABC-E792-328F-EB97-6B02254CB3E8}"/>
              </a:ext>
            </a:extLst>
          </p:cNvPr>
          <p:cNvSpPr/>
          <p:nvPr/>
        </p:nvSpPr>
        <p:spPr>
          <a:xfrm>
            <a:off x="360075" y="6477316"/>
            <a:ext cx="72255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5" name="Rectangle 604">
            <a:extLst>
              <a:ext uri="{FF2B5EF4-FFF2-40B4-BE49-F238E27FC236}">
                <a16:creationId xmlns:a16="http://schemas.microsoft.com/office/drawing/2014/main" id="{190367A3-A931-7839-CA5D-CA0B364B01D7}"/>
              </a:ext>
            </a:extLst>
          </p:cNvPr>
          <p:cNvSpPr/>
          <p:nvPr/>
        </p:nvSpPr>
        <p:spPr>
          <a:xfrm>
            <a:off x="360075" y="6902814"/>
            <a:ext cx="72255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6" name="TextBox 605">
            <a:extLst>
              <a:ext uri="{FF2B5EF4-FFF2-40B4-BE49-F238E27FC236}">
                <a16:creationId xmlns:a16="http://schemas.microsoft.com/office/drawing/2014/main" id="{86B34B25-86C7-C3C2-0AFD-57C197E6EE3D}"/>
              </a:ext>
            </a:extLst>
          </p:cNvPr>
          <p:cNvSpPr txBox="1"/>
          <p:nvPr/>
        </p:nvSpPr>
        <p:spPr>
          <a:xfrm>
            <a:off x="325151" y="5004700"/>
            <a:ext cx="787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6"/>
                </a:solidFill>
              </a:rPr>
              <a:t>W21</a:t>
            </a:r>
          </a:p>
        </p:txBody>
      </p:sp>
      <p:sp>
        <p:nvSpPr>
          <p:cNvPr id="607" name="TextBox 606">
            <a:extLst>
              <a:ext uri="{FF2B5EF4-FFF2-40B4-BE49-F238E27FC236}">
                <a16:creationId xmlns:a16="http://schemas.microsoft.com/office/drawing/2014/main" id="{75B908F0-E614-8511-8932-07874A685B4F}"/>
              </a:ext>
            </a:extLst>
          </p:cNvPr>
          <p:cNvSpPr txBox="1"/>
          <p:nvPr/>
        </p:nvSpPr>
        <p:spPr>
          <a:xfrm>
            <a:off x="1751138" y="5004693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6"/>
                </a:solidFill>
              </a:rPr>
              <a:t>W21.R1</a:t>
            </a:r>
          </a:p>
        </p:txBody>
      </p:sp>
      <p:sp>
        <p:nvSpPr>
          <p:cNvPr id="608" name="Rectangle 607">
            <a:extLst>
              <a:ext uri="{FF2B5EF4-FFF2-40B4-BE49-F238E27FC236}">
                <a16:creationId xmlns:a16="http://schemas.microsoft.com/office/drawing/2014/main" id="{4F4E6C9E-5BA3-C42E-8496-355DF6749A4C}"/>
              </a:ext>
            </a:extLst>
          </p:cNvPr>
          <p:cNvSpPr/>
          <p:nvPr/>
        </p:nvSpPr>
        <p:spPr>
          <a:xfrm>
            <a:off x="1852044" y="5200822"/>
            <a:ext cx="864539" cy="359243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9" name="Rectangle 608">
            <a:extLst>
              <a:ext uri="{FF2B5EF4-FFF2-40B4-BE49-F238E27FC236}">
                <a16:creationId xmlns:a16="http://schemas.microsoft.com/office/drawing/2014/main" id="{A4997FBF-3DF0-2B20-AED0-D0866192F6A5}"/>
              </a:ext>
            </a:extLst>
          </p:cNvPr>
          <p:cNvSpPr/>
          <p:nvPr/>
        </p:nvSpPr>
        <p:spPr>
          <a:xfrm>
            <a:off x="1852044" y="5626320"/>
            <a:ext cx="87164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10" name="Rectangle 609">
            <a:extLst>
              <a:ext uri="{FF2B5EF4-FFF2-40B4-BE49-F238E27FC236}">
                <a16:creationId xmlns:a16="http://schemas.microsoft.com/office/drawing/2014/main" id="{18CD440C-E2A5-C976-FEAC-18527D2A32A1}"/>
              </a:ext>
            </a:extLst>
          </p:cNvPr>
          <p:cNvSpPr/>
          <p:nvPr/>
        </p:nvSpPr>
        <p:spPr>
          <a:xfrm>
            <a:off x="1852042" y="6051818"/>
            <a:ext cx="871649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31C2AC9B-4B03-A9B3-A3ED-BA298BA58673}"/>
              </a:ext>
            </a:extLst>
          </p:cNvPr>
          <p:cNvSpPr/>
          <p:nvPr/>
        </p:nvSpPr>
        <p:spPr>
          <a:xfrm>
            <a:off x="1852042" y="6477316"/>
            <a:ext cx="871650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12" name="Rectangle 611">
            <a:extLst>
              <a:ext uri="{FF2B5EF4-FFF2-40B4-BE49-F238E27FC236}">
                <a16:creationId xmlns:a16="http://schemas.microsoft.com/office/drawing/2014/main" id="{64212FCA-1C04-9941-7ECC-5DCE14B2D449}"/>
              </a:ext>
            </a:extLst>
          </p:cNvPr>
          <p:cNvSpPr/>
          <p:nvPr/>
        </p:nvSpPr>
        <p:spPr>
          <a:xfrm>
            <a:off x="1852042" y="6902814"/>
            <a:ext cx="871650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613" name="Elbow Connector 612">
            <a:extLst>
              <a:ext uri="{FF2B5EF4-FFF2-40B4-BE49-F238E27FC236}">
                <a16:creationId xmlns:a16="http://schemas.microsoft.com/office/drawing/2014/main" id="{38A0E427-09A6-84BD-66E7-D8EE6BF485CC}"/>
              </a:ext>
            </a:extLst>
          </p:cNvPr>
          <p:cNvCxnSpPr>
            <a:cxnSpLocks/>
            <a:stCxn id="608" idx="1"/>
            <a:endCxn id="609" idx="1"/>
          </p:cNvCxnSpPr>
          <p:nvPr/>
        </p:nvCxnSpPr>
        <p:spPr>
          <a:xfrm rot="10800000" flipV="1">
            <a:off x="1852044" y="5380444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14" name="TextBox 613">
            <a:extLst>
              <a:ext uri="{FF2B5EF4-FFF2-40B4-BE49-F238E27FC236}">
                <a16:creationId xmlns:a16="http://schemas.microsoft.com/office/drawing/2014/main" id="{BDD37408-15B9-D735-EAB7-45BA27045768}"/>
              </a:ext>
            </a:extLst>
          </p:cNvPr>
          <p:cNvSpPr txBox="1">
            <a:spLocks/>
          </p:cNvSpPr>
          <p:nvPr/>
        </p:nvSpPr>
        <p:spPr>
          <a:xfrm>
            <a:off x="1530319" y="557136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x2</a:t>
            </a:r>
          </a:p>
        </p:txBody>
      </p:sp>
      <p:cxnSp>
        <p:nvCxnSpPr>
          <p:cNvPr id="615" name="Elbow Connector 614">
            <a:extLst>
              <a:ext uri="{FF2B5EF4-FFF2-40B4-BE49-F238E27FC236}">
                <a16:creationId xmlns:a16="http://schemas.microsoft.com/office/drawing/2014/main" id="{B0C77532-0C73-96DE-DD9E-FF4CAFA3A486}"/>
              </a:ext>
            </a:extLst>
          </p:cNvPr>
          <p:cNvCxnSpPr>
            <a:cxnSpLocks/>
            <a:endCxn id="610" idx="1"/>
          </p:cNvCxnSpPr>
          <p:nvPr/>
        </p:nvCxnSpPr>
        <p:spPr>
          <a:xfrm rot="16200000" flipH="1">
            <a:off x="1244881" y="5624279"/>
            <a:ext cx="850996" cy="363326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16" name="Elbow Connector 615">
            <a:extLst>
              <a:ext uri="{FF2B5EF4-FFF2-40B4-BE49-F238E27FC236}">
                <a16:creationId xmlns:a16="http://schemas.microsoft.com/office/drawing/2014/main" id="{1D909391-D64C-5EA2-2840-F18D1939958E}"/>
              </a:ext>
            </a:extLst>
          </p:cNvPr>
          <p:cNvCxnSpPr>
            <a:cxnSpLocks/>
            <a:endCxn id="611" idx="1"/>
          </p:cNvCxnSpPr>
          <p:nvPr/>
        </p:nvCxnSpPr>
        <p:spPr>
          <a:xfrm rot="16200000" flipH="1">
            <a:off x="994860" y="5799756"/>
            <a:ext cx="1276498" cy="437866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17" name="Elbow Connector 616">
            <a:extLst>
              <a:ext uri="{FF2B5EF4-FFF2-40B4-BE49-F238E27FC236}">
                <a16:creationId xmlns:a16="http://schemas.microsoft.com/office/drawing/2014/main" id="{89D509CA-A285-CAC2-FFA7-74D6C3863876}"/>
              </a:ext>
            </a:extLst>
          </p:cNvPr>
          <p:cNvCxnSpPr>
            <a:cxnSpLocks/>
            <a:endCxn id="612" idx="1"/>
          </p:cNvCxnSpPr>
          <p:nvPr/>
        </p:nvCxnSpPr>
        <p:spPr>
          <a:xfrm rot="16200000" flipH="1">
            <a:off x="746585" y="5976979"/>
            <a:ext cx="1701996" cy="508918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18" name="TextBox 617">
            <a:extLst>
              <a:ext uri="{FF2B5EF4-FFF2-40B4-BE49-F238E27FC236}">
                <a16:creationId xmlns:a16="http://schemas.microsoft.com/office/drawing/2014/main" id="{8231BAF7-0A9D-E88F-3CDF-3E6EC18766C1}"/>
              </a:ext>
            </a:extLst>
          </p:cNvPr>
          <p:cNvSpPr txBox="1"/>
          <p:nvPr/>
        </p:nvSpPr>
        <p:spPr>
          <a:xfrm>
            <a:off x="1515529" y="6004820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x3</a:t>
            </a:r>
          </a:p>
        </p:txBody>
      </p:sp>
      <p:sp>
        <p:nvSpPr>
          <p:cNvPr id="619" name="TextBox 618">
            <a:extLst>
              <a:ext uri="{FF2B5EF4-FFF2-40B4-BE49-F238E27FC236}">
                <a16:creationId xmlns:a16="http://schemas.microsoft.com/office/drawing/2014/main" id="{97A9F849-4FA8-0147-5A61-ADF0C6419BE8}"/>
              </a:ext>
            </a:extLst>
          </p:cNvPr>
          <p:cNvSpPr txBox="1"/>
          <p:nvPr/>
        </p:nvSpPr>
        <p:spPr>
          <a:xfrm>
            <a:off x="1515528" y="6428999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x4</a:t>
            </a:r>
          </a:p>
        </p:txBody>
      </p:sp>
      <p:sp>
        <p:nvSpPr>
          <p:cNvPr id="620" name="TextBox 619">
            <a:extLst>
              <a:ext uri="{FF2B5EF4-FFF2-40B4-BE49-F238E27FC236}">
                <a16:creationId xmlns:a16="http://schemas.microsoft.com/office/drawing/2014/main" id="{61B0C228-613E-1EB1-FEBA-4FC9B19DDFFD}"/>
              </a:ext>
            </a:extLst>
          </p:cNvPr>
          <p:cNvSpPr txBox="1"/>
          <p:nvPr/>
        </p:nvSpPr>
        <p:spPr>
          <a:xfrm>
            <a:off x="1500741" y="6854126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x5</a:t>
            </a:r>
          </a:p>
        </p:txBody>
      </p:sp>
      <p:cxnSp>
        <p:nvCxnSpPr>
          <p:cNvPr id="621" name="Straight Connector 620">
            <a:extLst>
              <a:ext uri="{FF2B5EF4-FFF2-40B4-BE49-F238E27FC236}">
                <a16:creationId xmlns:a16="http://schemas.microsoft.com/office/drawing/2014/main" id="{A6603284-749A-3C19-327B-256771CC4A1C}"/>
              </a:ext>
            </a:extLst>
          </p:cNvPr>
          <p:cNvCxnSpPr>
            <a:cxnSpLocks/>
          </p:cNvCxnSpPr>
          <p:nvPr/>
        </p:nvCxnSpPr>
        <p:spPr>
          <a:xfrm>
            <a:off x="1333744" y="5380439"/>
            <a:ext cx="254357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22" name="TextBox 621">
            <a:extLst>
              <a:ext uri="{FF2B5EF4-FFF2-40B4-BE49-F238E27FC236}">
                <a16:creationId xmlns:a16="http://schemas.microsoft.com/office/drawing/2014/main" id="{32B4B23B-6D8D-BF2E-7870-14F777ECA520}"/>
              </a:ext>
            </a:extLst>
          </p:cNvPr>
          <p:cNvSpPr txBox="1"/>
          <p:nvPr/>
        </p:nvSpPr>
        <p:spPr>
          <a:xfrm>
            <a:off x="2709053" y="5195773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9F150286-C16B-8EEC-8619-7A9363EAAD6F}"/>
              </a:ext>
            </a:extLst>
          </p:cNvPr>
          <p:cNvSpPr txBox="1"/>
          <p:nvPr/>
        </p:nvSpPr>
        <p:spPr>
          <a:xfrm>
            <a:off x="3395370" y="5004691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6"/>
                </a:solidFill>
              </a:rPr>
              <a:t>W21.R2</a:t>
            </a:r>
          </a:p>
        </p:txBody>
      </p:sp>
      <p:sp>
        <p:nvSpPr>
          <p:cNvPr id="624" name="Rectangle 623">
            <a:extLst>
              <a:ext uri="{FF2B5EF4-FFF2-40B4-BE49-F238E27FC236}">
                <a16:creationId xmlns:a16="http://schemas.microsoft.com/office/drawing/2014/main" id="{3577C7BF-7B5B-F5B4-59EF-A1EFC55BC582}"/>
              </a:ext>
            </a:extLst>
          </p:cNvPr>
          <p:cNvSpPr/>
          <p:nvPr/>
        </p:nvSpPr>
        <p:spPr>
          <a:xfrm>
            <a:off x="3485037" y="5207079"/>
            <a:ext cx="864539" cy="359243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5" name="Rectangle 624">
            <a:extLst>
              <a:ext uri="{FF2B5EF4-FFF2-40B4-BE49-F238E27FC236}">
                <a16:creationId xmlns:a16="http://schemas.microsoft.com/office/drawing/2014/main" id="{4ACAAF8D-FDD8-CFF9-3555-782D4930EBBD}"/>
              </a:ext>
            </a:extLst>
          </p:cNvPr>
          <p:cNvSpPr/>
          <p:nvPr/>
        </p:nvSpPr>
        <p:spPr>
          <a:xfrm>
            <a:off x="3485037" y="5632577"/>
            <a:ext cx="87164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6" name="Rectangle 625">
            <a:extLst>
              <a:ext uri="{FF2B5EF4-FFF2-40B4-BE49-F238E27FC236}">
                <a16:creationId xmlns:a16="http://schemas.microsoft.com/office/drawing/2014/main" id="{CE147E69-5E6B-0FBB-9E8F-8E1E4950B40B}"/>
              </a:ext>
            </a:extLst>
          </p:cNvPr>
          <p:cNvSpPr/>
          <p:nvPr/>
        </p:nvSpPr>
        <p:spPr>
          <a:xfrm>
            <a:off x="3485035" y="6058075"/>
            <a:ext cx="871649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7" name="Rectangle 626">
            <a:extLst>
              <a:ext uri="{FF2B5EF4-FFF2-40B4-BE49-F238E27FC236}">
                <a16:creationId xmlns:a16="http://schemas.microsoft.com/office/drawing/2014/main" id="{7E35D445-3A14-F5B5-AA1D-0C1D556A0F27}"/>
              </a:ext>
            </a:extLst>
          </p:cNvPr>
          <p:cNvSpPr/>
          <p:nvPr/>
        </p:nvSpPr>
        <p:spPr>
          <a:xfrm>
            <a:off x="3485035" y="6483573"/>
            <a:ext cx="871650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2D91E14C-2F18-1759-6F29-BAB6A0A307CB}"/>
              </a:ext>
            </a:extLst>
          </p:cNvPr>
          <p:cNvSpPr/>
          <p:nvPr/>
        </p:nvSpPr>
        <p:spPr>
          <a:xfrm>
            <a:off x="3485035" y="6909071"/>
            <a:ext cx="871650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629" name="Elbow Connector 628">
            <a:extLst>
              <a:ext uri="{FF2B5EF4-FFF2-40B4-BE49-F238E27FC236}">
                <a16:creationId xmlns:a16="http://schemas.microsoft.com/office/drawing/2014/main" id="{6330B87C-61EB-C549-EDE5-81B845268355}"/>
              </a:ext>
            </a:extLst>
          </p:cNvPr>
          <p:cNvCxnSpPr>
            <a:cxnSpLocks/>
            <a:stCxn id="624" idx="1"/>
            <a:endCxn id="625" idx="1"/>
          </p:cNvCxnSpPr>
          <p:nvPr/>
        </p:nvCxnSpPr>
        <p:spPr>
          <a:xfrm rot="10800000" flipV="1">
            <a:off x="3485037" y="5386701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0" name="TextBox 629">
            <a:extLst>
              <a:ext uri="{FF2B5EF4-FFF2-40B4-BE49-F238E27FC236}">
                <a16:creationId xmlns:a16="http://schemas.microsoft.com/office/drawing/2014/main" id="{CB32813C-D3F8-F034-EA3D-97CF8CE44517}"/>
              </a:ext>
            </a:extLst>
          </p:cNvPr>
          <p:cNvSpPr txBox="1">
            <a:spLocks/>
          </p:cNvSpPr>
          <p:nvPr/>
        </p:nvSpPr>
        <p:spPr>
          <a:xfrm>
            <a:off x="3163312" y="5577624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x4</a:t>
            </a:r>
          </a:p>
        </p:txBody>
      </p:sp>
      <p:cxnSp>
        <p:nvCxnSpPr>
          <p:cNvPr id="631" name="Elbow Connector 630">
            <a:extLst>
              <a:ext uri="{FF2B5EF4-FFF2-40B4-BE49-F238E27FC236}">
                <a16:creationId xmlns:a16="http://schemas.microsoft.com/office/drawing/2014/main" id="{3E62BC1D-0A5F-C325-089D-07F2B88D3706}"/>
              </a:ext>
            </a:extLst>
          </p:cNvPr>
          <p:cNvCxnSpPr>
            <a:cxnSpLocks/>
            <a:endCxn id="626" idx="1"/>
          </p:cNvCxnSpPr>
          <p:nvPr/>
        </p:nvCxnSpPr>
        <p:spPr>
          <a:xfrm rot="16200000" flipH="1">
            <a:off x="2877874" y="5630536"/>
            <a:ext cx="850996" cy="363326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32" name="Elbow Connector 631">
            <a:extLst>
              <a:ext uri="{FF2B5EF4-FFF2-40B4-BE49-F238E27FC236}">
                <a16:creationId xmlns:a16="http://schemas.microsoft.com/office/drawing/2014/main" id="{1291744F-399B-0CF9-B585-F6DB4C3AE685}"/>
              </a:ext>
            </a:extLst>
          </p:cNvPr>
          <p:cNvCxnSpPr>
            <a:cxnSpLocks/>
            <a:endCxn id="627" idx="1"/>
          </p:cNvCxnSpPr>
          <p:nvPr/>
        </p:nvCxnSpPr>
        <p:spPr>
          <a:xfrm rot="16200000" flipH="1">
            <a:off x="2627853" y="5806013"/>
            <a:ext cx="1276498" cy="437866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33" name="Elbow Connector 632">
            <a:extLst>
              <a:ext uri="{FF2B5EF4-FFF2-40B4-BE49-F238E27FC236}">
                <a16:creationId xmlns:a16="http://schemas.microsoft.com/office/drawing/2014/main" id="{641198E9-823A-0C68-1B05-619350B983DC}"/>
              </a:ext>
            </a:extLst>
          </p:cNvPr>
          <p:cNvCxnSpPr>
            <a:cxnSpLocks/>
            <a:endCxn id="628" idx="1"/>
          </p:cNvCxnSpPr>
          <p:nvPr/>
        </p:nvCxnSpPr>
        <p:spPr>
          <a:xfrm rot="16200000" flipH="1">
            <a:off x="2379578" y="5983236"/>
            <a:ext cx="1701996" cy="508918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4" name="TextBox 633">
            <a:extLst>
              <a:ext uri="{FF2B5EF4-FFF2-40B4-BE49-F238E27FC236}">
                <a16:creationId xmlns:a16="http://schemas.microsoft.com/office/drawing/2014/main" id="{E9B9BB43-0396-63BC-4310-FAEC5ABF9F52}"/>
              </a:ext>
            </a:extLst>
          </p:cNvPr>
          <p:cNvSpPr txBox="1"/>
          <p:nvPr/>
        </p:nvSpPr>
        <p:spPr>
          <a:xfrm>
            <a:off x="3148522" y="601107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x9</a:t>
            </a:r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52E6754C-5B77-9742-49DF-86E757155183}"/>
              </a:ext>
            </a:extLst>
          </p:cNvPr>
          <p:cNvSpPr txBox="1"/>
          <p:nvPr/>
        </p:nvSpPr>
        <p:spPr>
          <a:xfrm>
            <a:off x="3114056" y="6435256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x16</a:t>
            </a:r>
          </a:p>
        </p:txBody>
      </p:sp>
      <p:sp>
        <p:nvSpPr>
          <p:cNvPr id="636" name="TextBox 635">
            <a:extLst>
              <a:ext uri="{FF2B5EF4-FFF2-40B4-BE49-F238E27FC236}">
                <a16:creationId xmlns:a16="http://schemas.microsoft.com/office/drawing/2014/main" id="{47CB5CDF-B3A6-A6AC-E20F-066AEB0ACCBD}"/>
              </a:ext>
            </a:extLst>
          </p:cNvPr>
          <p:cNvSpPr txBox="1"/>
          <p:nvPr/>
        </p:nvSpPr>
        <p:spPr>
          <a:xfrm>
            <a:off x="3099269" y="6860383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x25</a:t>
            </a:r>
          </a:p>
        </p:txBody>
      </p:sp>
      <p:cxnSp>
        <p:nvCxnSpPr>
          <p:cNvPr id="637" name="Straight Connector 636">
            <a:extLst>
              <a:ext uri="{FF2B5EF4-FFF2-40B4-BE49-F238E27FC236}">
                <a16:creationId xmlns:a16="http://schemas.microsoft.com/office/drawing/2014/main" id="{6507539D-1A9D-4395-DDB1-F12F1FFAF652}"/>
              </a:ext>
            </a:extLst>
          </p:cNvPr>
          <p:cNvCxnSpPr>
            <a:cxnSpLocks/>
          </p:cNvCxnSpPr>
          <p:nvPr/>
        </p:nvCxnSpPr>
        <p:spPr>
          <a:xfrm>
            <a:off x="2966737" y="5386696"/>
            <a:ext cx="254357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8" name="TextBox 637">
            <a:extLst>
              <a:ext uri="{FF2B5EF4-FFF2-40B4-BE49-F238E27FC236}">
                <a16:creationId xmlns:a16="http://schemas.microsoft.com/office/drawing/2014/main" id="{032D5953-A3BD-54BF-3E57-7C5E6313D3BE}"/>
              </a:ext>
            </a:extLst>
          </p:cNvPr>
          <p:cNvSpPr txBox="1"/>
          <p:nvPr/>
        </p:nvSpPr>
        <p:spPr>
          <a:xfrm>
            <a:off x="2712273" y="562317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39" name="TextBox 638">
            <a:extLst>
              <a:ext uri="{FF2B5EF4-FFF2-40B4-BE49-F238E27FC236}">
                <a16:creationId xmlns:a16="http://schemas.microsoft.com/office/drawing/2014/main" id="{F891D29D-A2D1-7297-208C-E389E0B41401}"/>
              </a:ext>
            </a:extLst>
          </p:cNvPr>
          <p:cNvSpPr txBox="1"/>
          <p:nvPr/>
        </p:nvSpPr>
        <p:spPr>
          <a:xfrm>
            <a:off x="2712273" y="604358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0" name="TextBox 639">
            <a:extLst>
              <a:ext uri="{FF2B5EF4-FFF2-40B4-BE49-F238E27FC236}">
                <a16:creationId xmlns:a16="http://schemas.microsoft.com/office/drawing/2014/main" id="{ADF22612-B859-2B2C-5FB0-1F815339ACF3}"/>
              </a:ext>
            </a:extLst>
          </p:cNvPr>
          <p:cNvSpPr txBox="1"/>
          <p:nvPr/>
        </p:nvSpPr>
        <p:spPr>
          <a:xfrm>
            <a:off x="2712273" y="647532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1" name="TextBox 640">
            <a:extLst>
              <a:ext uri="{FF2B5EF4-FFF2-40B4-BE49-F238E27FC236}">
                <a16:creationId xmlns:a16="http://schemas.microsoft.com/office/drawing/2014/main" id="{6291FC8F-C591-65FE-3CDC-15C340F85C22}"/>
              </a:ext>
            </a:extLst>
          </p:cNvPr>
          <p:cNvSpPr txBox="1"/>
          <p:nvPr/>
        </p:nvSpPr>
        <p:spPr>
          <a:xfrm>
            <a:off x="2712273" y="689848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2" name="TextBox 641">
            <a:extLst>
              <a:ext uri="{FF2B5EF4-FFF2-40B4-BE49-F238E27FC236}">
                <a16:creationId xmlns:a16="http://schemas.microsoft.com/office/drawing/2014/main" id="{633DD1D6-BD9F-6EE4-D59E-7503CEE5D5C1}"/>
              </a:ext>
            </a:extLst>
          </p:cNvPr>
          <p:cNvSpPr txBox="1"/>
          <p:nvPr/>
        </p:nvSpPr>
        <p:spPr>
          <a:xfrm>
            <a:off x="1077803" y="5195773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3" name="TextBox 642">
            <a:extLst>
              <a:ext uri="{FF2B5EF4-FFF2-40B4-BE49-F238E27FC236}">
                <a16:creationId xmlns:a16="http://schemas.microsoft.com/office/drawing/2014/main" id="{C39FFBAC-E643-028B-7E09-E78544308D99}"/>
              </a:ext>
            </a:extLst>
          </p:cNvPr>
          <p:cNvSpPr txBox="1"/>
          <p:nvPr/>
        </p:nvSpPr>
        <p:spPr>
          <a:xfrm>
            <a:off x="1081023" y="562317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4" name="TextBox 643">
            <a:extLst>
              <a:ext uri="{FF2B5EF4-FFF2-40B4-BE49-F238E27FC236}">
                <a16:creationId xmlns:a16="http://schemas.microsoft.com/office/drawing/2014/main" id="{5A24C8C6-B050-32D0-F66C-8F7121FF7CB9}"/>
              </a:ext>
            </a:extLst>
          </p:cNvPr>
          <p:cNvSpPr txBox="1"/>
          <p:nvPr/>
        </p:nvSpPr>
        <p:spPr>
          <a:xfrm>
            <a:off x="1081023" y="604358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5" name="TextBox 644">
            <a:extLst>
              <a:ext uri="{FF2B5EF4-FFF2-40B4-BE49-F238E27FC236}">
                <a16:creationId xmlns:a16="http://schemas.microsoft.com/office/drawing/2014/main" id="{0FE55213-52B3-558B-B327-1CA6BD76023E}"/>
              </a:ext>
            </a:extLst>
          </p:cNvPr>
          <p:cNvSpPr txBox="1"/>
          <p:nvPr/>
        </p:nvSpPr>
        <p:spPr>
          <a:xfrm>
            <a:off x="1081023" y="647532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6" name="TextBox 645">
            <a:extLst>
              <a:ext uri="{FF2B5EF4-FFF2-40B4-BE49-F238E27FC236}">
                <a16:creationId xmlns:a16="http://schemas.microsoft.com/office/drawing/2014/main" id="{8DDADC15-7532-E999-0EDF-2AF7E3AF93B9}"/>
              </a:ext>
            </a:extLst>
          </p:cNvPr>
          <p:cNvSpPr txBox="1"/>
          <p:nvPr/>
        </p:nvSpPr>
        <p:spPr>
          <a:xfrm>
            <a:off x="1081023" y="689848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7" name="TextBox 646">
            <a:extLst>
              <a:ext uri="{FF2B5EF4-FFF2-40B4-BE49-F238E27FC236}">
                <a16:creationId xmlns:a16="http://schemas.microsoft.com/office/drawing/2014/main" id="{CD898894-E007-027D-95FA-79775667190D}"/>
              </a:ext>
            </a:extLst>
          </p:cNvPr>
          <p:cNvSpPr txBox="1"/>
          <p:nvPr/>
        </p:nvSpPr>
        <p:spPr>
          <a:xfrm>
            <a:off x="4335048" y="5257328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48" name="TextBox 647">
            <a:extLst>
              <a:ext uri="{FF2B5EF4-FFF2-40B4-BE49-F238E27FC236}">
                <a16:creationId xmlns:a16="http://schemas.microsoft.com/office/drawing/2014/main" id="{447F3BBB-0F5B-9487-F3CC-ADB43B777122}"/>
              </a:ext>
            </a:extLst>
          </p:cNvPr>
          <p:cNvSpPr txBox="1"/>
          <p:nvPr/>
        </p:nvSpPr>
        <p:spPr>
          <a:xfrm>
            <a:off x="5495764" y="5267157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W21.S1</a:t>
            </a:r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2CFBC5EB-55C9-1B8F-5C97-B3399684D48C}"/>
              </a:ext>
            </a:extLst>
          </p:cNvPr>
          <p:cNvSpPr/>
          <p:nvPr/>
        </p:nvSpPr>
        <p:spPr>
          <a:xfrm>
            <a:off x="4804412" y="5211368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0" name="Rectangle 649">
            <a:extLst>
              <a:ext uri="{FF2B5EF4-FFF2-40B4-BE49-F238E27FC236}">
                <a16:creationId xmlns:a16="http://schemas.microsoft.com/office/drawing/2014/main" id="{D47FCBB4-799E-A4F5-DCA6-F8AD69D285D4}"/>
              </a:ext>
            </a:extLst>
          </p:cNvPr>
          <p:cNvSpPr/>
          <p:nvPr/>
        </p:nvSpPr>
        <p:spPr>
          <a:xfrm>
            <a:off x="4804412" y="5636866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A021A42E-7C8E-B950-4113-B332D00D94DD}"/>
              </a:ext>
            </a:extLst>
          </p:cNvPr>
          <p:cNvSpPr/>
          <p:nvPr/>
        </p:nvSpPr>
        <p:spPr>
          <a:xfrm>
            <a:off x="4804411" y="6062364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2" name="Rectangle 651">
            <a:extLst>
              <a:ext uri="{FF2B5EF4-FFF2-40B4-BE49-F238E27FC236}">
                <a16:creationId xmlns:a16="http://schemas.microsoft.com/office/drawing/2014/main" id="{D16F91EF-F517-929F-35DB-2AC294E4EB98}"/>
              </a:ext>
            </a:extLst>
          </p:cNvPr>
          <p:cNvSpPr/>
          <p:nvPr/>
        </p:nvSpPr>
        <p:spPr>
          <a:xfrm>
            <a:off x="4804410" y="6487862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EF7CE9BB-77B2-60EB-4BB4-B4057381820E}"/>
              </a:ext>
            </a:extLst>
          </p:cNvPr>
          <p:cNvSpPr/>
          <p:nvPr/>
        </p:nvSpPr>
        <p:spPr>
          <a:xfrm>
            <a:off x="4804410" y="6913360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4" name="TextBox 653">
            <a:extLst>
              <a:ext uri="{FF2B5EF4-FFF2-40B4-BE49-F238E27FC236}">
                <a16:creationId xmlns:a16="http://schemas.microsoft.com/office/drawing/2014/main" id="{84C9B1EF-7825-A4D9-6940-1F4F0EBCA81E}"/>
              </a:ext>
            </a:extLst>
          </p:cNvPr>
          <p:cNvSpPr txBox="1"/>
          <p:nvPr/>
        </p:nvSpPr>
        <p:spPr>
          <a:xfrm>
            <a:off x="4339281" y="5684733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55" name="TextBox 654">
            <a:extLst>
              <a:ext uri="{FF2B5EF4-FFF2-40B4-BE49-F238E27FC236}">
                <a16:creationId xmlns:a16="http://schemas.microsoft.com/office/drawing/2014/main" id="{15EAD5C0-0AFE-1236-6E27-F851C6870EA7}"/>
              </a:ext>
            </a:extLst>
          </p:cNvPr>
          <p:cNvSpPr txBox="1"/>
          <p:nvPr/>
        </p:nvSpPr>
        <p:spPr>
          <a:xfrm>
            <a:off x="4339740" y="6093712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56" name="TextBox 655">
            <a:extLst>
              <a:ext uri="{FF2B5EF4-FFF2-40B4-BE49-F238E27FC236}">
                <a16:creationId xmlns:a16="http://schemas.microsoft.com/office/drawing/2014/main" id="{88B99426-4F24-968C-EAB4-E101C4D6F263}"/>
              </a:ext>
            </a:extLst>
          </p:cNvPr>
          <p:cNvSpPr txBox="1"/>
          <p:nvPr/>
        </p:nvSpPr>
        <p:spPr>
          <a:xfrm>
            <a:off x="4340639" y="6532154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57" name="TextBox 656">
            <a:extLst>
              <a:ext uri="{FF2B5EF4-FFF2-40B4-BE49-F238E27FC236}">
                <a16:creationId xmlns:a16="http://schemas.microsoft.com/office/drawing/2014/main" id="{1B49EA80-55E9-FD03-1D89-2E86BE7100FA}"/>
              </a:ext>
            </a:extLst>
          </p:cNvPr>
          <p:cNvSpPr txBox="1"/>
          <p:nvPr/>
        </p:nvSpPr>
        <p:spPr>
          <a:xfrm>
            <a:off x="4338992" y="6969937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58" name="TextBox 657">
            <a:extLst>
              <a:ext uri="{FF2B5EF4-FFF2-40B4-BE49-F238E27FC236}">
                <a16:creationId xmlns:a16="http://schemas.microsoft.com/office/drawing/2014/main" id="{CB31E201-F6C1-CC58-D5CB-90CC0B90613E}"/>
              </a:ext>
            </a:extLst>
          </p:cNvPr>
          <p:cNvSpPr txBox="1"/>
          <p:nvPr/>
        </p:nvSpPr>
        <p:spPr>
          <a:xfrm>
            <a:off x="5495765" y="5693635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W21.S2</a:t>
            </a:r>
          </a:p>
        </p:txBody>
      </p:sp>
      <p:sp>
        <p:nvSpPr>
          <p:cNvPr id="659" name="TextBox 658">
            <a:extLst>
              <a:ext uri="{FF2B5EF4-FFF2-40B4-BE49-F238E27FC236}">
                <a16:creationId xmlns:a16="http://schemas.microsoft.com/office/drawing/2014/main" id="{CF9F6C7F-6F7D-11E2-C4DD-93B957198A2B}"/>
              </a:ext>
            </a:extLst>
          </p:cNvPr>
          <p:cNvSpPr txBox="1"/>
          <p:nvPr/>
        </p:nvSpPr>
        <p:spPr>
          <a:xfrm>
            <a:off x="5496859" y="6120264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W21.S3</a:t>
            </a:r>
          </a:p>
        </p:txBody>
      </p:sp>
      <p:sp>
        <p:nvSpPr>
          <p:cNvPr id="660" name="TextBox 659">
            <a:extLst>
              <a:ext uri="{FF2B5EF4-FFF2-40B4-BE49-F238E27FC236}">
                <a16:creationId xmlns:a16="http://schemas.microsoft.com/office/drawing/2014/main" id="{C6DA1512-E652-00BC-34D3-69A9FE864053}"/>
              </a:ext>
            </a:extLst>
          </p:cNvPr>
          <p:cNvSpPr txBox="1"/>
          <p:nvPr/>
        </p:nvSpPr>
        <p:spPr>
          <a:xfrm>
            <a:off x="5496859" y="6546742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W21.S4</a:t>
            </a:r>
          </a:p>
        </p:txBody>
      </p:sp>
      <p:sp>
        <p:nvSpPr>
          <p:cNvPr id="661" name="TextBox 660">
            <a:extLst>
              <a:ext uri="{FF2B5EF4-FFF2-40B4-BE49-F238E27FC236}">
                <a16:creationId xmlns:a16="http://schemas.microsoft.com/office/drawing/2014/main" id="{BB4D1965-D0B6-03D9-DCCB-2D87AD76C007}"/>
              </a:ext>
            </a:extLst>
          </p:cNvPr>
          <p:cNvSpPr txBox="1"/>
          <p:nvPr/>
        </p:nvSpPr>
        <p:spPr>
          <a:xfrm>
            <a:off x="5495765" y="6967790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W21.S5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34C457-E217-2E49-7C5A-A0C4718EFA75}"/>
              </a:ext>
            </a:extLst>
          </p:cNvPr>
          <p:cNvSpPr txBox="1"/>
          <p:nvPr/>
        </p:nvSpPr>
        <p:spPr>
          <a:xfrm>
            <a:off x="5457753" y="7548128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R7.S1</a:t>
            </a:r>
            <a:r>
              <a:rPr lang="en-US" sz="1000" noProof="0" dirty="0"/>
              <a:t>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7BE00B-02D1-B7AD-D280-1546C40B8D59}"/>
              </a:ext>
            </a:extLst>
          </p:cNvPr>
          <p:cNvSpPr txBox="1"/>
          <p:nvPr/>
        </p:nvSpPr>
        <p:spPr>
          <a:xfrm>
            <a:off x="5871600" y="7863804"/>
            <a:ext cx="6228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W19.S2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W20.S2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W21.S2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37A159-F1AB-7971-CC7E-1603D6D2E2C1}"/>
              </a:ext>
            </a:extLst>
          </p:cNvPr>
          <p:cNvSpPr txBox="1"/>
          <p:nvPr/>
        </p:nvSpPr>
        <p:spPr>
          <a:xfrm>
            <a:off x="5457074" y="7971526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R7</a:t>
            </a:r>
            <a:r>
              <a:rPr lang="en-US" sz="1000" noProof="0" dirty="0">
                <a:solidFill>
                  <a:srgbClr val="A02A93"/>
                </a:solidFill>
              </a:rPr>
              <a:t>.S2</a:t>
            </a:r>
            <a:r>
              <a:rPr lang="en-US" sz="1000" noProof="0" dirty="0"/>
              <a:t>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91302C-F94C-F096-8220-11BBB635561A}"/>
              </a:ext>
            </a:extLst>
          </p:cNvPr>
          <p:cNvSpPr txBox="1"/>
          <p:nvPr/>
        </p:nvSpPr>
        <p:spPr>
          <a:xfrm>
            <a:off x="5871600" y="8292250"/>
            <a:ext cx="6228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W19.S3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W20.S3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W21.S3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BD5524-FE0E-1C5C-6F30-1ADDDFA9A578}"/>
              </a:ext>
            </a:extLst>
          </p:cNvPr>
          <p:cNvSpPr txBox="1"/>
          <p:nvPr/>
        </p:nvSpPr>
        <p:spPr>
          <a:xfrm>
            <a:off x="5457600" y="8401228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R7</a:t>
            </a:r>
            <a:r>
              <a:rPr lang="en-US" sz="1000" noProof="0" dirty="0">
                <a:solidFill>
                  <a:srgbClr val="A02A93"/>
                </a:solidFill>
              </a:rPr>
              <a:t>.S3</a:t>
            </a:r>
            <a:r>
              <a:rPr lang="en-US" sz="1000" noProof="0" dirty="0"/>
              <a:t>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CBA08E-B351-2719-D5DA-3641DC2D9E6B}"/>
              </a:ext>
            </a:extLst>
          </p:cNvPr>
          <p:cNvSpPr txBox="1"/>
          <p:nvPr/>
        </p:nvSpPr>
        <p:spPr>
          <a:xfrm>
            <a:off x="5871600" y="8717050"/>
            <a:ext cx="6228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W19.S4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W20.S4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W21.S4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72E69D-4696-56A9-BEDC-67B28D701FAC}"/>
              </a:ext>
            </a:extLst>
          </p:cNvPr>
          <p:cNvSpPr txBox="1"/>
          <p:nvPr/>
        </p:nvSpPr>
        <p:spPr>
          <a:xfrm>
            <a:off x="5457600" y="8824626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R7</a:t>
            </a:r>
            <a:r>
              <a:rPr lang="en-US" sz="1000" noProof="0" dirty="0">
                <a:solidFill>
                  <a:srgbClr val="A02A93"/>
                </a:solidFill>
              </a:rPr>
              <a:t>.S4</a:t>
            </a:r>
            <a:r>
              <a:rPr lang="en-US" sz="1000" noProof="0" dirty="0"/>
              <a:t>=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39B65F-71C1-56AE-2817-62603176E929}"/>
              </a:ext>
            </a:extLst>
          </p:cNvPr>
          <p:cNvSpPr txBox="1"/>
          <p:nvPr/>
        </p:nvSpPr>
        <p:spPr>
          <a:xfrm>
            <a:off x="5871600" y="9145450"/>
            <a:ext cx="6228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W19.S5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W20.S5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W21.S5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F42F3C-98AA-0E3C-D021-5AA5325CFF57}"/>
              </a:ext>
            </a:extLst>
          </p:cNvPr>
          <p:cNvSpPr txBox="1"/>
          <p:nvPr/>
        </p:nvSpPr>
        <p:spPr>
          <a:xfrm>
            <a:off x="5457600" y="9253210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R7</a:t>
            </a:r>
            <a:r>
              <a:rPr lang="en-US" sz="1000" noProof="0" dirty="0">
                <a:solidFill>
                  <a:srgbClr val="A02A93"/>
                </a:solidFill>
              </a:rPr>
              <a:t>.S5</a:t>
            </a:r>
            <a:r>
              <a:rPr lang="en-US" sz="1000" noProof="0" dirty="0"/>
              <a:t>=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63BBEF-9E67-0273-5E0A-BA61614807F8}"/>
              </a:ext>
            </a:extLst>
          </p:cNvPr>
          <p:cNvSpPr txBox="1"/>
          <p:nvPr/>
        </p:nvSpPr>
        <p:spPr>
          <a:xfrm>
            <a:off x="6019851" y="675822"/>
            <a:ext cx="55607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19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1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7E5831C-E5C2-0469-45B7-4C2EF9D026F9}"/>
              </a:ext>
            </a:extLst>
          </p:cNvPr>
          <p:cNvSpPr/>
          <p:nvPr/>
        </p:nvSpPr>
        <p:spPr>
          <a:xfrm>
            <a:off x="6536342" y="760658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165CD5-14C5-1707-9018-C08B5D338D12}"/>
              </a:ext>
            </a:extLst>
          </p:cNvPr>
          <p:cNvSpPr txBox="1"/>
          <p:nvPr/>
        </p:nvSpPr>
        <p:spPr>
          <a:xfrm>
            <a:off x="6019200" y="1106105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19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2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25AB88-9D29-67F8-4E68-8301280190DC}"/>
              </a:ext>
            </a:extLst>
          </p:cNvPr>
          <p:cNvSpPr/>
          <p:nvPr/>
        </p:nvSpPr>
        <p:spPr>
          <a:xfrm>
            <a:off x="6537600" y="1190941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95BDF9-DC0C-6284-E310-17951F685E8D}"/>
              </a:ext>
            </a:extLst>
          </p:cNvPr>
          <p:cNvSpPr txBox="1"/>
          <p:nvPr/>
        </p:nvSpPr>
        <p:spPr>
          <a:xfrm>
            <a:off x="6019852" y="1526116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19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3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98E06C9-1170-0F4D-6013-7EDC6364A134}"/>
              </a:ext>
            </a:extLst>
          </p:cNvPr>
          <p:cNvSpPr/>
          <p:nvPr/>
        </p:nvSpPr>
        <p:spPr>
          <a:xfrm>
            <a:off x="6536343" y="1610952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D6443F-E47D-D7DE-78F1-C99D029090CE}"/>
              </a:ext>
            </a:extLst>
          </p:cNvPr>
          <p:cNvSpPr txBox="1"/>
          <p:nvPr/>
        </p:nvSpPr>
        <p:spPr>
          <a:xfrm>
            <a:off x="6019200" y="1956399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19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4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6525FDF-8C3F-7D6A-6926-0B9A4F843B96}"/>
              </a:ext>
            </a:extLst>
          </p:cNvPr>
          <p:cNvSpPr/>
          <p:nvPr/>
        </p:nvSpPr>
        <p:spPr>
          <a:xfrm>
            <a:off x="6537600" y="2041235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5CBA6A-691B-4A11-FB31-9038CD31492D}"/>
              </a:ext>
            </a:extLst>
          </p:cNvPr>
          <p:cNvSpPr txBox="1"/>
          <p:nvPr/>
        </p:nvSpPr>
        <p:spPr>
          <a:xfrm>
            <a:off x="6019200" y="2376955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19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5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7539E13-CA68-322E-BBB4-198AC0BB287E}"/>
              </a:ext>
            </a:extLst>
          </p:cNvPr>
          <p:cNvSpPr/>
          <p:nvPr/>
        </p:nvSpPr>
        <p:spPr>
          <a:xfrm>
            <a:off x="6537600" y="2461791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7C65436-37DE-AE14-82E4-FB8476D863F0}"/>
              </a:ext>
            </a:extLst>
          </p:cNvPr>
          <p:cNvSpPr txBox="1"/>
          <p:nvPr/>
        </p:nvSpPr>
        <p:spPr>
          <a:xfrm>
            <a:off x="6019200" y="2950804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20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1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AE3135D-FDF3-B506-1121-F956971A0CE5}"/>
              </a:ext>
            </a:extLst>
          </p:cNvPr>
          <p:cNvSpPr/>
          <p:nvPr/>
        </p:nvSpPr>
        <p:spPr>
          <a:xfrm>
            <a:off x="6537600" y="3035640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52B2811-77D9-B9A8-95F7-357E7235DE4D}"/>
              </a:ext>
            </a:extLst>
          </p:cNvPr>
          <p:cNvSpPr txBox="1"/>
          <p:nvPr/>
        </p:nvSpPr>
        <p:spPr>
          <a:xfrm>
            <a:off x="6019200" y="3381087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20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2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5CFDEC4-2158-09DC-986E-96B8A0A419F9}"/>
              </a:ext>
            </a:extLst>
          </p:cNvPr>
          <p:cNvSpPr/>
          <p:nvPr/>
        </p:nvSpPr>
        <p:spPr>
          <a:xfrm>
            <a:off x="6537600" y="3465923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FE143CE-D57F-1A81-E933-AF3179F8A3A1}"/>
              </a:ext>
            </a:extLst>
          </p:cNvPr>
          <p:cNvSpPr txBox="1"/>
          <p:nvPr/>
        </p:nvSpPr>
        <p:spPr>
          <a:xfrm>
            <a:off x="6019200" y="3801098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20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3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258EDD2-0FA2-F3DC-2A93-1CFBDF8F9EC4}"/>
              </a:ext>
            </a:extLst>
          </p:cNvPr>
          <p:cNvSpPr/>
          <p:nvPr/>
        </p:nvSpPr>
        <p:spPr>
          <a:xfrm>
            <a:off x="6537600" y="3885934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EDD03A0-9731-B11B-8CB9-FADFA97F81CC}"/>
              </a:ext>
            </a:extLst>
          </p:cNvPr>
          <p:cNvSpPr txBox="1"/>
          <p:nvPr/>
        </p:nvSpPr>
        <p:spPr>
          <a:xfrm>
            <a:off x="6019200" y="4231381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20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4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2BC6ED4-C3B7-2362-28A3-874DDFF42CD1}"/>
              </a:ext>
            </a:extLst>
          </p:cNvPr>
          <p:cNvSpPr/>
          <p:nvPr/>
        </p:nvSpPr>
        <p:spPr>
          <a:xfrm>
            <a:off x="6537600" y="4316217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074A54D-18B1-E57D-90A1-5CE905BC23A0}"/>
              </a:ext>
            </a:extLst>
          </p:cNvPr>
          <p:cNvSpPr txBox="1"/>
          <p:nvPr/>
        </p:nvSpPr>
        <p:spPr>
          <a:xfrm>
            <a:off x="6019200" y="4651937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20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5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6F4CEEC-B02A-27AD-623E-A7BE9EFFAB17}"/>
              </a:ext>
            </a:extLst>
          </p:cNvPr>
          <p:cNvSpPr/>
          <p:nvPr/>
        </p:nvSpPr>
        <p:spPr>
          <a:xfrm>
            <a:off x="6537600" y="4735450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DEAEAEA-9682-21C7-772B-CB87459657D5}"/>
              </a:ext>
            </a:extLst>
          </p:cNvPr>
          <p:cNvSpPr txBox="1"/>
          <p:nvPr/>
        </p:nvSpPr>
        <p:spPr>
          <a:xfrm>
            <a:off x="6018565" y="5222288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21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1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D211E97-3F6D-185B-B8DD-6EC3E7B37F42}"/>
              </a:ext>
            </a:extLst>
          </p:cNvPr>
          <p:cNvSpPr/>
          <p:nvPr/>
        </p:nvSpPr>
        <p:spPr>
          <a:xfrm>
            <a:off x="6537600" y="5307124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AD2342F-CD4D-3A89-9F45-BBC2AFEACA65}"/>
              </a:ext>
            </a:extLst>
          </p:cNvPr>
          <p:cNvSpPr txBox="1"/>
          <p:nvPr/>
        </p:nvSpPr>
        <p:spPr>
          <a:xfrm>
            <a:off x="6019200" y="5652571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21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2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C05880F-4ECC-7788-35C1-7F47D60B6E68}"/>
              </a:ext>
            </a:extLst>
          </p:cNvPr>
          <p:cNvSpPr/>
          <p:nvPr/>
        </p:nvSpPr>
        <p:spPr>
          <a:xfrm>
            <a:off x="6538659" y="5737407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5395D45-59B0-6A7B-387A-F02B967E5B22}"/>
              </a:ext>
            </a:extLst>
          </p:cNvPr>
          <p:cNvSpPr txBox="1"/>
          <p:nvPr/>
        </p:nvSpPr>
        <p:spPr>
          <a:xfrm>
            <a:off x="6018566" y="6072582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21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3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46FE4C9-4F25-E7C5-55DC-55970B2651EF}"/>
              </a:ext>
            </a:extLst>
          </p:cNvPr>
          <p:cNvSpPr/>
          <p:nvPr/>
        </p:nvSpPr>
        <p:spPr>
          <a:xfrm>
            <a:off x="6537600" y="6157450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F7F74E8-09F2-B569-7C94-0472FD51B252}"/>
              </a:ext>
            </a:extLst>
          </p:cNvPr>
          <p:cNvSpPr txBox="1"/>
          <p:nvPr/>
        </p:nvSpPr>
        <p:spPr>
          <a:xfrm>
            <a:off x="6019200" y="6502865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21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4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1163581-EAEA-60E2-86FE-D0034816D337}"/>
              </a:ext>
            </a:extLst>
          </p:cNvPr>
          <p:cNvSpPr/>
          <p:nvPr/>
        </p:nvSpPr>
        <p:spPr>
          <a:xfrm>
            <a:off x="6538660" y="6587701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F71FE21-DD40-20AD-96B1-94033091E54A}"/>
              </a:ext>
            </a:extLst>
          </p:cNvPr>
          <p:cNvSpPr txBox="1"/>
          <p:nvPr/>
        </p:nvSpPr>
        <p:spPr>
          <a:xfrm>
            <a:off x="6019200" y="6923421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21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5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E1C2FCA-ADE7-2D35-842E-0B06566FE0B6}"/>
              </a:ext>
            </a:extLst>
          </p:cNvPr>
          <p:cNvSpPr/>
          <p:nvPr/>
        </p:nvSpPr>
        <p:spPr>
          <a:xfrm>
            <a:off x="6538661" y="7008257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481" y="141553"/>
            <a:ext cx="544198" cy="544198"/>
          </a:xfrm>
          <a:prstGeom prst="rect">
            <a:avLst/>
          </a:prstGeom>
          <a:noFill/>
        </p:spPr>
      </p:pic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CB0BBF29-A53B-6DD1-5960-6BBB923A28D7}"/>
              </a:ext>
            </a:extLst>
          </p:cNvPr>
          <p:cNvCxnSpPr>
            <a:cxnSpLocks/>
            <a:stCxn id="70" idx="1"/>
            <a:endCxn id="74" idx="1"/>
          </p:cNvCxnSpPr>
          <p:nvPr/>
        </p:nvCxnSpPr>
        <p:spPr>
          <a:xfrm rot="10800000" flipV="1">
            <a:off x="361170" y="835325"/>
            <a:ext cx="2" cy="1701992"/>
          </a:xfrm>
          <a:prstGeom prst="bentConnector3">
            <a:avLst>
              <a:gd name="adj1" fmla="val 11430100000"/>
            </a:avLst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9996377-DDB0-C0B6-E4E1-0651C308CD34}"/>
              </a:ext>
            </a:extLst>
          </p:cNvPr>
          <p:cNvSpPr txBox="1">
            <a:spLocks/>
          </p:cNvSpPr>
          <p:nvPr/>
        </p:nvSpPr>
        <p:spPr>
          <a:xfrm rot="16200000">
            <a:off x="-253419" y="156321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copy     to      all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FB3F566E-7899-B3E7-F9A0-7DAFD414E3AC}"/>
              </a:ext>
            </a:extLst>
          </p:cNvPr>
          <p:cNvCxnSpPr>
            <a:cxnSpLocks/>
            <a:stCxn id="540" idx="1"/>
            <a:endCxn id="544" idx="1"/>
          </p:cNvCxnSpPr>
          <p:nvPr/>
        </p:nvCxnSpPr>
        <p:spPr>
          <a:xfrm rot="10800000" flipV="1">
            <a:off x="356337" y="3108474"/>
            <a:ext cx="2" cy="1701992"/>
          </a:xfrm>
          <a:prstGeom prst="bentConnector3">
            <a:avLst>
              <a:gd name="adj1" fmla="val 11430100000"/>
            </a:avLst>
          </a:prstGeom>
          <a:ln w="9525">
            <a:solidFill>
              <a:srgbClr val="0F9ED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2BEE9059-2B0B-39F6-8048-B034D64AD84F}"/>
              </a:ext>
            </a:extLst>
          </p:cNvPr>
          <p:cNvSpPr txBox="1">
            <a:spLocks/>
          </p:cNvSpPr>
          <p:nvPr/>
        </p:nvSpPr>
        <p:spPr>
          <a:xfrm rot="16200000">
            <a:off x="-258254" y="3838816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copy     to      all</a:t>
            </a:r>
          </a:p>
        </p:txBody>
      </p: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766EC15C-032C-EB69-1464-F2FF02F71645}"/>
              </a:ext>
            </a:extLst>
          </p:cNvPr>
          <p:cNvCxnSpPr>
            <a:cxnSpLocks/>
            <a:stCxn id="601" idx="1"/>
            <a:endCxn id="605" idx="1"/>
          </p:cNvCxnSpPr>
          <p:nvPr/>
        </p:nvCxnSpPr>
        <p:spPr>
          <a:xfrm rot="10800000" flipV="1">
            <a:off x="360075" y="5380444"/>
            <a:ext cx="2" cy="1701992"/>
          </a:xfrm>
          <a:prstGeom prst="bentConnector3">
            <a:avLst>
              <a:gd name="adj1" fmla="val 11430100000"/>
            </a:avLst>
          </a:prstGeom>
          <a:ln w="9525">
            <a:solidFill>
              <a:srgbClr val="4EA72E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8C7DDE54-68EC-FC6A-A1E8-E77063C1134E}"/>
              </a:ext>
            </a:extLst>
          </p:cNvPr>
          <p:cNvSpPr txBox="1">
            <a:spLocks/>
          </p:cNvSpPr>
          <p:nvPr/>
        </p:nvSpPr>
        <p:spPr>
          <a:xfrm rot="16200000">
            <a:off x="-258252" y="6113948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copy     to      all</a:t>
            </a:r>
          </a:p>
        </p:txBody>
      </p: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DF333819-92C5-6152-3260-2A0F38010E0C}"/>
              </a:ext>
            </a:extLst>
          </p:cNvPr>
          <p:cNvCxnSpPr>
            <a:cxnSpLocks/>
            <a:stCxn id="357" idx="1"/>
            <a:endCxn id="361" idx="1"/>
          </p:cNvCxnSpPr>
          <p:nvPr/>
        </p:nvCxnSpPr>
        <p:spPr>
          <a:xfrm rot="10800000" flipV="1">
            <a:off x="356339" y="7664368"/>
            <a:ext cx="2" cy="1701992"/>
          </a:xfrm>
          <a:prstGeom prst="bentConnector3">
            <a:avLst>
              <a:gd name="adj1" fmla="val 11430100000"/>
            </a:avLst>
          </a:prstGeom>
          <a:ln w="9525">
            <a:solidFill>
              <a:srgbClr val="A02A93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56DD3FE2-3A48-7ADF-BDEF-FF35E11A4606}"/>
              </a:ext>
            </a:extLst>
          </p:cNvPr>
          <p:cNvSpPr txBox="1">
            <a:spLocks/>
          </p:cNvSpPr>
          <p:nvPr/>
        </p:nvSpPr>
        <p:spPr>
          <a:xfrm rot="16200000">
            <a:off x="-258255" y="8392254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copy     to      all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B3B773-A6E8-D7A7-4A30-9F5494F29C5F}"/>
              </a:ext>
            </a:extLst>
          </p:cNvPr>
          <p:cNvSpPr txBox="1"/>
          <p:nvPr/>
        </p:nvSpPr>
        <p:spPr>
          <a:xfrm>
            <a:off x="234965" y="88449"/>
            <a:ext cx="5696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Manua</a:t>
            </a:r>
            <a:r>
              <a:rPr lang="en-US" dirty="0"/>
              <a:t>l Sharing 3-of-5 24 words – Page 08</a:t>
            </a:r>
            <a:endParaRPr lang="en-US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80749A-EA19-4098-EC59-C8797066063B}"/>
              </a:ext>
            </a:extLst>
          </p:cNvPr>
          <p:cNvSpPr txBox="1"/>
          <p:nvPr/>
        </p:nvSpPr>
        <p:spPr>
          <a:xfrm>
            <a:off x="251727" y="339889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</a:t>
            </a:r>
            <a:r>
              <a:rPr lang="en-US" sz="800" b="1" dirty="0"/>
              <a:t>Mod</a:t>
            </a:r>
            <a:r>
              <a:rPr lang="en-US" sz="800" dirty="0"/>
              <a:t>, divide by 2053, subtract the number before the dot, multiply the result by 2053. Roud the result.</a:t>
            </a:r>
            <a:endParaRPr lang="en-US" sz="600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139572-6C85-124C-DCA7-731FA20F70F0}"/>
              </a:ext>
            </a:extLst>
          </p:cNvPr>
          <p:cNvSpPr/>
          <p:nvPr/>
        </p:nvSpPr>
        <p:spPr>
          <a:xfrm>
            <a:off x="6612825" y="7529518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A047E9B-6223-FE57-04A6-7D67BB45BACC}"/>
              </a:ext>
            </a:extLst>
          </p:cNvPr>
          <p:cNvSpPr/>
          <p:nvPr/>
        </p:nvSpPr>
        <p:spPr>
          <a:xfrm>
            <a:off x="6612825" y="7690718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7451A8F-5CD3-F986-69B5-588F3E087ECE}"/>
              </a:ext>
            </a:extLst>
          </p:cNvPr>
          <p:cNvSpPr/>
          <p:nvPr/>
        </p:nvSpPr>
        <p:spPr>
          <a:xfrm>
            <a:off x="6611922" y="79538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BC42CC2-4614-583B-0093-E578AF49BAC9}"/>
              </a:ext>
            </a:extLst>
          </p:cNvPr>
          <p:cNvSpPr/>
          <p:nvPr/>
        </p:nvSpPr>
        <p:spPr>
          <a:xfrm>
            <a:off x="6611922" y="81122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21736F9-B6F0-5CC3-5DB0-14B6D91176CF}"/>
              </a:ext>
            </a:extLst>
          </p:cNvPr>
          <p:cNvSpPr/>
          <p:nvPr/>
        </p:nvSpPr>
        <p:spPr>
          <a:xfrm>
            <a:off x="6611922" y="83822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067F206-944C-7B3A-E8DD-9B2F3992C8D2}"/>
              </a:ext>
            </a:extLst>
          </p:cNvPr>
          <p:cNvSpPr/>
          <p:nvPr/>
        </p:nvSpPr>
        <p:spPr>
          <a:xfrm>
            <a:off x="6611922" y="85442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495FBFA-E066-8F23-8D7F-812429860BE8}"/>
              </a:ext>
            </a:extLst>
          </p:cNvPr>
          <p:cNvSpPr/>
          <p:nvPr/>
        </p:nvSpPr>
        <p:spPr>
          <a:xfrm>
            <a:off x="6611922" y="88070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C49CD7C-3CA7-0E1D-211A-97170437EB74}"/>
              </a:ext>
            </a:extLst>
          </p:cNvPr>
          <p:cNvSpPr/>
          <p:nvPr/>
        </p:nvSpPr>
        <p:spPr>
          <a:xfrm>
            <a:off x="6611922" y="89690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7E10598-B635-5722-887D-37EE062E569F}"/>
              </a:ext>
            </a:extLst>
          </p:cNvPr>
          <p:cNvSpPr txBox="1"/>
          <p:nvPr/>
        </p:nvSpPr>
        <p:spPr>
          <a:xfrm>
            <a:off x="6234291" y="9386574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+7</a:t>
            </a:r>
            <a:r>
              <a:rPr lang="en-US" sz="600" noProof="0" dirty="0"/>
              <a:t> Mod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0323B51-D558-30CC-E197-6DA8243E80A6}"/>
              </a:ext>
            </a:extLst>
          </p:cNvPr>
          <p:cNvSpPr/>
          <p:nvPr/>
        </p:nvSpPr>
        <p:spPr>
          <a:xfrm>
            <a:off x="6611922" y="92390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5BE610C8-F520-352A-E6D0-80717C76A3D9}"/>
              </a:ext>
            </a:extLst>
          </p:cNvPr>
          <p:cNvSpPr/>
          <p:nvPr/>
        </p:nvSpPr>
        <p:spPr>
          <a:xfrm>
            <a:off x="6611922" y="93974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FA30798-5923-C7F6-ED9B-E823204740F5}"/>
              </a:ext>
            </a:extLst>
          </p:cNvPr>
          <p:cNvSpPr txBox="1"/>
          <p:nvPr/>
        </p:nvSpPr>
        <p:spPr>
          <a:xfrm>
            <a:off x="6229962" y="8961407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+7</a:t>
            </a:r>
            <a:r>
              <a:rPr lang="en-US" sz="600" noProof="0" dirty="0"/>
              <a:t> Mod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0C064FF-3180-4B1E-BA40-DCB4A5AACB8D}"/>
              </a:ext>
            </a:extLst>
          </p:cNvPr>
          <p:cNvSpPr txBox="1"/>
          <p:nvPr/>
        </p:nvSpPr>
        <p:spPr>
          <a:xfrm>
            <a:off x="6234061" y="8535909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+7</a:t>
            </a:r>
            <a:r>
              <a:rPr lang="en-US" sz="600" noProof="0" dirty="0"/>
              <a:t> Mod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C5CF04E-4812-BA19-B365-E2AC2906CBD2}"/>
              </a:ext>
            </a:extLst>
          </p:cNvPr>
          <p:cNvSpPr txBox="1"/>
          <p:nvPr/>
        </p:nvSpPr>
        <p:spPr>
          <a:xfrm>
            <a:off x="6232605" y="8108931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+7</a:t>
            </a:r>
            <a:r>
              <a:rPr lang="en-US" sz="600" noProof="0" dirty="0"/>
              <a:t> Mod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55AA510-7A67-06E3-9C69-B04991DF05DA}"/>
              </a:ext>
            </a:extLst>
          </p:cNvPr>
          <p:cNvSpPr txBox="1"/>
          <p:nvPr/>
        </p:nvSpPr>
        <p:spPr>
          <a:xfrm>
            <a:off x="6232006" y="7680767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+7</a:t>
            </a:r>
            <a:r>
              <a:rPr lang="en-US" sz="600" noProof="0" dirty="0"/>
              <a:t> Mod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4FDD5D0-439D-3249-C302-DFA183D39BDE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</p:spTree>
    <p:extLst>
      <p:ext uri="{BB962C8B-B14F-4D97-AF65-F5344CB8AC3E}">
        <p14:creationId xmlns:p14="http://schemas.microsoft.com/office/powerpoint/2010/main" val="151224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C3D1694-A2BD-5E52-EB94-3690BBA8D681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E589BAD-6CA5-CE57-4EB3-FEFE75AD35C2}"/>
              </a:ext>
            </a:extLst>
          </p:cNvPr>
          <p:cNvSpPr/>
          <p:nvPr/>
        </p:nvSpPr>
        <p:spPr>
          <a:xfrm>
            <a:off x="361172" y="655703"/>
            <a:ext cx="722557" cy="359243"/>
          </a:xfrm>
          <a:prstGeom prst="rect">
            <a:avLst/>
          </a:prstGeom>
          <a:noFill/>
          <a:ln w="28575"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ECC5152-78F2-BB28-ACB9-8A7827936D3D}"/>
              </a:ext>
            </a:extLst>
          </p:cNvPr>
          <p:cNvSpPr/>
          <p:nvPr/>
        </p:nvSpPr>
        <p:spPr>
          <a:xfrm>
            <a:off x="361172" y="1081201"/>
            <a:ext cx="72255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1DB28A-873C-56A3-DC1A-BFDBB3EFC4E0}"/>
              </a:ext>
            </a:extLst>
          </p:cNvPr>
          <p:cNvSpPr/>
          <p:nvPr/>
        </p:nvSpPr>
        <p:spPr>
          <a:xfrm>
            <a:off x="361171" y="1506699"/>
            <a:ext cx="72255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E7F73F6-AAD6-2639-1729-78C14C091F9F}"/>
              </a:ext>
            </a:extLst>
          </p:cNvPr>
          <p:cNvSpPr/>
          <p:nvPr/>
        </p:nvSpPr>
        <p:spPr>
          <a:xfrm>
            <a:off x="361170" y="1932197"/>
            <a:ext cx="72255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C3B6D45-32F3-1224-392B-8EE14CBD222B}"/>
              </a:ext>
            </a:extLst>
          </p:cNvPr>
          <p:cNvSpPr/>
          <p:nvPr/>
        </p:nvSpPr>
        <p:spPr>
          <a:xfrm>
            <a:off x="361170" y="2357695"/>
            <a:ext cx="72255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5427A5-A424-7CEC-38FE-3522D7D0ECD6}"/>
              </a:ext>
            </a:extLst>
          </p:cNvPr>
          <p:cNvSpPr txBox="1"/>
          <p:nvPr/>
        </p:nvSpPr>
        <p:spPr>
          <a:xfrm>
            <a:off x="352750" y="459581"/>
            <a:ext cx="787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W22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36FE7E6-1085-427A-2A06-1655A56B683B}"/>
              </a:ext>
            </a:extLst>
          </p:cNvPr>
          <p:cNvSpPr txBox="1"/>
          <p:nvPr/>
        </p:nvSpPr>
        <p:spPr>
          <a:xfrm>
            <a:off x="1778738" y="459574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W22.R1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DA1DA7C-AE1D-E424-C375-A3FD894B28AD}"/>
              </a:ext>
            </a:extLst>
          </p:cNvPr>
          <p:cNvSpPr/>
          <p:nvPr/>
        </p:nvSpPr>
        <p:spPr>
          <a:xfrm>
            <a:off x="1853139" y="655703"/>
            <a:ext cx="864539" cy="359243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43B58ED-9148-D208-3AB6-3330491BB764}"/>
              </a:ext>
            </a:extLst>
          </p:cNvPr>
          <p:cNvSpPr/>
          <p:nvPr/>
        </p:nvSpPr>
        <p:spPr>
          <a:xfrm>
            <a:off x="1853139" y="1081201"/>
            <a:ext cx="87164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68A0CAB-554C-3B7C-3870-3C3D61A5A51B}"/>
              </a:ext>
            </a:extLst>
          </p:cNvPr>
          <p:cNvSpPr/>
          <p:nvPr/>
        </p:nvSpPr>
        <p:spPr>
          <a:xfrm>
            <a:off x="1853137" y="1506699"/>
            <a:ext cx="871649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4678211-6344-0DC3-9344-410804AADEF6}"/>
              </a:ext>
            </a:extLst>
          </p:cNvPr>
          <p:cNvSpPr/>
          <p:nvPr/>
        </p:nvSpPr>
        <p:spPr>
          <a:xfrm>
            <a:off x="1853137" y="1932197"/>
            <a:ext cx="87165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D67C32B-19E8-9DB0-3EE0-741734D5B756}"/>
              </a:ext>
            </a:extLst>
          </p:cNvPr>
          <p:cNvSpPr/>
          <p:nvPr/>
        </p:nvSpPr>
        <p:spPr>
          <a:xfrm>
            <a:off x="1853137" y="2357695"/>
            <a:ext cx="87165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07" name="Elbow Connector 106">
            <a:extLst>
              <a:ext uri="{FF2B5EF4-FFF2-40B4-BE49-F238E27FC236}">
                <a16:creationId xmlns:a16="http://schemas.microsoft.com/office/drawing/2014/main" id="{38A37EB7-D810-2013-70C0-E77522E1920F}"/>
              </a:ext>
            </a:extLst>
          </p:cNvPr>
          <p:cNvCxnSpPr>
            <a:cxnSpLocks/>
            <a:stCxn id="98" idx="1"/>
            <a:endCxn id="99" idx="1"/>
          </p:cNvCxnSpPr>
          <p:nvPr/>
        </p:nvCxnSpPr>
        <p:spPr>
          <a:xfrm rot="10800000" flipV="1">
            <a:off x="1853139" y="835325"/>
            <a:ext cx="12700" cy="425498"/>
          </a:xfrm>
          <a:prstGeom prst="bentConnector3">
            <a:avLst>
              <a:gd name="adj1" fmla="val 2433803"/>
            </a:avLst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A2EE057D-4A92-B978-FBD3-79210A8A0999}"/>
              </a:ext>
            </a:extLst>
          </p:cNvPr>
          <p:cNvSpPr txBox="1">
            <a:spLocks/>
          </p:cNvSpPr>
          <p:nvPr/>
        </p:nvSpPr>
        <p:spPr>
          <a:xfrm>
            <a:off x="1531414" y="1026248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x2</a:t>
            </a:r>
          </a:p>
        </p:txBody>
      </p:sp>
      <p:cxnSp>
        <p:nvCxnSpPr>
          <p:cNvPr id="127" name="Elbow Connector 126">
            <a:extLst>
              <a:ext uri="{FF2B5EF4-FFF2-40B4-BE49-F238E27FC236}">
                <a16:creationId xmlns:a16="http://schemas.microsoft.com/office/drawing/2014/main" id="{A37D2884-8CE8-B6A2-C999-BFF69C835309}"/>
              </a:ext>
            </a:extLst>
          </p:cNvPr>
          <p:cNvCxnSpPr>
            <a:cxnSpLocks/>
            <a:endCxn id="100" idx="1"/>
          </p:cNvCxnSpPr>
          <p:nvPr/>
        </p:nvCxnSpPr>
        <p:spPr>
          <a:xfrm rot="16200000" flipH="1">
            <a:off x="1245976" y="1079160"/>
            <a:ext cx="850996" cy="363326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3" name="Elbow Connector 142">
            <a:extLst>
              <a:ext uri="{FF2B5EF4-FFF2-40B4-BE49-F238E27FC236}">
                <a16:creationId xmlns:a16="http://schemas.microsoft.com/office/drawing/2014/main" id="{56528FDA-29B2-E883-11D0-0A9E15EEE0D3}"/>
              </a:ext>
            </a:extLst>
          </p:cNvPr>
          <p:cNvCxnSpPr>
            <a:cxnSpLocks/>
            <a:endCxn id="101" idx="1"/>
          </p:cNvCxnSpPr>
          <p:nvPr/>
        </p:nvCxnSpPr>
        <p:spPr>
          <a:xfrm rot="16200000" flipH="1">
            <a:off x="995955" y="1254637"/>
            <a:ext cx="1276498" cy="437866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6" name="Elbow Connector 145">
            <a:extLst>
              <a:ext uri="{FF2B5EF4-FFF2-40B4-BE49-F238E27FC236}">
                <a16:creationId xmlns:a16="http://schemas.microsoft.com/office/drawing/2014/main" id="{E32F9306-73EA-D59E-F2E8-F5D4A91854C3}"/>
              </a:ext>
            </a:extLst>
          </p:cNvPr>
          <p:cNvCxnSpPr>
            <a:cxnSpLocks/>
            <a:endCxn id="102" idx="1"/>
          </p:cNvCxnSpPr>
          <p:nvPr/>
        </p:nvCxnSpPr>
        <p:spPr>
          <a:xfrm rot="16200000" flipH="1">
            <a:off x="747680" y="1431860"/>
            <a:ext cx="1701996" cy="508918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8150B952-A39E-CE02-52FE-54B74407763E}"/>
              </a:ext>
            </a:extLst>
          </p:cNvPr>
          <p:cNvSpPr txBox="1"/>
          <p:nvPr/>
        </p:nvSpPr>
        <p:spPr>
          <a:xfrm>
            <a:off x="1516624" y="1459701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x3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6785F86-F02B-4674-8381-982C69009EDE}"/>
              </a:ext>
            </a:extLst>
          </p:cNvPr>
          <p:cNvSpPr txBox="1"/>
          <p:nvPr/>
        </p:nvSpPr>
        <p:spPr>
          <a:xfrm>
            <a:off x="1516623" y="1883880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x4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3C2941E-AB1E-435C-0921-9CC9B2607FB9}"/>
              </a:ext>
            </a:extLst>
          </p:cNvPr>
          <p:cNvSpPr txBox="1"/>
          <p:nvPr/>
        </p:nvSpPr>
        <p:spPr>
          <a:xfrm>
            <a:off x="1501836" y="230900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x5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E3DA89C9-039D-9139-510B-E8E90637F0CF}"/>
              </a:ext>
            </a:extLst>
          </p:cNvPr>
          <p:cNvCxnSpPr>
            <a:cxnSpLocks/>
          </p:cNvCxnSpPr>
          <p:nvPr/>
        </p:nvCxnSpPr>
        <p:spPr>
          <a:xfrm>
            <a:off x="1334839" y="835320"/>
            <a:ext cx="254357" cy="0"/>
          </a:xfrm>
          <a:prstGeom prst="line">
            <a:avLst/>
          </a:prstGeom>
          <a:ln w="9525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D12601B4-DBB3-7B90-8DE2-6D25B5FB13C2}"/>
              </a:ext>
            </a:extLst>
          </p:cNvPr>
          <p:cNvSpPr txBox="1"/>
          <p:nvPr/>
        </p:nvSpPr>
        <p:spPr>
          <a:xfrm>
            <a:off x="2710148" y="65065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1B77402-C76B-7AAF-7631-515855822687}"/>
              </a:ext>
            </a:extLst>
          </p:cNvPr>
          <p:cNvSpPr txBox="1"/>
          <p:nvPr/>
        </p:nvSpPr>
        <p:spPr>
          <a:xfrm>
            <a:off x="3422967" y="459572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W22.R2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9E63A247-552E-5251-51CA-CEE16EDE8C42}"/>
              </a:ext>
            </a:extLst>
          </p:cNvPr>
          <p:cNvSpPr/>
          <p:nvPr/>
        </p:nvSpPr>
        <p:spPr>
          <a:xfrm>
            <a:off x="3486132" y="661960"/>
            <a:ext cx="864539" cy="359243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67DCBC86-D289-4707-8579-52172AA43F61}"/>
              </a:ext>
            </a:extLst>
          </p:cNvPr>
          <p:cNvSpPr/>
          <p:nvPr/>
        </p:nvSpPr>
        <p:spPr>
          <a:xfrm>
            <a:off x="3486132" y="1087458"/>
            <a:ext cx="87164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389C63D7-F522-A0FB-2A0C-0A7069D0AFA3}"/>
              </a:ext>
            </a:extLst>
          </p:cNvPr>
          <p:cNvSpPr/>
          <p:nvPr/>
        </p:nvSpPr>
        <p:spPr>
          <a:xfrm>
            <a:off x="3486130" y="1512956"/>
            <a:ext cx="871649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591095F6-CEAC-35A9-BE12-04A80C846E22}"/>
              </a:ext>
            </a:extLst>
          </p:cNvPr>
          <p:cNvSpPr/>
          <p:nvPr/>
        </p:nvSpPr>
        <p:spPr>
          <a:xfrm>
            <a:off x="3486130" y="1938454"/>
            <a:ext cx="87165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7CAA567C-725D-E8D5-561E-93455C328763}"/>
              </a:ext>
            </a:extLst>
          </p:cNvPr>
          <p:cNvSpPr/>
          <p:nvPr/>
        </p:nvSpPr>
        <p:spPr>
          <a:xfrm>
            <a:off x="3486130" y="2363952"/>
            <a:ext cx="87165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2" name="Elbow Connector 181">
            <a:extLst>
              <a:ext uri="{FF2B5EF4-FFF2-40B4-BE49-F238E27FC236}">
                <a16:creationId xmlns:a16="http://schemas.microsoft.com/office/drawing/2014/main" id="{7DF6FD0D-2E72-9C20-4798-089EA77E9461}"/>
              </a:ext>
            </a:extLst>
          </p:cNvPr>
          <p:cNvCxnSpPr>
            <a:cxnSpLocks/>
            <a:stCxn id="177" idx="1"/>
            <a:endCxn id="178" idx="1"/>
          </p:cNvCxnSpPr>
          <p:nvPr/>
        </p:nvCxnSpPr>
        <p:spPr>
          <a:xfrm rot="10800000" flipV="1">
            <a:off x="3486132" y="841582"/>
            <a:ext cx="12700" cy="425498"/>
          </a:xfrm>
          <a:prstGeom prst="bentConnector3">
            <a:avLst>
              <a:gd name="adj1" fmla="val 2433803"/>
            </a:avLst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3992E111-57A8-3032-C17A-DF533A65DEBD}"/>
              </a:ext>
            </a:extLst>
          </p:cNvPr>
          <p:cNvSpPr txBox="1">
            <a:spLocks/>
          </p:cNvSpPr>
          <p:nvPr/>
        </p:nvSpPr>
        <p:spPr>
          <a:xfrm>
            <a:off x="3164407" y="1032505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x4</a:t>
            </a:r>
          </a:p>
        </p:txBody>
      </p:sp>
      <p:cxnSp>
        <p:nvCxnSpPr>
          <p:cNvPr id="184" name="Elbow Connector 183">
            <a:extLst>
              <a:ext uri="{FF2B5EF4-FFF2-40B4-BE49-F238E27FC236}">
                <a16:creationId xmlns:a16="http://schemas.microsoft.com/office/drawing/2014/main" id="{55CFE194-F918-5C62-9497-FA14B921A3C4}"/>
              </a:ext>
            </a:extLst>
          </p:cNvPr>
          <p:cNvCxnSpPr>
            <a:cxnSpLocks/>
            <a:endCxn id="179" idx="1"/>
          </p:cNvCxnSpPr>
          <p:nvPr/>
        </p:nvCxnSpPr>
        <p:spPr>
          <a:xfrm rot="16200000" flipH="1">
            <a:off x="2878969" y="1085417"/>
            <a:ext cx="850996" cy="363326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5" name="Elbow Connector 184">
            <a:extLst>
              <a:ext uri="{FF2B5EF4-FFF2-40B4-BE49-F238E27FC236}">
                <a16:creationId xmlns:a16="http://schemas.microsoft.com/office/drawing/2014/main" id="{AF0CDE28-E6A9-1FF6-5B1B-0D7C421868B5}"/>
              </a:ext>
            </a:extLst>
          </p:cNvPr>
          <p:cNvCxnSpPr>
            <a:cxnSpLocks/>
            <a:endCxn id="180" idx="1"/>
          </p:cNvCxnSpPr>
          <p:nvPr/>
        </p:nvCxnSpPr>
        <p:spPr>
          <a:xfrm rot="16200000" flipH="1">
            <a:off x="2628948" y="1260894"/>
            <a:ext cx="1276498" cy="437866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6" name="Elbow Connector 185">
            <a:extLst>
              <a:ext uri="{FF2B5EF4-FFF2-40B4-BE49-F238E27FC236}">
                <a16:creationId xmlns:a16="http://schemas.microsoft.com/office/drawing/2014/main" id="{C18B9EDD-2A67-5EE5-CC44-31E2F5E0B469}"/>
              </a:ext>
            </a:extLst>
          </p:cNvPr>
          <p:cNvCxnSpPr>
            <a:cxnSpLocks/>
            <a:endCxn id="181" idx="1"/>
          </p:cNvCxnSpPr>
          <p:nvPr/>
        </p:nvCxnSpPr>
        <p:spPr>
          <a:xfrm rot="16200000" flipH="1">
            <a:off x="2380673" y="1438117"/>
            <a:ext cx="1701996" cy="508918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DF285E21-86A0-0FA2-E26E-F64D7B7356B8}"/>
              </a:ext>
            </a:extLst>
          </p:cNvPr>
          <p:cNvSpPr txBox="1"/>
          <p:nvPr/>
        </p:nvSpPr>
        <p:spPr>
          <a:xfrm>
            <a:off x="3149617" y="1465958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x9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1B06B6BA-EA11-8B95-0ABC-FF8242405ADB}"/>
              </a:ext>
            </a:extLst>
          </p:cNvPr>
          <p:cNvSpPr txBox="1"/>
          <p:nvPr/>
        </p:nvSpPr>
        <p:spPr>
          <a:xfrm>
            <a:off x="3115151" y="1890137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x16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695C1BDD-BE8E-2F9F-DF7F-C6C93526412A}"/>
              </a:ext>
            </a:extLst>
          </p:cNvPr>
          <p:cNvSpPr txBox="1"/>
          <p:nvPr/>
        </p:nvSpPr>
        <p:spPr>
          <a:xfrm>
            <a:off x="3100364" y="2315264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x25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252E1DF-BDBD-D32F-F8D5-9BA70920366B}"/>
              </a:ext>
            </a:extLst>
          </p:cNvPr>
          <p:cNvCxnSpPr>
            <a:cxnSpLocks/>
          </p:cNvCxnSpPr>
          <p:nvPr/>
        </p:nvCxnSpPr>
        <p:spPr>
          <a:xfrm>
            <a:off x="2967832" y="841577"/>
            <a:ext cx="254357" cy="0"/>
          </a:xfrm>
          <a:prstGeom prst="line">
            <a:avLst/>
          </a:prstGeom>
          <a:ln w="9525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1BFA5C08-A4A6-85B9-B5A2-F53FA0FF1E81}"/>
              </a:ext>
            </a:extLst>
          </p:cNvPr>
          <p:cNvSpPr txBox="1"/>
          <p:nvPr/>
        </p:nvSpPr>
        <p:spPr>
          <a:xfrm>
            <a:off x="2713368" y="1078059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D9734090-D78F-556D-8E63-8050410465A8}"/>
              </a:ext>
            </a:extLst>
          </p:cNvPr>
          <p:cNvSpPr txBox="1"/>
          <p:nvPr/>
        </p:nvSpPr>
        <p:spPr>
          <a:xfrm>
            <a:off x="2713368" y="149846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10431365-5150-4000-3785-0CAA98453940}"/>
              </a:ext>
            </a:extLst>
          </p:cNvPr>
          <p:cNvSpPr txBox="1"/>
          <p:nvPr/>
        </p:nvSpPr>
        <p:spPr>
          <a:xfrm>
            <a:off x="2713368" y="1930205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30C8F69E-3EB6-7D81-D32F-1270ABEC0DB5}"/>
              </a:ext>
            </a:extLst>
          </p:cNvPr>
          <p:cNvSpPr txBox="1"/>
          <p:nvPr/>
        </p:nvSpPr>
        <p:spPr>
          <a:xfrm>
            <a:off x="2713368" y="2353369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9F77D25A-DA31-9599-F887-C5A6F1AAC8BC}"/>
              </a:ext>
            </a:extLst>
          </p:cNvPr>
          <p:cNvSpPr txBox="1"/>
          <p:nvPr/>
        </p:nvSpPr>
        <p:spPr>
          <a:xfrm>
            <a:off x="1078898" y="65065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BE8ACF3F-6DB2-4D93-3DEE-4EF77EEAC144}"/>
              </a:ext>
            </a:extLst>
          </p:cNvPr>
          <p:cNvSpPr txBox="1"/>
          <p:nvPr/>
        </p:nvSpPr>
        <p:spPr>
          <a:xfrm>
            <a:off x="1082118" y="1078059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9A879-FEB0-132E-EF00-4B8123987BF0}"/>
              </a:ext>
            </a:extLst>
          </p:cNvPr>
          <p:cNvSpPr txBox="1"/>
          <p:nvPr/>
        </p:nvSpPr>
        <p:spPr>
          <a:xfrm>
            <a:off x="1082118" y="149846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1A17ADC3-34C0-42C4-0507-3CDD57BBDDC5}"/>
              </a:ext>
            </a:extLst>
          </p:cNvPr>
          <p:cNvSpPr txBox="1"/>
          <p:nvPr/>
        </p:nvSpPr>
        <p:spPr>
          <a:xfrm>
            <a:off x="1082118" y="1930205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3CE2F034-6E07-44B3-9209-7F38A5C2F2C2}"/>
              </a:ext>
            </a:extLst>
          </p:cNvPr>
          <p:cNvSpPr txBox="1"/>
          <p:nvPr/>
        </p:nvSpPr>
        <p:spPr>
          <a:xfrm>
            <a:off x="1082118" y="2353369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B356EAB5-946C-4455-F225-0EC02DACEBFF}"/>
              </a:ext>
            </a:extLst>
          </p:cNvPr>
          <p:cNvSpPr txBox="1"/>
          <p:nvPr/>
        </p:nvSpPr>
        <p:spPr>
          <a:xfrm>
            <a:off x="4336143" y="712209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4C93D9F2-E36A-ABB9-E5E7-DC48A68A98F7}"/>
              </a:ext>
            </a:extLst>
          </p:cNvPr>
          <p:cNvSpPr txBox="1"/>
          <p:nvPr/>
        </p:nvSpPr>
        <p:spPr>
          <a:xfrm>
            <a:off x="5496858" y="722038"/>
            <a:ext cx="622208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W22.S1</a:t>
            </a: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4BD8ED64-728D-BE40-EC73-0156A083B6A0}"/>
              </a:ext>
            </a:extLst>
          </p:cNvPr>
          <p:cNvSpPr/>
          <p:nvPr/>
        </p:nvSpPr>
        <p:spPr>
          <a:xfrm>
            <a:off x="4802400" y="666249"/>
            <a:ext cx="722557" cy="35924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012A86FD-EB5B-9F20-4250-1B4679FC225F}"/>
              </a:ext>
            </a:extLst>
          </p:cNvPr>
          <p:cNvSpPr/>
          <p:nvPr/>
        </p:nvSpPr>
        <p:spPr>
          <a:xfrm>
            <a:off x="4802400" y="1091747"/>
            <a:ext cx="722557" cy="3592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9FE7CD5B-4221-AB3D-1B6D-60DF4A11731B}"/>
              </a:ext>
            </a:extLst>
          </p:cNvPr>
          <p:cNvSpPr/>
          <p:nvPr/>
        </p:nvSpPr>
        <p:spPr>
          <a:xfrm>
            <a:off x="4802400" y="1517245"/>
            <a:ext cx="722557" cy="359243"/>
          </a:xfrm>
          <a:prstGeom prst="rect">
            <a:avLst/>
          </a:prstGeom>
          <a:noFill/>
          <a:ln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65732AD-8F0C-6D1C-03A6-61AA6B6A8B14}"/>
              </a:ext>
            </a:extLst>
          </p:cNvPr>
          <p:cNvSpPr/>
          <p:nvPr/>
        </p:nvSpPr>
        <p:spPr>
          <a:xfrm>
            <a:off x="4802400" y="1942743"/>
            <a:ext cx="722557" cy="35924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3CA35BE1-B30F-2700-B668-67C55D187785}"/>
              </a:ext>
            </a:extLst>
          </p:cNvPr>
          <p:cNvSpPr/>
          <p:nvPr/>
        </p:nvSpPr>
        <p:spPr>
          <a:xfrm>
            <a:off x="4802400" y="2368241"/>
            <a:ext cx="722557" cy="35924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FA955A86-1554-83A3-3E4A-BA8D714D58A2}"/>
              </a:ext>
            </a:extLst>
          </p:cNvPr>
          <p:cNvSpPr txBox="1"/>
          <p:nvPr/>
        </p:nvSpPr>
        <p:spPr>
          <a:xfrm>
            <a:off x="4340376" y="1139614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0BDB347-53D5-F71B-F55E-53EFFBDE7C06}"/>
              </a:ext>
            </a:extLst>
          </p:cNvPr>
          <p:cNvSpPr txBox="1"/>
          <p:nvPr/>
        </p:nvSpPr>
        <p:spPr>
          <a:xfrm>
            <a:off x="4340835" y="1548593"/>
            <a:ext cx="5229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01550370-E1CA-CC0C-DED3-5B447E072F26}"/>
              </a:ext>
            </a:extLst>
          </p:cNvPr>
          <p:cNvSpPr txBox="1"/>
          <p:nvPr/>
        </p:nvSpPr>
        <p:spPr>
          <a:xfrm>
            <a:off x="4341734" y="1987035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0BAC42F3-4635-03AC-170D-09004E734D16}"/>
              </a:ext>
            </a:extLst>
          </p:cNvPr>
          <p:cNvSpPr txBox="1"/>
          <p:nvPr/>
        </p:nvSpPr>
        <p:spPr>
          <a:xfrm>
            <a:off x="4340087" y="2424818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ED40151D-5759-16FE-6657-23C1782B36D1}"/>
              </a:ext>
            </a:extLst>
          </p:cNvPr>
          <p:cNvSpPr txBox="1"/>
          <p:nvPr/>
        </p:nvSpPr>
        <p:spPr>
          <a:xfrm>
            <a:off x="5496859" y="1148516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W22.S2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699BA70D-0BF3-83C9-98D2-2DCEFF65CDF3}"/>
              </a:ext>
            </a:extLst>
          </p:cNvPr>
          <p:cNvSpPr txBox="1"/>
          <p:nvPr/>
        </p:nvSpPr>
        <p:spPr>
          <a:xfrm>
            <a:off x="5497954" y="1575145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W22.S3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D12F5D04-6EC9-2A6A-A773-789FDC90FC6E}"/>
              </a:ext>
            </a:extLst>
          </p:cNvPr>
          <p:cNvSpPr txBox="1"/>
          <p:nvPr/>
        </p:nvSpPr>
        <p:spPr>
          <a:xfrm>
            <a:off x="5497954" y="2001623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W22.S4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90A39020-C440-51CC-82EB-CCB81123E57C}"/>
              </a:ext>
            </a:extLst>
          </p:cNvPr>
          <p:cNvSpPr txBox="1"/>
          <p:nvPr/>
        </p:nvSpPr>
        <p:spPr>
          <a:xfrm>
            <a:off x="5496859" y="2422671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W22.S5</a:t>
            </a: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5E67941C-EDCC-6EF9-DD80-D21907A2AA65}"/>
              </a:ext>
            </a:extLst>
          </p:cNvPr>
          <p:cNvSpPr/>
          <p:nvPr/>
        </p:nvSpPr>
        <p:spPr>
          <a:xfrm>
            <a:off x="356341" y="7484746"/>
            <a:ext cx="722557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01F4ADEA-ED57-5A96-3ED8-7B74F42F5E7A}"/>
              </a:ext>
            </a:extLst>
          </p:cNvPr>
          <p:cNvSpPr/>
          <p:nvPr/>
        </p:nvSpPr>
        <p:spPr>
          <a:xfrm>
            <a:off x="356341" y="7910244"/>
            <a:ext cx="72255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071B9C17-8ACC-EA57-3956-9361E1551A76}"/>
              </a:ext>
            </a:extLst>
          </p:cNvPr>
          <p:cNvSpPr/>
          <p:nvPr/>
        </p:nvSpPr>
        <p:spPr>
          <a:xfrm>
            <a:off x="356340" y="8335742"/>
            <a:ext cx="72255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E8802721-4777-4CB6-FCB2-941EB4F41A06}"/>
              </a:ext>
            </a:extLst>
          </p:cNvPr>
          <p:cNvSpPr/>
          <p:nvPr/>
        </p:nvSpPr>
        <p:spPr>
          <a:xfrm>
            <a:off x="356339" y="8761240"/>
            <a:ext cx="72255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99C756E2-2422-C889-8E23-F289CEA90548}"/>
              </a:ext>
            </a:extLst>
          </p:cNvPr>
          <p:cNvSpPr/>
          <p:nvPr/>
        </p:nvSpPr>
        <p:spPr>
          <a:xfrm>
            <a:off x="356339" y="9186738"/>
            <a:ext cx="72255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32C6F720-2A71-1231-90F8-922386280EC9}"/>
              </a:ext>
            </a:extLst>
          </p:cNvPr>
          <p:cNvSpPr txBox="1"/>
          <p:nvPr/>
        </p:nvSpPr>
        <p:spPr>
          <a:xfrm>
            <a:off x="41292" y="7288624"/>
            <a:ext cx="13567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W22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W23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W24</a:t>
            </a:r>
            <a:r>
              <a:rPr lang="en-US" sz="1000" b="1" noProof="0" dirty="0"/>
              <a:t>+8</a:t>
            </a:r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80E3F286-41E3-D94B-4784-8C5688B7CC5D}"/>
              </a:ext>
            </a:extLst>
          </p:cNvPr>
          <p:cNvSpPr txBox="1"/>
          <p:nvPr/>
        </p:nvSpPr>
        <p:spPr>
          <a:xfrm>
            <a:off x="1336235" y="7288617"/>
            <a:ext cx="18934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97132"/>
                </a:solidFill>
              </a:rPr>
              <a:t>W22.R1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W23.R1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W24.R1</a:t>
            </a:r>
            <a:endParaRPr lang="en-US" sz="1000" noProof="0" dirty="0"/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D70A748E-69DE-2C66-B82F-9D1E6D51B6B2}"/>
              </a:ext>
            </a:extLst>
          </p:cNvPr>
          <p:cNvSpPr/>
          <p:nvPr/>
        </p:nvSpPr>
        <p:spPr>
          <a:xfrm>
            <a:off x="1848308" y="7484746"/>
            <a:ext cx="864539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BC896361-FF36-6473-4D16-D4CAC699921B}"/>
              </a:ext>
            </a:extLst>
          </p:cNvPr>
          <p:cNvSpPr/>
          <p:nvPr/>
        </p:nvSpPr>
        <p:spPr>
          <a:xfrm>
            <a:off x="1848308" y="7910244"/>
            <a:ext cx="87164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CA2EE003-A86B-BA9D-99D1-60BC58C486D3}"/>
              </a:ext>
            </a:extLst>
          </p:cNvPr>
          <p:cNvSpPr/>
          <p:nvPr/>
        </p:nvSpPr>
        <p:spPr>
          <a:xfrm>
            <a:off x="1848306" y="8335742"/>
            <a:ext cx="871649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BB14ECAF-7DBE-0431-113D-AB217E5C2F16}"/>
              </a:ext>
            </a:extLst>
          </p:cNvPr>
          <p:cNvSpPr/>
          <p:nvPr/>
        </p:nvSpPr>
        <p:spPr>
          <a:xfrm>
            <a:off x="1848306" y="8761240"/>
            <a:ext cx="871650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D3046548-8169-5987-4068-39EDFB28027A}"/>
              </a:ext>
            </a:extLst>
          </p:cNvPr>
          <p:cNvSpPr/>
          <p:nvPr/>
        </p:nvSpPr>
        <p:spPr>
          <a:xfrm>
            <a:off x="1848306" y="9186738"/>
            <a:ext cx="871650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69" name="Elbow Connector 368">
            <a:extLst>
              <a:ext uri="{FF2B5EF4-FFF2-40B4-BE49-F238E27FC236}">
                <a16:creationId xmlns:a16="http://schemas.microsoft.com/office/drawing/2014/main" id="{13473A79-81BA-FC8C-6B30-C721CAD8E019}"/>
              </a:ext>
            </a:extLst>
          </p:cNvPr>
          <p:cNvCxnSpPr>
            <a:cxnSpLocks/>
            <a:stCxn id="364" idx="1"/>
            <a:endCxn id="365" idx="1"/>
          </p:cNvCxnSpPr>
          <p:nvPr/>
        </p:nvCxnSpPr>
        <p:spPr>
          <a:xfrm rot="10800000" flipV="1">
            <a:off x="1848308" y="7664368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0" name="TextBox 369">
            <a:extLst>
              <a:ext uri="{FF2B5EF4-FFF2-40B4-BE49-F238E27FC236}">
                <a16:creationId xmlns:a16="http://schemas.microsoft.com/office/drawing/2014/main" id="{4C3BACD6-CB7A-1185-FF0E-4A4732BF57CF}"/>
              </a:ext>
            </a:extLst>
          </p:cNvPr>
          <p:cNvSpPr txBox="1">
            <a:spLocks/>
          </p:cNvSpPr>
          <p:nvPr/>
        </p:nvSpPr>
        <p:spPr>
          <a:xfrm>
            <a:off x="1526583" y="7855291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x2</a:t>
            </a:r>
          </a:p>
        </p:txBody>
      </p:sp>
      <p:cxnSp>
        <p:nvCxnSpPr>
          <p:cNvPr id="371" name="Elbow Connector 370">
            <a:extLst>
              <a:ext uri="{FF2B5EF4-FFF2-40B4-BE49-F238E27FC236}">
                <a16:creationId xmlns:a16="http://schemas.microsoft.com/office/drawing/2014/main" id="{B7859023-CC19-7FD9-AB82-07357112E78D}"/>
              </a:ext>
            </a:extLst>
          </p:cNvPr>
          <p:cNvCxnSpPr>
            <a:cxnSpLocks/>
            <a:endCxn id="366" idx="1"/>
          </p:cNvCxnSpPr>
          <p:nvPr/>
        </p:nvCxnSpPr>
        <p:spPr>
          <a:xfrm rot="16200000" flipH="1">
            <a:off x="1241145" y="7908203"/>
            <a:ext cx="850996" cy="363326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2" name="Elbow Connector 371">
            <a:extLst>
              <a:ext uri="{FF2B5EF4-FFF2-40B4-BE49-F238E27FC236}">
                <a16:creationId xmlns:a16="http://schemas.microsoft.com/office/drawing/2014/main" id="{2FDD5A8E-BD75-B33F-03DA-52F3AC4F07A6}"/>
              </a:ext>
            </a:extLst>
          </p:cNvPr>
          <p:cNvCxnSpPr>
            <a:cxnSpLocks/>
            <a:endCxn id="367" idx="1"/>
          </p:cNvCxnSpPr>
          <p:nvPr/>
        </p:nvCxnSpPr>
        <p:spPr>
          <a:xfrm rot="16200000" flipH="1">
            <a:off x="991124" y="8083680"/>
            <a:ext cx="1276498" cy="437866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3" name="Elbow Connector 372">
            <a:extLst>
              <a:ext uri="{FF2B5EF4-FFF2-40B4-BE49-F238E27FC236}">
                <a16:creationId xmlns:a16="http://schemas.microsoft.com/office/drawing/2014/main" id="{F07DD8A2-E16D-0ED8-728B-93B94FCC0B92}"/>
              </a:ext>
            </a:extLst>
          </p:cNvPr>
          <p:cNvCxnSpPr>
            <a:cxnSpLocks/>
            <a:endCxn id="368" idx="1"/>
          </p:cNvCxnSpPr>
          <p:nvPr/>
        </p:nvCxnSpPr>
        <p:spPr>
          <a:xfrm rot="16200000" flipH="1">
            <a:off x="742849" y="8260903"/>
            <a:ext cx="1701996" cy="508918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4" name="TextBox 373">
            <a:extLst>
              <a:ext uri="{FF2B5EF4-FFF2-40B4-BE49-F238E27FC236}">
                <a16:creationId xmlns:a16="http://schemas.microsoft.com/office/drawing/2014/main" id="{E88397AF-A6E0-F620-3C58-1B8BB834CFB4}"/>
              </a:ext>
            </a:extLst>
          </p:cNvPr>
          <p:cNvSpPr txBox="1"/>
          <p:nvPr/>
        </p:nvSpPr>
        <p:spPr>
          <a:xfrm>
            <a:off x="1511793" y="8288744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x3</a:t>
            </a: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442492E5-FBEA-B949-C6BA-B1551A1A4029}"/>
              </a:ext>
            </a:extLst>
          </p:cNvPr>
          <p:cNvSpPr txBox="1"/>
          <p:nvPr/>
        </p:nvSpPr>
        <p:spPr>
          <a:xfrm>
            <a:off x="1511792" y="8712923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x4</a:t>
            </a: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03124403-64AD-C318-6156-D582D984D95E}"/>
              </a:ext>
            </a:extLst>
          </p:cNvPr>
          <p:cNvSpPr txBox="1"/>
          <p:nvPr/>
        </p:nvSpPr>
        <p:spPr>
          <a:xfrm>
            <a:off x="1497005" y="9138050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x5</a:t>
            </a:r>
          </a:p>
        </p:txBody>
      </p:sp>
      <p:cxnSp>
        <p:nvCxnSpPr>
          <p:cNvPr id="377" name="Straight Connector 376">
            <a:extLst>
              <a:ext uri="{FF2B5EF4-FFF2-40B4-BE49-F238E27FC236}">
                <a16:creationId xmlns:a16="http://schemas.microsoft.com/office/drawing/2014/main" id="{9A6A96E1-9830-044D-EB63-47C20C3D4DBE}"/>
              </a:ext>
            </a:extLst>
          </p:cNvPr>
          <p:cNvCxnSpPr>
            <a:cxnSpLocks/>
          </p:cNvCxnSpPr>
          <p:nvPr/>
        </p:nvCxnSpPr>
        <p:spPr>
          <a:xfrm>
            <a:off x="1330008" y="7664363"/>
            <a:ext cx="254357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D3B713BE-AD85-40B0-4FE5-5C4E0FC5929A}"/>
              </a:ext>
            </a:extLst>
          </p:cNvPr>
          <p:cNvSpPr txBox="1"/>
          <p:nvPr/>
        </p:nvSpPr>
        <p:spPr>
          <a:xfrm>
            <a:off x="2705317" y="747969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7B1D8E2C-30D2-96F0-DA9E-AB32DF442EB1}"/>
              </a:ext>
            </a:extLst>
          </p:cNvPr>
          <p:cNvSpPr txBox="1"/>
          <p:nvPr/>
        </p:nvSpPr>
        <p:spPr>
          <a:xfrm>
            <a:off x="2949639" y="7291015"/>
            <a:ext cx="19375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W22.R2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W23.R2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W24.R2</a:t>
            </a:r>
            <a:endParaRPr lang="en-US" sz="1000" noProof="0" dirty="0"/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A0E60E46-FB2F-B675-6C15-25171B4AD6E7}"/>
              </a:ext>
            </a:extLst>
          </p:cNvPr>
          <p:cNvSpPr/>
          <p:nvPr/>
        </p:nvSpPr>
        <p:spPr>
          <a:xfrm>
            <a:off x="3481301" y="7491003"/>
            <a:ext cx="864539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7577C829-0B44-7A94-AE1B-9506B37E0A73}"/>
              </a:ext>
            </a:extLst>
          </p:cNvPr>
          <p:cNvSpPr/>
          <p:nvPr/>
        </p:nvSpPr>
        <p:spPr>
          <a:xfrm>
            <a:off x="3481301" y="7916501"/>
            <a:ext cx="87164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156D1F46-675E-05E7-4A98-FFB9935913AD}"/>
              </a:ext>
            </a:extLst>
          </p:cNvPr>
          <p:cNvSpPr/>
          <p:nvPr/>
        </p:nvSpPr>
        <p:spPr>
          <a:xfrm>
            <a:off x="3481299" y="8341999"/>
            <a:ext cx="871649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9154664C-00B4-7681-EA21-57ACE85B655F}"/>
              </a:ext>
            </a:extLst>
          </p:cNvPr>
          <p:cNvSpPr/>
          <p:nvPr/>
        </p:nvSpPr>
        <p:spPr>
          <a:xfrm>
            <a:off x="3481299" y="8767497"/>
            <a:ext cx="871650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0DE64335-0BB6-8BE2-0D48-6B3B5615EC8E}"/>
              </a:ext>
            </a:extLst>
          </p:cNvPr>
          <p:cNvSpPr/>
          <p:nvPr/>
        </p:nvSpPr>
        <p:spPr>
          <a:xfrm>
            <a:off x="3481299" y="9192995"/>
            <a:ext cx="871650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85" name="Elbow Connector 384">
            <a:extLst>
              <a:ext uri="{FF2B5EF4-FFF2-40B4-BE49-F238E27FC236}">
                <a16:creationId xmlns:a16="http://schemas.microsoft.com/office/drawing/2014/main" id="{2656734B-FFC4-5CE9-BFBF-C7FB3111B545}"/>
              </a:ext>
            </a:extLst>
          </p:cNvPr>
          <p:cNvCxnSpPr>
            <a:cxnSpLocks/>
            <a:stCxn id="380" idx="1"/>
            <a:endCxn id="381" idx="1"/>
          </p:cNvCxnSpPr>
          <p:nvPr/>
        </p:nvCxnSpPr>
        <p:spPr>
          <a:xfrm rot="10800000" flipV="1">
            <a:off x="3481301" y="7670625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6" name="TextBox 385">
            <a:extLst>
              <a:ext uri="{FF2B5EF4-FFF2-40B4-BE49-F238E27FC236}">
                <a16:creationId xmlns:a16="http://schemas.microsoft.com/office/drawing/2014/main" id="{C750C1B1-31DB-774B-169E-1BE0C4291FAA}"/>
              </a:ext>
            </a:extLst>
          </p:cNvPr>
          <p:cNvSpPr txBox="1">
            <a:spLocks/>
          </p:cNvSpPr>
          <p:nvPr/>
        </p:nvSpPr>
        <p:spPr>
          <a:xfrm>
            <a:off x="3159576" y="7861548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x4</a:t>
            </a:r>
          </a:p>
        </p:txBody>
      </p:sp>
      <p:cxnSp>
        <p:nvCxnSpPr>
          <p:cNvPr id="387" name="Elbow Connector 386">
            <a:extLst>
              <a:ext uri="{FF2B5EF4-FFF2-40B4-BE49-F238E27FC236}">
                <a16:creationId xmlns:a16="http://schemas.microsoft.com/office/drawing/2014/main" id="{37C8B93E-E3F5-9A38-B923-34A8E597F477}"/>
              </a:ext>
            </a:extLst>
          </p:cNvPr>
          <p:cNvCxnSpPr>
            <a:cxnSpLocks/>
            <a:endCxn id="382" idx="1"/>
          </p:cNvCxnSpPr>
          <p:nvPr/>
        </p:nvCxnSpPr>
        <p:spPr>
          <a:xfrm rot="16200000" flipH="1">
            <a:off x="2874138" y="7914460"/>
            <a:ext cx="850996" cy="363326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8" name="Elbow Connector 387">
            <a:extLst>
              <a:ext uri="{FF2B5EF4-FFF2-40B4-BE49-F238E27FC236}">
                <a16:creationId xmlns:a16="http://schemas.microsoft.com/office/drawing/2014/main" id="{6B4DFE0E-D9F5-131D-6287-9EDF0C59BF9D}"/>
              </a:ext>
            </a:extLst>
          </p:cNvPr>
          <p:cNvCxnSpPr>
            <a:cxnSpLocks/>
            <a:endCxn id="383" idx="1"/>
          </p:cNvCxnSpPr>
          <p:nvPr/>
        </p:nvCxnSpPr>
        <p:spPr>
          <a:xfrm rot="16200000" flipH="1">
            <a:off x="2624117" y="8089937"/>
            <a:ext cx="1276498" cy="437866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9" name="Elbow Connector 388">
            <a:extLst>
              <a:ext uri="{FF2B5EF4-FFF2-40B4-BE49-F238E27FC236}">
                <a16:creationId xmlns:a16="http://schemas.microsoft.com/office/drawing/2014/main" id="{F2F03BC3-7526-0330-EEFA-8F3F38D41A5C}"/>
              </a:ext>
            </a:extLst>
          </p:cNvPr>
          <p:cNvCxnSpPr>
            <a:cxnSpLocks/>
            <a:endCxn id="384" idx="1"/>
          </p:cNvCxnSpPr>
          <p:nvPr/>
        </p:nvCxnSpPr>
        <p:spPr>
          <a:xfrm rot="16200000" flipH="1">
            <a:off x="2375842" y="8267160"/>
            <a:ext cx="1701996" cy="508918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0" name="TextBox 389">
            <a:extLst>
              <a:ext uri="{FF2B5EF4-FFF2-40B4-BE49-F238E27FC236}">
                <a16:creationId xmlns:a16="http://schemas.microsoft.com/office/drawing/2014/main" id="{139A6212-0F52-0654-2BB3-CF03898B90A9}"/>
              </a:ext>
            </a:extLst>
          </p:cNvPr>
          <p:cNvSpPr txBox="1"/>
          <p:nvPr/>
        </p:nvSpPr>
        <p:spPr>
          <a:xfrm>
            <a:off x="3144786" y="8295001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x9</a:t>
            </a: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4F29D4EC-C4D9-68D1-C58D-A055AF97A167}"/>
              </a:ext>
            </a:extLst>
          </p:cNvPr>
          <p:cNvSpPr txBox="1"/>
          <p:nvPr/>
        </p:nvSpPr>
        <p:spPr>
          <a:xfrm>
            <a:off x="3110320" y="8719180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x16</a:t>
            </a: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72FB3210-5AA1-83A3-15DA-308998B65E9F}"/>
              </a:ext>
            </a:extLst>
          </p:cNvPr>
          <p:cNvSpPr txBox="1"/>
          <p:nvPr/>
        </p:nvSpPr>
        <p:spPr>
          <a:xfrm>
            <a:off x="3095533" y="9144307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x25</a:t>
            </a:r>
          </a:p>
        </p:txBody>
      </p:sp>
      <p:cxnSp>
        <p:nvCxnSpPr>
          <p:cNvPr id="393" name="Straight Connector 392">
            <a:extLst>
              <a:ext uri="{FF2B5EF4-FFF2-40B4-BE49-F238E27FC236}">
                <a16:creationId xmlns:a16="http://schemas.microsoft.com/office/drawing/2014/main" id="{BACBDF31-7A52-7B9E-60EE-824C5553C58D}"/>
              </a:ext>
            </a:extLst>
          </p:cNvPr>
          <p:cNvCxnSpPr>
            <a:cxnSpLocks/>
          </p:cNvCxnSpPr>
          <p:nvPr/>
        </p:nvCxnSpPr>
        <p:spPr>
          <a:xfrm>
            <a:off x="2963001" y="7670620"/>
            <a:ext cx="254357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4" name="TextBox 393">
            <a:extLst>
              <a:ext uri="{FF2B5EF4-FFF2-40B4-BE49-F238E27FC236}">
                <a16:creationId xmlns:a16="http://schemas.microsoft.com/office/drawing/2014/main" id="{F80E1085-C32C-1BAA-B144-7DC8D4C04C84}"/>
              </a:ext>
            </a:extLst>
          </p:cNvPr>
          <p:cNvSpPr txBox="1"/>
          <p:nvPr/>
        </p:nvSpPr>
        <p:spPr>
          <a:xfrm>
            <a:off x="2708537" y="790710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5" name="TextBox 394">
            <a:extLst>
              <a:ext uri="{FF2B5EF4-FFF2-40B4-BE49-F238E27FC236}">
                <a16:creationId xmlns:a16="http://schemas.microsoft.com/office/drawing/2014/main" id="{6DDD8B72-D558-6B94-3513-01B486C94AB5}"/>
              </a:ext>
            </a:extLst>
          </p:cNvPr>
          <p:cNvSpPr txBox="1"/>
          <p:nvPr/>
        </p:nvSpPr>
        <p:spPr>
          <a:xfrm>
            <a:off x="2708537" y="8327511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8FD7DD8F-F907-0BE5-64BD-52C3E71BC6B4}"/>
              </a:ext>
            </a:extLst>
          </p:cNvPr>
          <p:cNvSpPr txBox="1"/>
          <p:nvPr/>
        </p:nvSpPr>
        <p:spPr>
          <a:xfrm>
            <a:off x="2708537" y="875924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7" name="TextBox 396">
            <a:extLst>
              <a:ext uri="{FF2B5EF4-FFF2-40B4-BE49-F238E27FC236}">
                <a16:creationId xmlns:a16="http://schemas.microsoft.com/office/drawing/2014/main" id="{CD357D82-4758-24A2-CAD6-D18CE8CF162C}"/>
              </a:ext>
            </a:extLst>
          </p:cNvPr>
          <p:cNvSpPr txBox="1"/>
          <p:nvPr/>
        </p:nvSpPr>
        <p:spPr>
          <a:xfrm>
            <a:off x="2708537" y="918241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7A26B3B5-4609-AD14-6E88-25069151DE9A}"/>
              </a:ext>
            </a:extLst>
          </p:cNvPr>
          <p:cNvSpPr txBox="1"/>
          <p:nvPr/>
        </p:nvSpPr>
        <p:spPr>
          <a:xfrm>
            <a:off x="1074067" y="747969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3675884A-97E3-73C8-A1DB-010796F547C7}"/>
              </a:ext>
            </a:extLst>
          </p:cNvPr>
          <p:cNvSpPr txBox="1"/>
          <p:nvPr/>
        </p:nvSpPr>
        <p:spPr>
          <a:xfrm>
            <a:off x="1077287" y="790710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3DD64A71-5982-3F67-20E4-1392D9C3DB79}"/>
              </a:ext>
            </a:extLst>
          </p:cNvPr>
          <p:cNvSpPr txBox="1"/>
          <p:nvPr/>
        </p:nvSpPr>
        <p:spPr>
          <a:xfrm>
            <a:off x="1077287" y="8327511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5B060534-9D9C-7BB5-43CA-C78F0DE09897}"/>
              </a:ext>
            </a:extLst>
          </p:cNvPr>
          <p:cNvSpPr txBox="1"/>
          <p:nvPr/>
        </p:nvSpPr>
        <p:spPr>
          <a:xfrm>
            <a:off x="1077287" y="875924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3FBD1E96-1E03-E82B-7C7A-CA7400EEC0F9}"/>
              </a:ext>
            </a:extLst>
          </p:cNvPr>
          <p:cNvSpPr txBox="1"/>
          <p:nvPr/>
        </p:nvSpPr>
        <p:spPr>
          <a:xfrm>
            <a:off x="1077287" y="918241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B2B9DA2B-AF46-3A33-9929-CC3AAB3FC818}"/>
              </a:ext>
            </a:extLst>
          </p:cNvPr>
          <p:cNvSpPr txBox="1"/>
          <p:nvPr/>
        </p:nvSpPr>
        <p:spPr>
          <a:xfrm>
            <a:off x="4331312" y="7541252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8E5E1A7E-7EB5-5D5E-D44B-E453233DF2DA}"/>
              </a:ext>
            </a:extLst>
          </p:cNvPr>
          <p:cNvSpPr txBox="1"/>
          <p:nvPr/>
        </p:nvSpPr>
        <p:spPr>
          <a:xfrm>
            <a:off x="5870634" y="7440406"/>
            <a:ext cx="62220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W22.S1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W23.S1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W24.S1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7673E26F-8B50-563C-3A5A-7EA5B45C761B}"/>
              </a:ext>
            </a:extLst>
          </p:cNvPr>
          <p:cNvSpPr/>
          <p:nvPr/>
        </p:nvSpPr>
        <p:spPr>
          <a:xfrm>
            <a:off x="4800676" y="7495292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5655D3A3-5663-9436-DF3E-EEEFBD3593B9}"/>
              </a:ext>
            </a:extLst>
          </p:cNvPr>
          <p:cNvSpPr/>
          <p:nvPr/>
        </p:nvSpPr>
        <p:spPr>
          <a:xfrm>
            <a:off x="4800676" y="7920790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2AAFF0C3-947E-091D-BC5B-1426A0A476FA}"/>
              </a:ext>
            </a:extLst>
          </p:cNvPr>
          <p:cNvSpPr/>
          <p:nvPr/>
        </p:nvSpPr>
        <p:spPr>
          <a:xfrm>
            <a:off x="4800675" y="8346288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55BA792B-FFCF-B586-1C42-1A6F32F343C0}"/>
              </a:ext>
            </a:extLst>
          </p:cNvPr>
          <p:cNvSpPr/>
          <p:nvPr/>
        </p:nvSpPr>
        <p:spPr>
          <a:xfrm>
            <a:off x="4800674" y="8771786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C066EFB2-79F0-535D-4E58-9DA3F3D6AE2E}"/>
              </a:ext>
            </a:extLst>
          </p:cNvPr>
          <p:cNvSpPr/>
          <p:nvPr/>
        </p:nvSpPr>
        <p:spPr>
          <a:xfrm>
            <a:off x="4800674" y="9197284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4821EFDC-2A30-1114-63F4-4804F2F266F5}"/>
              </a:ext>
            </a:extLst>
          </p:cNvPr>
          <p:cNvSpPr txBox="1"/>
          <p:nvPr/>
        </p:nvSpPr>
        <p:spPr>
          <a:xfrm>
            <a:off x="4335545" y="7968657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6858A913-009A-1AB0-E3F4-76723AADCE4A}"/>
              </a:ext>
            </a:extLst>
          </p:cNvPr>
          <p:cNvSpPr txBox="1"/>
          <p:nvPr/>
        </p:nvSpPr>
        <p:spPr>
          <a:xfrm>
            <a:off x="4336004" y="8377636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FB7EB238-A662-114B-AFD8-5F0ED8D9F074}"/>
              </a:ext>
            </a:extLst>
          </p:cNvPr>
          <p:cNvSpPr txBox="1"/>
          <p:nvPr/>
        </p:nvSpPr>
        <p:spPr>
          <a:xfrm>
            <a:off x="4336903" y="8816078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DAA4B6EE-838F-FAC4-7D08-D2499D841017}"/>
              </a:ext>
            </a:extLst>
          </p:cNvPr>
          <p:cNvSpPr txBox="1"/>
          <p:nvPr/>
        </p:nvSpPr>
        <p:spPr>
          <a:xfrm>
            <a:off x="4335256" y="9253861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CF8892D4-FF2B-4172-6C29-8D99C4C380C2}"/>
              </a:ext>
            </a:extLst>
          </p:cNvPr>
          <p:cNvSpPr/>
          <p:nvPr/>
        </p:nvSpPr>
        <p:spPr>
          <a:xfrm>
            <a:off x="356339" y="2928852"/>
            <a:ext cx="722557" cy="359243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5346CD05-9DC3-6E7D-0026-F1EB44168CB0}"/>
              </a:ext>
            </a:extLst>
          </p:cNvPr>
          <p:cNvSpPr/>
          <p:nvPr/>
        </p:nvSpPr>
        <p:spPr>
          <a:xfrm>
            <a:off x="356339" y="3354350"/>
            <a:ext cx="72255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2" name="Rectangle 541">
            <a:extLst>
              <a:ext uri="{FF2B5EF4-FFF2-40B4-BE49-F238E27FC236}">
                <a16:creationId xmlns:a16="http://schemas.microsoft.com/office/drawing/2014/main" id="{9FDDA30E-6868-5A01-8F73-7752C8C36A68}"/>
              </a:ext>
            </a:extLst>
          </p:cNvPr>
          <p:cNvSpPr/>
          <p:nvPr/>
        </p:nvSpPr>
        <p:spPr>
          <a:xfrm>
            <a:off x="356338" y="3779848"/>
            <a:ext cx="72255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3" name="Rectangle 542">
            <a:extLst>
              <a:ext uri="{FF2B5EF4-FFF2-40B4-BE49-F238E27FC236}">
                <a16:creationId xmlns:a16="http://schemas.microsoft.com/office/drawing/2014/main" id="{3C440FE3-2523-18D3-E4C8-E9306BE2E3FE}"/>
              </a:ext>
            </a:extLst>
          </p:cNvPr>
          <p:cNvSpPr/>
          <p:nvPr/>
        </p:nvSpPr>
        <p:spPr>
          <a:xfrm>
            <a:off x="356337" y="4205346"/>
            <a:ext cx="72255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4" name="Rectangle 543">
            <a:extLst>
              <a:ext uri="{FF2B5EF4-FFF2-40B4-BE49-F238E27FC236}">
                <a16:creationId xmlns:a16="http://schemas.microsoft.com/office/drawing/2014/main" id="{EEFA6783-4E57-75A6-F4ED-11C029AEDC1C}"/>
              </a:ext>
            </a:extLst>
          </p:cNvPr>
          <p:cNvSpPr/>
          <p:nvPr/>
        </p:nvSpPr>
        <p:spPr>
          <a:xfrm>
            <a:off x="356337" y="4630844"/>
            <a:ext cx="72255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5" name="TextBox 544">
            <a:extLst>
              <a:ext uri="{FF2B5EF4-FFF2-40B4-BE49-F238E27FC236}">
                <a16:creationId xmlns:a16="http://schemas.microsoft.com/office/drawing/2014/main" id="{C6B340D5-402D-5613-C0E1-5530791A7965}"/>
              </a:ext>
            </a:extLst>
          </p:cNvPr>
          <p:cNvSpPr txBox="1"/>
          <p:nvPr/>
        </p:nvSpPr>
        <p:spPr>
          <a:xfrm>
            <a:off x="321413" y="2732730"/>
            <a:ext cx="787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4"/>
                </a:solidFill>
              </a:rPr>
              <a:t>W23</a:t>
            </a:r>
          </a:p>
        </p:txBody>
      </p:sp>
      <p:sp>
        <p:nvSpPr>
          <p:cNvPr id="546" name="TextBox 545">
            <a:extLst>
              <a:ext uri="{FF2B5EF4-FFF2-40B4-BE49-F238E27FC236}">
                <a16:creationId xmlns:a16="http://schemas.microsoft.com/office/drawing/2014/main" id="{DABC3C28-8F56-4CC3-F28E-95233A258EDC}"/>
              </a:ext>
            </a:extLst>
          </p:cNvPr>
          <p:cNvSpPr txBox="1"/>
          <p:nvPr/>
        </p:nvSpPr>
        <p:spPr>
          <a:xfrm>
            <a:off x="1747401" y="2732723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4"/>
                </a:solidFill>
              </a:rPr>
              <a:t>W23.R1</a:t>
            </a: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7D367A97-EF5A-C2BB-5A2B-7E58F53BCDE1}"/>
              </a:ext>
            </a:extLst>
          </p:cNvPr>
          <p:cNvSpPr/>
          <p:nvPr/>
        </p:nvSpPr>
        <p:spPr>
          <a:xfrm>
            <a:off x="1848306" y="2928852"/>
            <a:ext cx="864539" cy="359243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11760054-108C-B8D4-1151-2F400C1970A5}"/>
              </a:ext>
            </a:extLst>
          </p:cNvPr>
          <p:cNvSpPr/>
          <p:nvPr/>
        </p:nvSpPr>
        <p:spPr>
          <a:xfrm>
            <a:off x="1848306" y="3354350"/>
            <a:ext cx="87164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4CBCDB63-121C-6124-572D-8FCC797EA90C}"/>
              </a:ext>
            </a:extLst>
          </p:cNvPr>
          <p:cNvSpPr/>
          <p:nvPr/>
        </p:nvSpPr>
        <p:spPr>
          <a:xfrm>
            <a:off x="1848304" y="3779848"/>
            <a:ext cx="871649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380362B5-AF76-6BE3-D6EC-56D0E1956A51}"/>
              </a:ext>
            </a:extLst>
          </p:cNvPr>
          <p:cNvSpPr/>
          <p:nvPr/>
        </p:nvSpPr>
        <p:spPr>
          <a:xfrm>
            <a:off x="1848304" y="4205346"/>
            <a:ext cx="871650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88F794CE-3D3D-6BF0-F9D1-192F00579809}"/>
              </a:ext>
            </a:extLst>
          </p:cNvPr>
          <p:cNvSpPr/>
          <p:nvPr/>
        </p:nvSpPr>
        <p:spPr>
          <a:xfrm>
            <a:off x="1848304" y="4630844"/>
            <a:ext cx="871650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552" name="Elbow Connector 551">
            <a:extLst>
              <a:ext uri="{FF2B5EF4-FFF2-40B4-BE49-F238E27FC236}">
                <a16:creationId xmlns:a16="http://schemas.microsoft.com/office/drawing/2014/main" id="{638D83E1-3060-9147-8377-ED643B11D08F}"/>
              </a:ext>
            </a:extLst>
          </p:cNvPr>
          <p:cNvCxnSpPr>
            <a:cxnSpLocks/>
            <a:stCxn id="547" idx="1"/>
            <a:endCxn id="548" idx="1"/>
          </p:cNvCxnSpPr>
          <p:nvPr/>
        </p:nvCxnSpPr>
        <p:spPr>
          <a:xfrm rot="10800000" flipV="1">
            <a:off x="1848306" y="3108474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53" name="TextBox 552">
            <a:extLst>
              <a:ext uri="{FF2B5EF4-FFF2-40B4-BE49-F238E27FC236}">
                <a16:creationId xmlns:a16="http://schemas.microsoft.com/office/drawing/2014/main" id="{C7DA5B8E-5DE4-8F81-7ACB-43C254CB85E4}"/>
              </a:ext>
            </a:extLst>
          </p:cNvPr>
          <p:cNvSpPr txBox="1">
            <a:spLocks/>
          </p:cNvSpPr>
          <p:nvPr/>
        </p:nvSpPr>
        <p:spPr>
          <a:xfrm>
            <a:off x="1526581" y="329939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x2</a:t>
            </a:r>
          </a:p>
        </p:txBody>
      </p:sp>
      <p:cxnSp>
        <p:nvCxnSpPr>
          <p:cNvPr id="554" name="Elbow Connector 553">
            <a:extLst>
              <a:ext uri="{FF2B5EF4-FFF2-40B4-BE49-F238E27FC236}">
                <a16:creationId xmlns:a16="http://schemas.microsoft.com/office/drawing/2014/main" id="{13C473CB-53E0-9E33-CD01-BC2BBF085E92}"/>
              </a:ext>
            </a:extLst>
          </p:cNvPr>
          <p:cNvCxnSpPr>
            <a:cxnSpLocks/>
            <a:endCxn id="549" idx="1"/>
          </p:cNvCxnSpPr>
          <p:nvPr/>
        </p:nvCxnSpPr>
        <p:spPr>
          <a:xfrm rot="16200000" flipH="1">
            <a:off x="1241143" y="3352309"/>
            <a:ext cx="850996" cy="363326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55" name="Elbow Connector 554">
            <a:extLst>
              <a:ext uri="{FF2B5EF4-FFF2-40B4-BE49-F238E27FC236}">
                <a16:creationId xmlns:a16="http://schemas.microsoft.com/office/drawing/2014/main" id="{F045EFBE-06E8-29F8-F0E0-FEA925702644}"/>
              </a:ext>
            </a:extLst>
          </p:cNvPr>
          <p:cNvCxnSpPr>
            <a:cxnSpLocks/>
            <a:endCxn id="550" idx="1"/>
          </p:cNvCxnSpPr>
          <p:nvPr/>
        </p:nvCxnSpPr>
        <p:spPr>
          <a:xfrm rot="16200000" flipH="1">
            <a:off x="991122" y="3527786"/>
            <a:ext cx="1276498" cy="437866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56" name="Elbow Connector 555">
            <a:extLst>
              <a:ext uri="{FF2B5EF4-FFF2-40B4-BE49-F238E27FC236}">
                <a16:creationId xmlns:a16="http://schemas.microsoft.com/office/drawing/2014/main" id="{BBE1F8CA-FBB7-AE55-CF8A-3983450E84F4}"/>
              </a:ext>
            </a:extLst>
          </p:cNvPr>
          <p:cNvCxnSpPr>
            <a:cxnSpLocks/>
            <a:endCxn id="551" idx="1"/>
          </p:cNvCxnSpPr>
          <p:nvPr/>
        </p:nvCxnSpPr>
        <p:spPr>
          <a:xfrm rot="16200000" flipH="1">
            <a:off x="742847" y="3705009"/>
            <a:ext cx="1701996" cy="508918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57" name="TextBox 556">
            <a:extLst>
              <a:ext uri="{FF2B5EF4-FFF2-40B4-BE49-F238E27FC236}">
                <a16:creationId xmlns:a16="http://schemas.microsoft.com/office/drawing/2014/main" id="{6C899E6C-56DD-705B-FA99-08A2C34B32B9}"/>
              </a:ext>
            </a:extLst>
          </p:cNvPr>
          <p:cNvSpPr txBox="1"/>
          <p:nvPr/>
        </p:nvSpPr>
        <p:spPr>
          <a:xfrm>
            <a:off x="1511791" y="3732850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x3</a:t>
            </a:r>
          </a:p>
        </p:txBody>
      </p:sp>
      <p:sp>
        <p:nvSpPr>
          <p:cNvPr id="558" name="TextBox 557">
            <a:extLst>
              <a:ext uri="{FF2B5EF4-FFF2-40B4-BE49-F238E27FC236}">
                <a16:creationId xmlns:a16="http://schemas.microsoft.com/office/drawing/2014/main" id="{887D3050-16A9-ADE5-5EBE-BDDA44A256BE}"/>
              </a:ext>
            </a:extLst>
          </p:cNvPr>
          <p:cNvSpPr txBox="1"/>
          <p:nvPr/>
        </p:nvSpPr>
        <p:spPr>
          <a:xfrm>
            <a:off x="1511790" y="4157029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x4</a:t>
            </a:r>
          </a:p>
        </p:txBody>
      </p:sp>
      <p:sp>
        <p:nvSpPr>
          <p:cNvPr id="559" name="TextBox 558">
            <a:extLst>
              <a:ext uri="{FF2B5EF4-FFF2-40B4-BE49-F238E27FC236}">
                <a16:creationId xmlns:a16="http://schemas.microsoft.com/office/drawing/2014/main" id="{CF803C55-F7DA-A66C-317A-4739DF2CC187}"/>
              </a:ext>
            </a:extLst>
          </p:cNvPr>
          <p:cNvSpPr txBox="1"/>
          <p:nvPr/>
        </p:nvSpPr>
        <p:spPr>
          <a:xfrm>
            <a:off x="1497003" y="4582156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x5</a:t>
            </a:r>
          </a:p>
        </p:txBody>
      </p:sp>
      <p:cxnSp>
        <p:nvCxnSpPr>
          <p:cNvPr id="560" name="Straight Connector 559">
            <a:extLst>
              <a:ext uri="{FF2B5EF4-FFF2-40B4-BE49-F238E27FC236}">
                <a16:creationId xmlns:a16="http://schemas.microsoft.com/office/drawing/2014/main" id="{4C7D39AF-BEC2-673E-0CC7-0B0913B1C88D}"/>
              </a:ext>
            </a:extLst>
          </p:cNvPr>
          <p:cNvCxnSpPr>
            <a:cxnSpLocks/>
          </p:cNvCxnSpPr>
          <p:nvPr/>
        </p:nvCxnSpPr>
        <p:spPr>
          <a:xfrm>
            <a:off x="1330006" y="3108469"/>
            <a:ext cx="254357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61" name="TextBox 560">
            <a:extLst>
              <a:ext uri="{FF2B5EF4-FFF2-40B4-BE49-F238E27FC236}">
                <a16:creationId xmlns:a16="http://schemas.microsoft.com/office/drawing/2014/main" id="{D0A5B062-1F48-674C-4544-C98AA0E82293}"/>
              </a:ext>
            </a:extLst>
          </p:cNvPr>
          <p:cNvSpPr txBox="1"/>
          <p:nvPr/>
        </p:nvSpPr>
        <p:spPr>
          <a:xfrm>
            <a:off x="2705315" y="2923803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62" name="TextBox 561">
            <a:extLst>
              <a:ext uri="{FF2B5EF4-FFF2-40B4-BE49-F238E27FC236}">
                <a16:creationId xmlns:a16="http://schemas.microsoft.com/office/drawing/2014/main" id="{2390306B-65B8-D54C-18AA-877BD1EE2DCD}"/>
              </a:ext>
            </a:extLst>
          </p:cNvPr>
          <p:cNvSpPr txBox="1"/>
          <p:nvPr/>
        </p:nvSpPr>
        <p:spPr>
          <a:xfrm>
            <a:off x="3391631" y="2732721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4"/>
                </a:solidFill>
              </a:rPr>
              <a:t>W23.R2</a:t>
            </a:r>
          </a:p>
        </p:txBody>
      </p:sp>
      <p:sp>
        <p:nvSpPr>
          <p:cNvPr id="563" name="Rectangle 562">
            <a:extLst>
              <a:ext uri="{FF2B5EF4-FFF2-40B4-BE49-F238E27FC236}">
                <a16:creationId xmlns:a16="http://schemas.microsoft.com/office/drawing/2014/main" id="{869E1654-DBB9-8690-9FCA-6352EC858F9F}"/>
              </a:ext>
            </a:extLst>
          </p:cNvPr>
          <p:cNvSpPr/>
          <p:nvPr/>
        </p:nvSpPr>
        <p:spPr>
          <a:xfrm>
            <a:off x="3481299" y="2935109"/>
            <a:ext cx="864539" cy="359243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4" name="Rectangle 563">
            <a:extLst>
              <a:ext uri="{FF2B5EF4-FFF2-40B4-BE49-F238E27FC236}">
                <a16:creationId xmlns:a16="http://schemas.microsoft.com/office/drawing/2014/main" id="{BD60CAD3-CA76-95D2-2DDF-E1252CA644A8}"/>
              </a:ext>
            </a:extLst>
          </p:cNvPr>
          <p:cNvSpPr/>
          <p:nvPr/>
        </p:nvSpPr>
        <p:spPr>
          <a:xfrm>
            <a:off x="3481299" y="3360607"/>
            <a:ext cx="87164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5" name="Rectangle 564">
            <a:extLst>
              <a:ext uri="{FF2B5EF4-FFF2-40B4-BE49-F238E27FC236}">
                <a16:creationId xmlns:a16="http://schemas.microsoft.com/office/drawing/2014/main" id="{E91179D2-0393-8E26-4CFF-843DDC5589BB}"/>
              </a:ext>
            </a:extLst>
          </p:cNvPr>
          <p:cNvSpPr/>
          <p:nvPr/>
        </p:nvSpPr>
        <p:spPr>
          <a:xfrm>
            <a:off x="3481297" y="3786105"/>
            <a:ext cx="871649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6" name="Rectangle 565">
            <a:extLst>
              <a:ext uri="{FF2B5EF4-FFF2-40B4-BE49-F238E27FC236}">
                <a16:creationId xmlns:a16="http://schemas.microsoft.com/office/drawing/2014/main" id="{1B21B7FF-0FD2-0D76-5835-A9E65FE6C7B4}"/>
              </a:ext>
            </a:extLst>
          </p:cNvPr>
          <p:cNvSpPr/>
          <p:nvPr/>
        </p:nvSpPr>
        <p:spPr>
          <a:xfrm>
            <a:off x="3481297" y="4211603"/>
            <a:ext cx="871650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7" name="Rectangle 566">
            <a:extLst>
              <a:ext uri="{FF2B5EF4-FFF2-40B4-BE49-F238E27FC236}">
                <a16:creationId xmlns:a16="http://schemas.microsoft.com/office/drawing/2014/main" id="{92FD25DA-C9CF-AB4F-5684-279E88215DB3}"/>
              </a:ext>
            </a:extLst>
          </p:cNvPr>
          <p:cNvSpPr/>
          <p:nvPr/>
        </p:nvSpPr>
        <p:spPr>
          <a:xfrm>
            <a:off x="3481297" y="4637101"/>
            <a:ext cx="871650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568" name="Elbow Connector 567">
            <a:extLst>
              <a:ext uri="{FF2B5EF4-FFF2-40B4-BE49-F238E27FC236}">
                <a16:creationId xmlns:a16="http://schemas.microsoft.com/office/drawing/2014/main" id="{07B3985A-1403-72C8-01FF-85746E389FB6}"/>
              </a:ext>
            </a:extLst>
          </p:cNvPr>
          <p:cNvCxnSpPr>
            <a:cxnSpLocks/>
            <a:stCxn id="563" idx="1"/>
            <a:endCxn id="564" idx="1"/>
          </p:cNvCxnSpPr>
          <p:nvPr/>
        </p:nvCxnSpPr>
        <p:spPr>
          <a:xfrm rot="10800000" flipV="1">
            <a:off x="3481299" y="3114731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52F98FD6-116A-770D-05FC-E266108D6CFD}"/>
              </a:ext>
            </a:extLst>
          </p:cNvPr>
          <p:cNvSpPr txBox="1">
            <a:spLocks/>
          </p:cNvSpPr>
          <p:nvPr/>
        </p:nvSpPr>
        <p:spPr>
          <a:xfrm>
            <a:off x="3159574" y="3305654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x4</a:t>
            </a:r>
          </a:p>
        </p:txBody>
      </p:sp>
      <p:cxnSp>
        <p:nvCxnSpPr>
          <p:cNvPr id="570" name="Elbow Connector 569">
            <a:extLst>
              <a:ext uri="{FF2B5EF4-FFF2-40B4-BE49-F238E27FC236}">
                <a16:creationId xmlns:a16="http://schemas.microsoft.com/office/drawing/2014/main" id="{02D04763-2E80-5A15-2096-F34DE8004968}"/>
              </a:ext>
            </a:extLst>
          </p:cNvPr>
          <p:cNvCxnSpPr>
            <a:cxnSpLocks/>
            <a:endCxn id="565" idx="1"/>
          </p:cNvCxnSpPr>
          <p:nvPr/>
        </p:nvCxnSpPr>
        <p:spPr>
          <a:xfrm rot="16200000" flipH="1">
            <a:off x="2874136" y="3358566"/>
            <a:ext cx="850996" cy="363326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71" name="Elbow Connector 570">
            <a:extLst>
              <a:ext uri="{FF2B5EF4-FFF2-40B4-BE49-F238E27FC236}">
                <a16:creationId xmlns:a16="http://schemas.microsoft.com/office/drawing/2014/main" id="{4327DAE3-B0C6-DE7A-90C4-0F738D9CA430}"/>
              </a:ext>
            </a:extLst>
          </p:cNvPr>
          <p:cNvCxnSpPr>
            <a:cxnSpLocks/>
            <a:endCxn id="566" idx="1"/>
          </p:cNvCxnSpPr>
          <p:nvPr/>
        </p:nvCxnSpPr>
        <p:spPr>
          <a:xfrm rot="16200000" flipH="1">
            <a:off x="2624115" y="3534043"/>
            <a:ext cx="1276498" cy="437866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72" name="Elbow Connector 571">
            <a:extLst>
              <a:ext uri="{FF2B5EF4-FFF2-40B4-BE49-F238E27FC236}">
                <a16:creationId xmlns:a16="http://schemas.microsoft.com/office/drawing/2014/main" id="{80E80D34-9E06-6EF1-0605-E4F6B22E659C}"/>
              </a:ext>
            </a:extLst>
          </p:cNvPr>
          <p:cNvCxnSpPr>
            <a:cxnSpLocks/>
            <a:endCxn id="567" idx="1"/>
          </p:cNvCxnSpPr>
          <p:nvPr/>
        </p:nvCxnSpPr>
        <p:spPr>
          <a:xfrm rot="16200000" flipH="1">
            <a:off x="2375840" y="3711266"/>
            <a:ext cx="1701996" cy="508918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73" name="TextBox 572">
            <a:extLst>
              <a:ext uri="{FF2B5EF4-FFF2-40B4-BE49-F238E27FC236}">
                <a16:creationId xmlns:a16="http://schemas.microsoft.com/office/drawing/2014/main" id="{A2AA4972-0DB3-897F-C4BC-073F0CAB8DE2}"/>
              </a:ext>
            </a:extLst>
          </p:cNvPr>
          <p:cNvSpPr txBox="1"/>
          <p:nvPr/>
        </p:nvSpPr>
        <p:spPr>
          <a:xfrm>
            <a:off x="3144784" y="373910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x9</a:t>
            </a:r>
          </a:p>
        </p:txBody>
      </p:sp>
      <p:sp>
        <p:nvSpPr>
          <p:cNvPr id="574" name="TextBox 573">
            <a:extLst>
              <a:ext uri="{FF2B5EF4-FFF2-40B4-BE49-F238E27FC236}">
                <a16:creationId xmlns:a16="http://schemas.microsoft.com/office/drawing/2014/main" id="{F2619C66-DF6E-5491-4F37-9C955CFE9268}"/>
              </a:ext>
            </a:extLst>
          </p:cNvPr>
          <p:cNvSpPr txBox="1"/>
          <p:nvPr/>
        </p:nvSpPr>
        <p:spPr>
          <a:xfrm>
            <a:off x="3110318" y="4163286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x16</a:t>
            </a:r>
          </a:p>
        </p:txBody>
      </p:sp>
      <p:sp>
        <p:nvSpPr>
          <p:cNvPr id="575" name="TextBox 574">
            <a:extLst>
              <a:ext uri="{FF2B5EF4-FFF2-40B4-BE49-F238E27FC236}">
                <a16:creationId xmlns:a16="http://schemas.microsoft.com/office/drawing/2014/main" id="{5E8B4EAB-E9FA-4F9E-DFAD-CF94D6ED4BD1}"/>
              </a:ext>
            </a:extLst>
          </p:cNvPr>
          <p:cNvSpPr txBox="1"/>
          <p:nvPr/>
        </p:nvSpPr>
        <p:spPr>
          <a:xfrm>
            <a:off x="3095531" y="4588413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x25</a:t>
            </a:r>
          </a:p>
        </p:txBody>
      </p:sp>
      <p:cxnSp>
        <p:nvCxnSpPr>
          <p:cNvPr id="576" name="Straight Connector 575">
            <a:extLst>
              <a:ext uri="{FF2B5EF4-FFF2-40B4-BE49-F238E27FC236}">
                <a16:creationId xmlns:a16="http://schemas.microsoft.com/office/drawing/2014/main" id="{24FBB3D6-45C2-FA9E-0C7E-5419B73BB658}"/>
              </a:ext>
            </a:extLst>
          </p:cNvPr>
          <p:cNvCxnSpPr>
            <a:cxnSpLocks/>
          </p:cNvCxnSpPr>
          <p:nvPr/>
        </p:nvCxnSpPr>
        <p:spPr>
          <a:xfrm>
            <a:off x="2962999" y="3114726"/>
            <a:ext cx="254357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77" name="TextBox 576">
            <a:extLst>
              <a:ext uri="{FF2B5EF4-FFF2-40B4-BE49-F238E27FC236}">
                <a16:creationId xmlns:a16="http://schemas.microsoft.com/office/drawing/2014/main" id="{69441A86-E021-A790-333A-F15930DC6163}"/>
              </a:ext>
            </a:extLst>
          </p:cNvPr>
          <p:cNvSpPr txBox="1"/>
          <p:nvPr/>
        </p:nvSpPr>
        <p:spPr>
          <a:xfrm>
            <a:off x="2708535" y="335120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78" name="TextBox 577">
            <a:extLst>
              <a:ext uri="{FF2B5EF4-FFF2-40B4-BE49-F238E27FC236}">
                <a16:creationId xmlns:a16="http://schemas.microsoft.com/office/drawing/2014/main" id="{97EE85B6-419C-D761-DEAE-E8B2E304236B}"/>
              </a:ext>
            </a:extLst>
          </p:cNvPr>
          <p:cNvSpPr txBox="1"/>
          <p:nvPr/>
        </p:nvSpPr>
        <p:spPr>
          <a:xfrm>
            <a:off x="2708535" y="377161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79" name="TextBox 578">
            <a:extLst>
              <a:ext uri="{FF2B5EF4-FFF2-40B4-BE49-F238E27FC236}">
                <a16:creationId xmlns:a16="http://schemas.microsoft.com/office/drawing/2014/main" id="{68F91933-3E48-80DF-6689-04DAF482FDF2}"/>
              </a:ext>
            </a:extLst>
          </p:cNvPr>
          <p:cNvSpPr txBox="1"/>
          <p:nvPr/>
        </p:nvSpPr>
        <p:spPr>
          <a:xfrm>
            <a:off x="2708535" y="420335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0" name="TextBox 579">
            <a:extLst>
              <a:ext uri="{FF2B5EF4-FFF2-40B4-BE49-F238E27FC236}">
                <a16:creationId xmlns:a16="http://schemas.microsoft.com/office/drawing/2014/main" id="{66383992-44FF-4336-FEE5-DBC8AC5955D9}"/>
              </a:ext>
            </a:extLst>
          </p:cNvPr>
          <p:cNvSpPr txBox="1"/>
          <p:nvPr/>
        </p:nvSpPr>
        <p:spPr>
          <a:xfrm>
            <a:off x="2708535" y="462651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1" name="TextBox 580">
            <a:extLst>
              <a:ext uri="{FF2B5EF4-FFF2-40B4-BE49-F238E27FC236}">
                <a16:creationId xmlns:a16="http://schemas.microsoft.com/office/drawing/2014/main" id="{8AA0ADA9-D847-EB09-977E-AB9B19C4DC90}"/>
              </a:ext>
            </a:extLst>
          </p:cNvPr>
          <p:cNvSpPr txBox="1"/>
          <p:nvPr/>
        </p:nvSpPr>
        <p:spPr>
          <a:xfrm>
            <a:off x="1074065" y="2923803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2" name="TextBox 581">
            <a:extLst>
              <a:ext uri="{FF2B5EF4-FFF2-40B4-BE49-F238E27FC236}">
                <a16:creationId xmlns:a16="http://schemas.microsoft.com/office/drawing/2014/main" id="{19D85DB5-EF65-BFBF-2834-F554E4318DC6}"/>
              </a:ext>
            </a:extLst>
          </p:cNvPr>
          <p:cNvSpPr txBox="1"/>
          <p:nvPr/>
        </p:nvSpPr>
        <p:spPr>
          <a:xfrm>
            <a:off x="1077285" y="335120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3" name="TextBox 582">
            <a:extLst>
              <a:ext uri="{FF2B5EF4-FFF2-40B4-BE49-F238E27FC236}">
                <a16:creationId xmlns:a16="http://schemas.microsoft.com/office/drawing/2014/main" id="{934F0D38-3F7D-F6EB-4A20-B34F66AA6AEF}"/>
              </a:ext>
            </a:extLst>
          </p:cNvPr>
          <p:cNvSpPr txBox="1"/>
          <p:nvPr/>
        </p:nvSpPr>
        <p:spPr>
          <a:xfrm>
            <a:off x="1077285" y="377161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4" name="TextBox 583">
            <a:extLst>
              <a:ext uri="{FF2B5EF4-FFF2-40B4-BE49-F238E27FC236}">
                <a16:creationId xmlns:a16="http://schemas.microsoft.com/office/drawing/2014/main" id="{B3D6EB12-E206-D7A3-DFA3-4BA029AD9D53}"/>
              </a:ext>
            </a:extLst>
          </p:cNvPr>
          <p:cNvSpPr txBox="1"/>
          <p:nvPr/>
        </p:nvSpPr>
        <p:spPr>
          <a:xfrm>
            <a:off x="1077285" y="420335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5" name="TextBox 584">
            <a:extLst>
              <a:ext uri="{FF2B5EF4-FFF2-40B4-BE49-F238E27FC236}">
                <a16:creationId xmlns:a16="http://schemas.microsoft.com/office/drawing/2014/main" id="{EFA40991-BCEE-6EC4-A694-0AF109FD7EED}"/>
              </a:ext>
            </a:extLst>
          </p:cNvPr>
          <p:cNvSpPr txBox="1"/>
          <p:nvPr/>
        </p:nvSpPr>
        <p:spPr>
          <a:xfrm>
            <a:off x="1077285" y="462651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6" name="TextBox 585">
            <a:extLst>
              <a:ext uri="{FF2B5EF4-FFF2-40B4-BE49-F238E27FC236}">
                <a16:creationId xmlns:a16="http://schemas.microsoft.com/office/drawing/2014/main" id="{E5A4120C-2A53-F059-F897-D26D612F8216}"/>
              </a:ext>
            </a:extLst>
          </p:cNvPr>
          <p:cNvSpPr txBox="1"/>
          <p:nvPr/>
        </p:nvSpPr>
        <p:spPr>
          <a:xfrm>
            <a:off x="4331310" y="2985358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87" name="TextBox 586">
            <a:extLst>
              <a:ext uri="{FF2B5EF4-FFF2-40B4-BE49-F238E27FC236}">
                <a16:creationId xmlns:a16="http://schemas.microsoft.com/office/drawing/2014/main" id="{0CF5ADE8-F820-8737-F3D4-BAD7A6A77359}"/>
              </a:ext>
            </a:extLst>
          </p:cNvPr>
          <p:cNvSpPr txBox="1"/>
          <p:nvPr/>
        </p:nvSpPr>
        <p:spPr>
          <a:xfrm>
            <a:off x="5497200" y="2995187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W23.S1</a:t>
            </a:r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ECB92905-12B8-94E9-5C08-009E8DA20067}"/>
              </a:ext>
            </a:extLst>
          </p:cNvPr>
          <p:cNvSpPr/>
          <p:nvPr/>
        </p:nvSpPr>
        <p:spPr>
          <a:xfrm>
            <a:off x="4800674" y="2939398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241D70A0-6AF3-89CB-92EE-B0924D29887E}"/>
              </a:ext>
            </a:extLst>
          </p:cNvPr>
          <p:cNvSpPr/>
          <p:nvPr/>
        </p:nvSpPr>
        <p:spPr>
          <a:xfrm>
            <a:off x="4800674" y="3364896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9E5DF7DA-6D30-8B4A-A685-0C4107DC2734}"/>
              </a:ext>
            </a:extLst>
          </p:cNvPr>
          <p:cNvSpPr/>
          <p:nvPr/>
        </p:nvSpPr>
        <p:spPr>
          <a:xfrm>
            <a:off x="4800673" y="3790394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6B1F6E26-5814-3690-728A-07F1FF94801A}"/>
              </a:ext>
            </a:extLst>
          </p:cNvPr>
          <p:cNvSpPr/>
          <p:nvPr/>
        </p:nvSpPr>
        <p:spPr>
          <a:xfrm>
            <a:off x="4800672" y="4215892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02242A0F-CEEC-54F6-04D7-7CC6210B1AA6}"/>
              </a:ext>
            </a:extLst>
          </p:cNvPr>
          <p:cNvSpPr/>
          <p:nvPr/>
        </p:nvSpPr>
        <p:spPr>
          <a:xfrm>
            <a:off x="4800672" y="4641390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3" name="TextBox 592">
            <a:extLst>
              <a:ext uri="{FF2B5EF4-FFF2-40B4-BE49-F238E27FC236}">
                <a16:creationId xmlns:a16="http://schemas.microsoft.com/office/drawing/2014/main" id="{702321B3-44F7-94E8-39BC-1E153858983E}"/>
              </a:ext>
            </a:extLst>
          </p:cNvPr>
          <p:cNvSpPr txBox="1"/>
          <p:nvPr/>
        </p:nvSpPr>
        <p:spPr>
          <a:xfrm>
            <a:off x="4335543" y="3412763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94" name="TextBox 593">
            <a:extLst>
              <a:ext uri="{FF2B5EF4-FFF2-40B4-BE49-F238E27FC236}">
                <a16:creationId xmlns:a16="http://schemas.microsoft.com/office/drawing/2014/main" id="{3C22B5A5-2180-B773-64E2-42829D8A51DC}"/>
              </a:ext>
            </a:extLst>
          </p:cNvPr>
          <p:cNvSpPr txBox="1"/>
          <p:nvPr/>
        </p:nvSpPr>
        <p:spPr>
          <a:xfrm>
            <a:off x="4336002" y="3821742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95" name="TextBox 594">
            <a:extLst>
              <a:ext uri="{FF2B5EF4-FFF2-40B4-BE49-F238E27FC236}">
                <a16:creationId xmlns:a16="http://schemas.microsoft.com/office/drawing/2014/main" id="{D558FF26-6785-535D-5B71-ADEF4422D216}"/>
              </a:ext>
            </a:extLst>
          </p:cNvPr>
          <p:cNvSpPr txBox="1"/>
          <p:nvPr/>
        </p:nvSpPr>
        <p:spPr>
          <a:xfrm>
            <a:off x="4336901" y="4260184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96" name="TextBox 595">
            <a:extLst>
              <a:ext uri="{FF2B5EF4-FFF2-40B4-BE49-F238E27FC236}">
                <a16:creationId xmlns:a16="http://schemas.microsoft.com/office/drawing/2014/main" id="{07B5481D-1CCA-D013-3D7A-BC593D57CD89}"/>
              </a:ext>
            </a:extLst>
          </p:cNvPr>
          <p:cNvSpPr txBox="1"/>
          <p:nvPr/>
        </p:nvSpPr>
        <p:spPr>
          <a:xfrm>
            <a:off x="4335254" y="4697967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97" name="TextBox 596">
            <a:extLst>
              <a:ext uri="{FF2B5EF4-FFF2-40B4-BE49-F238E27FC236}">
                <a16:creationId xmlns:a16="http://schemas.microsoft.com/office/drawing/2014/main" id="{392A94E3-596F-C917-B47A-37883CEF1E03}"/>
              </a:ext>
            </a:extLst>
          </p:cNvPr>
          <p:cNvSpPr txBox="1"/>
          <p:nvPr/>
        </p:nvSpPr>
        <p:spPr>
          <a:xfrm>
            <a:off x="5497200" y="3421665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W23.S2</a:t>
            </a:r>
          </a:p>
        </p:txBody>
      </p:sp>
      <p:sp>
        <p:nvSpPr>
          <p:cNvPr id="598" name="TextBox 597">
            <a:extLst>
              <a:ext uri="{FF2B5EF4-FFF2-40B4-BE49-F238E27FC236}">
                <a16:creationId xmlns:a16="http://schemas.microsoft.com/office/drawing/2014/main" id="{8072670E-58B9-0C5B-5540-59980A22E92C}"/>
              </a:ext>
            </a:extLst>
          </p:cNvPr>
          <p:cNvSpPr txBox="1"/>
          <p:nvPr/>
        </p:nvSpPr>
        <p:spPr>
          <a:xfrm>
            <a:off x="5497200" y="3848294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W23.S3</a:t>
            </a: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CEC152B6-5618-D4F0-BCA9-DF0A713C6291}"/>
              </a:ext>
            </a:extLst>
          </p:cNvPr>
          <p:cNvSpPr txBox="1"/>
          <p:nvPr/>
        </p:nvSpPr>
        <p:spPr>
          <a:xfrm>
            <a:off x="5497200" y="4274772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W23.S4</a:t>
            </a:r>
          </a:p>
        </p:txBody>
      </p:sp>
      <p:sp>
        <p:nvSpPr>
          <p:cNvPr id="600" name="TextBox 599">
            <a:extLst>
              <a:ext uri="{FF2B5EF4-FFF2-40B4-BE49-F238E27FC236}">
                <a16:creationId xmlns:a16="http://schemas.microsoft.com/office/drawing/2014/main" id="{464D2D80-D317-8423-ABBF-13FE4BAB07DA}"/>
              </a:ext>
            </a:extLst>
          </p:cNvPr>
          <p:cNvSpPr txBox="1"/>
          <p:nvPr/>
        </p:nvSpPr>
        <p:spPr>
          <a:xfrm>
            <a:off x="5497200" y="4695820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W23.S5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601" name="Rectangle 600">
            <a:extLst>
              <a:ext uri="{FF2B5EF4-FFF2-40B4-BE49-F238E27FC236}">
                <a16:creationId xmlns:a16="http://schemas.microsoft.com/office/drawing/2014/main" id="{D192EC95-590F-AB90-002E-2883741C1361}"/>
              </a:ext>
            </a:extLst>
          </p:cNvPr>
          <p:cNvSpPr/>
          <p:nvPr/>
        </p:nvSpPr>
        <p:spPr>
          <a:xfrm>
            <a:off x="360077" y="5200822"/>
            <a:ext cx="722557" cy="359243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2" name="Rectangle 601">
            <a:extLst>
              <a:ext uri="{FF2B5EF4-FFF2-40B4-BE49-F238E27FC236}">
                <a16:creationId xmlns:a16="http://schemas.microsoft.com/office/drawing/2014/main" id="{8AA9211F-51D2-9840-F68F-C81EA3D60AB2}"/>
              </a:ext>
            </a:extLst>
          </p:cNvPr>
          <p:cNvSpPr/>
          <p:nvPr/>
        </p:nvSpPr>
        <p:spPr>
          <a:xfrm>
            <a:off x="360077" y="5626320"/>
            <a:ext cx="72255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3" name="Rectangle 602">
            <a:extLst>
              <a:ext uri="{FF2B5EF4-FFF2-40B4-BE49-F238E27FC236}">
                <a16:creationId xmlns:a16="http://schemas.microsoft.com/office/drawing/2014/main" id="{18156187-9EB1-EE62-D3F1-E207BC6B9434}"/>
              </a:ext>
            </a:extLst>
          </p:cNvPr>
          <p:cNvSpPr/>
          <p:nvPr/>
        </p:nvSpPr>
        <p:spPr>
          <a:xfrm>
            <a:off x="360076" y="6051818"/>
            <a:ext cx="72255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4" name="Rectangle 603">
            <a:extLst>
              <a:ext uri="{FF2B5EF4-FFF2-40B4-BE49-F238E27FC236}">
                <a16:creationId xmlns:a16="http://schemas.microsoft.com/office/drawing/2014/main" id="{6AF01ABC-E792-328F-EB97-6B02254CB3E8}"/>
              </a:ext>
            </a:extLst>
          </p:cNvPr>
          <p:cNvSpPr/>
          <p:nvPr/>
        </p:nvSpPr>
        <p:spPr>
          <a:xfrm>
            <a:off x="360075" y="6477316"/>
            <a:ext cx="72255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5" name="Rectangle 604">
            <a:extLst>
              <a:ext uri="{FF2B5EF4-FFF2-40B4-BE49-F238E27FC236}">
                <a16:creationId xmlns:a16="http://schemas.microsoft.com/office/drawing/2014/main" id="{190367A3-A931-7839-CA5D-CA0B364B01D7}"/>
              </a:ext>
            </a:extLst>
          </p:cNvPr>
          <p:cNvSpPr/>
          <p:nvPr/>
        </p:nvSpPr>
        <p:spPr>
          <a:xfrm>
            <a:off x="360075" y="6902814"/>
            <a:ext cx="72255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6" name="TextBox 605">
            <a:extLst>
              <a:ext uri="{FF2B5EF4-FFF2-40B4-BE49-F238E27FC236}">
                <a16:creationId xmlns:a16="http://schemas.microsoft.com/office/drawing/2014/main" id="{86B34B25-86C7-C3C2-0AFD-57C197E6EE3D}"/>
              </a:ext>
            </a:extLst>
          </p:cNvPr>
          <p:cNvSpPr txBox="1"/>
          <p:nvPr/>
        </p:nvSpPr>
        <p:spPr>
          <a:xfrm>
            <a:off x="325151" y="5004700"/>
            <a:ext cx="787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6"/>
                </a:solidFill>
              </a:rPr>
              <a:t>W24</a:t>
            </a:r>
          </a:p>
        </p:txBody>
      </p:sp>
      <p:sp>
        <p:nvSpPr>
          <p:cNvPr id="607" name="TextBox 606">
            <a:extLst>
              <a:ext uri="{FF2B5EF4-FFF2-40B4-BE49-F238E27FC236}">
                <a16:creationId xmlns:a16="http://schemas.microsoft.com/office/drawing/2014/main" id="{75B908F0-E614-8511-8932-07874A685B4F}"/>
              </a:ext>
            </a:extLst>
          </p:cNvPr>
          <p:cNvSpPr txBox="1"/>
          <p:nvPr/>
        </p:nvSpPr>
        <p:spPr>
          <a:xfrm>
            <a:off x="1751138" y="5004693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6"/>
                </a:solidFill>
              </a:rPr>
              <a:t>W24.R1</a:t>
            </a:r>
          </a:p>
        </p:txBody>
      </p:sp>
      <p:sp>
        <p:nvSpPr>
          <p:cNvPr id="608" name="Rectangle 607">
            <a:extLst>
              <a:ext uri="{FF2B5EF4-FFF2-40B4-BE49-F238E27FC236}">
                <a16:creationId xmlns:a16="http://schemas.microsoft.com/office/drawing/2014/main" id="{4F4E6C9E-5BA3-C42E-8496-355DF6749A4C}"/>
              </a:ext>
            </a:extLst>
          </p:cNvPr>
          <p:cNvSpPr/>
          <p:nvPr/>
        </p:nvSpPr>
        <p:spPr>
          <a:xfrm>
            <a:off x="1852044" y="5200822"/>
            <a:ext cx="864539" cy="359243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9" name="Rectangle 608">
            <a:extLst>
              <a:ext uri="{FF2B5EF4-FFF2-40B4-BE49-F238E27FC236}">
                <a16:creationId xmlns:a16="http://schemas.microsoft.com/office/drawing/2014/main" id="{A4997FBF-3DF0-2B20-AED0-D0866192F6A5}"/>
              </a:ext>
            </a:extLst>
          </p:cNvPr>
          <p:cNvSpPr/>
          <p:nvPr/>
        </p:nvSpPr>
        <p:spPr>
          <a:xfrm>
            <a:off x="1852044" y="5626320"/>
            <a:ext cx="87164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10" name="Rectangle 609">
            <a:extLst>
              <a:ext uri="{FF2B5EF4-FFF2-40B4-BE49-F238E27FC236}">
                <a16:creationId xmlns:a16="http://schemas.microsoft.com/office/drawing/2014/main" id="{18CD440C-E2A5-C976-FEAC-18527D2A32A1}"/>
              </a:ext>
            </a:extLst>
          </p:cNvPr>
          <p:cNvSpPr/>
          <p:nvPr/>
        </p:nvSpPr>
        <p:spPr>
          <a:xfrm>
            <a:off x="1852042" y="6051818"/>
            <a:ext cx="871649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31C2AC9B-4B03-A9B3-A3ED-BA298BA58673}"/>
              </a:ext>
            </a:extLst>
          </p:cNvPr>
          <p:cNvSpPr/>
          <p:nvPr/>
        </p:nvSpPr>
        <p:spPr>
          <a:xfrm>
            <a:off x="1852042" y="6477316"/>
            <a:ext cx="871650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12" name="Rectangle 611">
            <a:extLst>
              <a:ext uri="{FF2B5EF4-FFF2-40B4-BE49-F238E27FC236}">
                <a16:creationId xmlns:a16="http://schemas.microsoft.com/office/drawing/2014/main" id="{64212FCA-1C04-9941-7ECC-5DCE14B2D449}"/>
              </a:ext>
            </a:extLst>
          </p:cNvPr>
          <p:cNvSpPr/>
          <p:nvPr/>
        </p:nvSpPr>
        <p:spPr>
          <a:xfrm>
            <a:off x="1852042" y="6902814"/>
            <a:ext cx="871650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613" name="Elbow Connector 612">
            <a:extLst>
              <a:ext uri="{FF2B5EF4-FFF2-40B4-BE49-F238E27FC236}">
                <a16:creationId xmlns:a16="http://schemas.microsoft.com/office/drawing/2014/main" id="{38A0E427-09A6-84BD-66E7-D8EE6BF485CC}"/>
              </a:ext>
            </a:extLst>
          </p:cNvPr>
          <p:cNvCxnSpPr>
            <a:cxnSpLocks/>
            <a:stCxn id="608" idx="1"/>
            <a:endCxn id="609" idx="1"/>
          </p:cNvCxnSpPr>
          <p:nvPr/>
        </p:nvCxnSpPr>
        <p:spPr>
          <a:xfrm rot="10800000" flipV="1">
            <a:off x="1852044" y="5380444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14" name="TextBox 613">
            <a:extLst>
              <a:ext uri="{FF2B5EF4-FFF2-40B4-BE49-F238E27FC236}">
                <a16:creationId xmlns:a16="http://schemas.microsoft.com/office/drawing/2014/main" id="{BDD37408-15B9-D735-EAB7-45BA27045768}"/>
              </a:ext>
            </a:extLst>
          </p:cNvPr>
          <p:cNvSpPr txBox="1">
            <a:spLocks/>
          </p:cNvSpPr>
          <p:nvPr/>
        </p:nvSpPr>
        <p:spPr>
          <a:xfrm>
            <a:off x="1530319" y="557136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x2</a:t>
            </a:r>
          </a:p>
        </p:txBody>
      </p:sp>
      <p:cxnSp>
        <p:nvCxnSpPr>
          <p:cNvPr id="615" name="Elbow Connector 614">
            <a:extLst>
              <a:ext uri="{FF2B5EF4-FFF2-40B4-BE49-F238E27FC236}">
                <a16:creationId xmlns:a16="http://schemas.microsoft.com/office/drawing/2014/main" id="{B0C77532-0C73-96DE-DD9E-FF4CAFA3A486}"/>
              </a:ext>
            </a:extLst>
          </p:cNvPr>
          <p:cNvCxnSpPr>
            <a:cxnSpLocks/>
            <a:endCxn id="610" idx="1"/>
          </p:cNvCxnSpPr>
          <p:nvPr/>
        </p:nvCxnSpPr>
        <p:spPr>
          <a:xfrm rot="16200000" flipH="1">
            <a:off x="1244881" y="5624279"/>
            <a:ext cx="850996" cy="363326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16" name="Elbow Connector 615">
            <a:extLst>
              <a:ext uri="{FF2B5EF4-FFF2-40B4-BE49-F238E27FC236}">
                <a16:creationId xmlns:a16="http://schemas.microsoft.com/office/drawing/2014/main" id="{1D909391-D64C-5EA2-2840-F18D1939958E}"/>
              </a:ext>
            </a:extLst>
          </p:cNvPr>
          <p:cNvCxnSpPr>
            <a:cxnSpLocks/>
            <a:endCxn id="611" idx="1"/>
          </p:cNvCxnSpPr>
          <p:nvPr/>
        </p:nvCxnSpPr>
        <p:spPr>
          <a:xfrm rot="16200000" flipH="1">
            <a:off x="994860" y="5799756"/>
            <a:ext cx="1276498" cy="437866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17" name="Elbow Connector 616">
            <a:extLst>
              <a:ext uri="{FF2B5EF4-FFF2-40B4-BE49-F238E27FC236}">
                <a16:creationId xmlns:a16="http://schemas.microsoft.com/office/drawing/2014/main" id="{89D509CA-A285-CAC2-FFA7-74D6C3863876}"/>
              </a:ext>
            </a:extLst>
          </p:cNvPr>
          <p:cNvCxnSpPr>
            <a:cxnSpLocks/>
            <a:endCxn id="612" idx="1"/>
          </p:cNvCxnSpPr>
          <p:nvPr/>
        </p:nvCxnSpPr>
        <p:spPr>
          <a:xfrm rot="16200000" flipH="1">
            <a:off x="746585" y="5976979"/>
            <a:ext cx="1701996" cy="508918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18" name="TextBox 617">
            <a:extLst>
              <a:ext uri="{FF2B5EF4-FFF2-40B4-BE49-F238E27FC236}">
                <a16:creationId xmlns:a16="http://schemas.microsoft.com/office/drawing/2014/main" id="{8231BAF7-0A9D-E88F-3CDF-3E6EC18766C1}"/>
              </a:ext>
            </a:extLst>
          </p:cNvPr>
          <p:cNvSpPr txBox="1"/>
          <p:nvPr/>
        </p:nvSpPr>
        <p:spPr>
          <a:xfrm>
            <a:off x="1515529" y="6004820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x3</a:t>
            </a:r>
          </a:p>
        </p:txBody>
      </p:sp>
      <p:sp>
        <p:nvSpPr>
          <p:cNvPr id="619" name="TextBox 618">
            <a:extLst>
              <a:ext uri="{FF2B5EF4-FFF2-40B4-BE49-F238E27FC236}">
                <a16:creationId xmlns:a16="http://schemas.microsoft.com/office/drawing/2014/main" id="{97A9F849-4FA8-0147-5A61-ADF0C6419BE8}"/>
              </a:ext>
            </a:extLst>
          </p:cNvPr>
          <p:cNvSpPr txBox="1"/>
          <p:nvPr/>
        </p:nvSpPr>
        <p:spPr>
          <a:xfrm>
            <a:off x="1515528" y="6428999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x4</a:t>
            </a:r>
          </a:p>
        </p:txBody>
      </p:sp>
      <p:sp>
        <p:nvSpPr>
          <p:cNvPr id="620" name="TextBox 619">
            <a:extLst>
              <a:ext uri="{FF2B5EF4-FFF2-40B4-BE49-F238E27FC236}">
                <a16:creationId xmlns:a16="http://schemas.microsoft.com/office/drawing/2014/main" id="{61B0C228-613E-1EB1-FEBA-4FC9B19DDFFD}"/>
              </a:ext>
            </a:extLst>
          </p:cNvPr>
          <p:cNvSpPr txBox="1"/>
          <p:nvPr/>
        </p:nvSpPr>
        <p:spPr>
          <a:xfrm>
            <a:off x="1500741" y="6854126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x5</a:t>
            </a:r>
          </a:p>
        </p:txBody>
      </p:sp>
      <p:cxnSp>
        <p:nvCxnSpPr>
          <p:cNvPr id="621" name="Straight Connector 620">
            <a:extLst>
              <a:ext uri="{FF2B5EF4-FFF2-40B4-BE49-F238E27FC236}">
                <a16:creationId xmlns:a16="http://schemas.microsoft.com/office/drawing/2014/main" id="{A6603284-749A-3C19-327B-256771CC4A1C}"/>
              </a:ext>
            </a:extLst>
          </p:cNvPr>
          <p:cNvCxnSpPr>
            <a:cxnSpLocks/>
          </p:cNvCxnSpPr>
          <p:nvPr/>
        </p:nvCxnSpPr>
        <p:spPr>
          <a:xfrm>
            <a:off x="1333744" y="5380439"/>
            <a:ext cx="254357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22" name="TextBox 621">
            <a:extLst>
              <a:ext uri="{FF2B5EF4-FFF2-40B4-BE49-F238E27FC236}">
                <a16:creationId xmlns:a16="http://schemas.microsoft.com/office/drawing/2014/main" id="{32B4B23B-6D8D-BF2E-7870-14F777ECA520}"/>
              </a:ext>
            </a:extLst>
          </p:cNvPr>
          <p:cNvSpPr txBox="1"/>
          <p:nvPr/>
        </p:nvSpPr>
        <p:spPr>
          <a:xfrm>
            <a:off x="2709053" y="5195773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9F150286-C16B-8EEC-8619-7A9363EAAD6F}"/>
              </a:ext>
            </a:extLst>
          </p:cNvPr>
          <p:cNvSpPr txBox="1"/>
          <p:nvPr/>
        </p:nvSpPr>
        <p:spPr>
          <a:xfrm>
            <a:off x="3395370" y="5004691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6"/>
                </a:solidFill>
              </a:rPr>
              <a:t>W24.R2</a:t>
            </a:r>
          </a:p>
        </p:txBody>
      </p:sp>
      <p:sp>
        <p:nvSpPr>
          <p:cNvPr id="624" name="Rectangle 623">
            <a:extLst>
              <a:ext uri="{FF2B5EF4-FFF2-40B4-BE49-F238E27FC236}">
                <a16:creationId xmlns:a16="http://schemas.microsoft.com/office/drawing/2014/main" id="{3577C7BF-7B5B-F5B4-59EF-A1EFC55BC582}"/>
              </a:ext>
            </a:extLst>
          </p:cNvPr>
          <p:cNvSpPr/>
          <p:nvPr/>
        </p:nvSpPr>
        <p:spPr>
          <a:xfrm>
            <a:off x="3485037" y="5207079"/>
            <a:ext cx="864539" cy="359243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5" name="Rectangle 624">
            <a:extLst>
              <a:ext uri="{FF2B5EF4-FFF2-40B4-BE49-F238E27FC236}">
                <a16:creationId xmlns:a16="http://schemas.microsoft.com/office/drawing/2014/main" id="{4ACAAF8D-FDD8-CFF9-3555-782D4930EBBD}"/>
              </a:ext>
            </a:extLst>
          </p:cNvPr>
          <p:cNvSpPr/>
          <p:nvPr/>
        </p:nvSpPr>
        <p:spPr>
          <a:xfrm>
            <a:off x="3485037" y="5632577"/>
            <a:ext cx="87164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6" name="Rectangle 625">
            <a:extLst>
              <a:ext uri="{FF2B5EF4-FFF2-40B4-BE49-F238E27FC236}">
                <a16:creationId xmlns:a16="http://schemas.microsoft.com/office/drawing/2014/main" id="{CE147E69-5E6B-0FBB-9E8F-8E1E4950B40B}"/>
              </a:ext>
            </a:extLst>
          </p:cNvPr>
          <p:cNvSpPr/>
          <p:nvPr/>
        </p:nvSpPr>
        <p:spPr>
          <a:xfrm>
            <a:off x="3485035" y="6058075"/>
            <a:ext cx="871649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7" name="Rectangle 626">
            <a:extLst>
              <a:ext uri="{FF2B5EF4-FFF2-40B4-BE49-F238E27FC236}">
                <a16:creationId xmlns:a16="http://schemas.microsoft.com/office/drawing/2014/main" id="{7E35D445-3A14-F5B5-AA1D-0C1D556A0F27}"/>
              </a:ext>
            </a:extLst>
          </p:cNvPr>
          <p:cNvSpPr/>
          <p:nvPr/>
        </p:nvSpPr>
        <p:spPr>
          <a:xfrm>
            <a:off x="3485035" y="6483573"/>
            <a:ext cx="871650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2D91E14C-2F18-1759-6F29-BAB6A0A307CB}"/>
              </a:ext>
            </a:extLst>
          </p:cNvPr>
          <p:cNvSpPr/>
          <p:nvPr/>
        </p:nvSpPr>
        <p:spPr>
          <a:xfrm>
            <a:off x="3485035" y="6909071"/>
            <a:ext cx="871650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629" name="Elbow Connector 628">
            <a:extLst>
              <a:ext uri="{FF2B5EF4-FFF2-40B4-BE49-F238E27FC236}">
                <a16:creationId xmlns:a16="http://schemas.microsoft.com/office/drawing/2014/main" id="{6330B87C-61EB-C549-EDE5-81B845268355}"/>
              </a:ext>
            </a:extLst>
          </p:cNvPr>
          <p:cNvCxnSpPr>
            <a:cxnSpLocks/>
            <a:stCxn id="624" idx="1"/>
            <a:endCxn id="625" idx="1"/>
          </p:cNvCxnSpPr>
          <p:nvPr/>
        </p:nvCxnSpPr>
        <p:spPr>
          <a:xfrm rot="10800000" flipV="1">
            <a:off x="3485037" y="5386701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0" name="TextBox 629">
            <a:extLst>
              <a:ext uri="{FF2B5EF4-FFF2-40B4-BE49-F238E27FC236}">
                <a16:creationId xmlns:a16="http://schemas.microsoft.com/office/drawing/2014/main" id="{CB32813C-D3F8-F034-EA3D-97CF8CE44517}"/>
              </a:ext>
            </a:extLst>
          </p:cNvPr>
          <p:cNvSpPr txBox="1">
            <a:spLocks/>
          </p:cNvSpPr>
          <p:nvPr/>
        </p:nvSpPr>
        <p:spPr>
          <a:xfrm>
            <a:off x="3163312" y="5577624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x4</a:t>
            </a:r>
          </a:p>
        </p:txBody>
      </p:sp>
      <p:cxnSp>
        <p:nvCxnSpPr>
          <p:cNvPr id="631" name="Elbow Connector 630">
            <a:extLst>
              <a:ext uri="{FF2B5EF4-FFF2-40B4-BE49-F238E27FC236}">
                <a16:creationId xmlns:a16="http://schemas.microsoft.com/office/drawing/2014/main" id="{3E62BC1D-0A5F-C325-089D-07F2B88D3706}"/>
              </a:ext>
            </a:extLst>
          </p:cNvPr>
          <p:cNvCxnSpPr>
            <a:cxnSpLocks/>
            <a:endCxn id="626" idx="1"/>
          </p:cNvCxnSpPr>
          <p:nvPr/>
        </p:nvCxnSpPr>
        <p:spPr>
          <a:xfrm rot="16200000" flipH="1">
            <a:off x="2877874" y="5630536"/>
            <a:ext cx="850996" cy="363326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32" name="Elbow Connector 631">
            <a:extLst>
              <a:ext uri="{FF2B5EF4-FFF2-40B4-BE49-F238E27FC236}">
                <a16:creationId xmlns:a16="http://schemas.microsoft.com/office/drawing/2014/main" id="{1291744F-399B-0CF9-B585-F6DB4C3AE685}"/>
              </a:ext>
            </a:extLst>
          </p:cNvPr>
          <p:cNvCxnSpPr>
            <a:cxnSpLocks/>
            <a:endCxn id="627" idx="1"/>
          </p:cNvCxnSpPr>
          <p:nvPr/>
        </p:nvCxnSpPr>
        <p:spPr>
          <a:xfrm rot="16200000" flipH="1">
            <a:off x="2627853" y="5806013"/>
            <a:ext cx="1276498" cy="437866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33" name="Elbow Connector 632">
            <a:extLst>
              <a:ext uri="{FF2B5EF4-FFF2-40B4-BE49-F238E27FC236}">
                <a16:creationId xmlns:a16="http://schemas.microsoft.com/office/drawing/2014/main" id="{641198E9-823A-0C68-1B05-619350B983DC}"/>
              </a:ext>
            </a:extLst>
          </p:cNvPr>
          <p:cNvCxnSpPr>
            <a:cxnSpLocks/>
            <a:endCxn id="628" idx="1"/>
          </p:cNvCxnSpPr>
          <p:nvPr/>
        </p:nvCxnSpPr>
        <p:spPr>
          <a:xfrm rot="16200000" flipH="1">
            <a:off x="2379578" y="5983236"/>
            <a:ext cx="1701996" cy="508918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4" name="TextBox 633">
            <a:extLst>
              <a:ext uri="{FF2B5EF4-FFF2-40B4-BE49-F238E27FC236}">
                <a16:creationId xmlns:a16="http://schemas.microsoft.com/office/drawing/2014/main" id="{E9B9BB43-0396-63BC-4310-FAEC5ABF9F52}"/>
              </a:ext>
            </a:extLst>
          </p:cNvPr>
          <p:cNvSpPr txBox="1"/>
          <p:nvPr/>
        </p:nvSpPr>
        <p:spPr>
          <a:xfrm>
            <a:off x="3148522" y="601107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x9</a:t>
            </a:r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52E6754C-5B77-9742-49DF-86E757155183}"/>
              </a:ext>
            </a:extLst>
          </p:cNvPr>
          <p:cNvSpPr txBox="1"/>
          <p:nvPr/>
        </p:nvSpPr>
        <p:spPr>
          <a:xfrm>
            <a:off x="3114056" y="6435256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x16</a:t>
            </a:r>
          </a:p>
        </p:txBody>
      </p:sp>
      <p:sp>
        <p:nvSpPr>
          <p:cNvPr id="636" name="TextBox 635">
            <a:extLst>
              <a:ext uri="{FF2B5EF4-FFF2-40B4-BE49-F238E27FC236}">
                <a16:creationId xmlns:a16="http://schemas.microsoft.com/office/drawing/2014/main" id="{47CB5CDF-B3A6-A6AC-E20F-066AEB0ACCBD}"/>
              </a:ext>
            </a:extLst>
          </p:cNvPr>
          <p:cNvSpPr txBox="1"/>
          <p:nvPr/>
        </p:nvSpPr>
        <p:spPr>
          <a:xfrm>
            <a:off x="3099269" y="6860383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x25</a:t>
            </a:r>
          </a:p>
        </p:txBody>
      </p:sp>
      <p:cxnSp>
        <p:nvCxnSpPr>
          <p:cNvPr id="637" name="Straight Connector 636">
            <a:extLst>
              <a:ext uri="{FF2B5EF4-FFF2-40B4-BE49-F238E27FC236}">
                <a16:creationId xmlns:a16="http://schemas.microsoft.com/office/drawing/2014/main" id="{6507539D-1A9D-4395-DDB1-F12F1FFAF652}"/>
              </a:ext>
            </a:extLst>
          </p:cNvPr>
          <p:cNvCxnSpPr>
            <a:cxnSpLocks/>
          </p:cNvCxnSpPr>
          <p:nvPr/>
        </p:nvCxnSpPr>
        <p:spPr>
          <a:xfrm>
            <a:off x="2966737" y="5386696"/>
            <a:ext cx="254357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8" name="TextBox 637">
            <a:extLst>
              <a:ext uri="{FF2B5EF4-FFF2-40B4-BE49-F238E27FC236}">
                <a16:creationId xmlns:a16="http://schemas.microsoft.com/office/drawing/2014/main" id="{032D5953-A3BD-54BF-3E57-7C5E6313D3BE}"/>
              </a:ext>
            </a:extLst>
          </p:cNvPr>
          <p:cNvSpPr txBox="1"/>
          <p:nvPr/>
        </p:nvSpPr>
        <p:spPr>
          <a:xfrm>
            <a:off x="2712273" y="562317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39" name="TextBox 638">
            <a:extLst>
              <a:ext uri="{FF2B5EF4-FFF2-40B4-BE49-F238E27FC236}">
                <a16:creationId xmlns:a16="http://schemas.microsoft.com/office/drawing/2014/main" id="{F891D29D-A2D1-7297-208C-E389E0B41401}"/>
              </a:ext>
            </a:extLst>
          </p:cNvPr>
          <p:cNvSpPr txBox="1"/>
          <p:nvPr/>
        </p:nvSpPr>
        <p:spPr>
          <a:xfrm>
            <a:off x="2712273" y="604358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0" name="TextBox 639">
            <a:extLst>
              <a:ext uri="{FF2B5EF4-FFF2-40B4-BE49-F238E27FC236}">
                <a16:creationId xmlns:a16="http://schemas.microsoft.com/office/drawing/2014/main" id="{ADF22612-B859-2B2C-5FB0-1F815339ACF3}"/>
              </a:ext>
            </a:extLst>
          </p:cNvPr>
          <p:cNvSpPr txBox="1"/>
          <p:nvPr/>
        </p:nvSpPr>
        <p:spPr>
          <a:xfrm>
            <a:off x="2712273" y="647532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1" name="TextBox 640">
            <a:extLst>
              <a:ext uri="{FF2B5EF4-FFF2-40B4-BE49-F238E27FC236}">
                <a16:creationId xmlns:a16="http://schemas.microsoft.com/office/drawing/2014/main" id="{6291FC8F-C591-65FE-3CDC-15C340F85C22}"/>
              </a:ext>
            </a:extLst>
          </p:cNvPr>
          <p:cNvSpPr txBox="1"/>
          <p:nvPr/>
        </p:nvSpPr>
        <p:spPr>
          <a:xfrm>
            <a:off x="2712273" y="689848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2" name="TextBox 641">
            <a:extLst>
              <a:ext uri="{FF2B5EF4-FFF2-40B4-BE49-F238E27FC236}">
                <a16:creationId xmlns:a16="http://schemas.microsoft.com/office/drawing/2014/main" id="{633DD1D6-BD9F-6EE4-D59E-7503CEE5D5C1}"/>
              </a:ext>
            </a:extLst>
          </p:cNvPr>
          <p:cNvSpPr txBox="1"/>
          <p:nvPr/>
        </p:nvSpPr>
        <p:spPr>
          <a:xfrm>
            <a:off x="1077803" y="5195773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3" name="TextBox 642">
            <a:extLst>
              <a:ext uri="{FF2B5EF4-FFF2-40B4-BE49-F238E27FC236}">
                <a16:creationId xmlns:a16="http://schemas.microsoft.com/office/drawing/2014/main" id="{C39FFBAC-E643-028B-7E09-E78544308D99}"/>
              </a:ext>
            </a:extLst>
          </p:cNvPr>
          <p:cNvSpPr txBox="1"/>
          <p:nvPr/>
        </p:nvSpPr>
        <p:spPr>
          <a:xfrm>
            <a:off x="1081023" y="562317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4" name="TextBox 643">
            <a:extLst>
              <a:ext uri="{FF2B5EF4-FFF2-40B4-BE49-F238E27FC236}">
                <a16:creationId xmlns:a16="http://schemas.microsoft.com/office/drawing/2014/main" id="{5A24C8C6-B050-32D0-F66C-8F7121FF7CB9}"/>
              </a:ext>
            </a:extLst>
          </p:cNvPr>
          <p:cNvSpPr txBox="1"/>
          <p:nvPr/>
        </p:nvSpPr>
        <p:spPr>
          <a:xfrm>
            <a:off x="1081023" y="604358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5" name="TextBox 644">
            <a:extLst>
              <a:ext uri="{FF2B5EF4-FFF2-40B4-BE49-F238E27FC236}">
                <a16:creationId xmlns:a16="http://schemas.microsoft.com/office/drawing/2014/main" id="{0FE55213-52B3-558B-B327-1CA6BD76023E}"/>
              </a:ext>
            </a:extLst>
          </p:cNvPr>
          <p:cNvSpPr txBox="1"/>
          <p:nvPr/>
        </p:nvSpPr>
        <p:spPr>
          <a:xfrm>
            <a:off x="1081023" y="647532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6" name="TextBox 645">
            <a:extLst>
              <a:ext uri="{FF2B5EF4-FFF2-40B4-BE49-F238E27FC236}">
                <a16:creationId xmlns:a16="http://schemas.microsoft.com/office/drawing/2014/main" id="{8DDADC15-7532-E999-0EDF-2AF7E3AF93B9}"/>
              </a:ext>
            </a:extLst>
          </p:cNvPr>
          <p:cNvSpPr txBox="1"/>
          <p:nvPr/>
        </p:nvSpPr>
        <p:spPr>
          <a:xfrm>
            <a:off x="1081023" y="689848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7" name="TextBox 646">
            <a:extLst>
              <a:ext uri="{FF2B5EF4-FFF2-40B4-BE49-F238E27FC236}">
                <a16:creationId xmlns:a16="http://schemas.microsoft.com/office/drawing/2014/main" id="{CD898894-E007-027D-95FA-79775667190D}"/>
              </a:ext>
            </a:extLst>
          </p:cNvPr>
          <p:cNvSpPr txBox="1"/>
          <p:nvPr/>
        </p:nvSpPr>
        <p:spPr>
          <a:xfrm>
            <a:off x="4335048" y="5257328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48" name="TextBox 647">
            <a:extLst>
              <a:ext uri="{FF2B5EF4-FFF2-40B4-BE49-F238E27FC236}">
                <a16:creationId xmlns:a16="http://schemas.microsoft.com/office/drawing/2014/main" id="{447F3BBB-0F5B-9487-F3CC-ADB43B777122}"/>
              </a:ext>
            </a:extLst>
          </p:cNvPr>
          <p:cNvSpPr txBox="1"/>
          <p:nvPr/>
        </p:nvSpPr>
        <p:spPr>
          <a:xfrm>
            <a:off x="5495764" y="5267157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W24.S1</a:t>
            </a:r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2CFBC5EB-55C9-1B8F-5C97-B3399684D48C}"/>
              </a:ext>
            </a:extLst>
          </p:cNvPr>
          <p:cNvSpPr/>
          <p:nvPr/>
        </p:nvSpPr>
        <p:spPr>
          <a:xfrm>
            <a:off x="4804412" y="5211368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0" name="Rectangle 649">
            <a:extLst>
              <a:ext uri="{FF2B5EF4-FFF2-40B4-BE49-F238E27FC236}">
                <a16:creationId xmlns:a16="http://schemas.microsoft.com/office/drawing/2014/main" id="{D47FCBB4-799E-A4F5-DCA6-F8AD69D285D4}"/>
              </a:ext>
            </a:extLst>
          </p:cNvPr>
          <p:cNvSpPr/>
          <p:nvPr/>
        </p:nvSpPr>
        <p:spPr>
          <a:xfrm>
            <a:off x="4804412" y="5636866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A021A42E-7C8E-B950-4113-B332D00D94DD}"/>
              </a:ext>
            </a:extLst>
          </p:cNvPr>
          <p:cNvSpPr/>
          <p:nvPr/>
        </p:nvSpPr>
        <p:spPr>
          <a:xfrm>
            <a:off x="4804411" y="6062364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2" name="Rectangle 651">
            <a:extLst>
              <a:ext uri="{FF2B5EF4-FFF2-40B4-BE49-F238E27FC236}">
                <a16:creationId xmlns:a16="http://schemas.microsoft.com/office/drawing/2014/main" id="{D16F91EF-F517-929F-35DB-2AC294E4EB98}"/>
              </a:ext>
            </a:extLst>
          </p:cNvPr>
          <p:cNvSpPr/>
          <p:nvPr/>
        </p:nvSpPr>
        <p:spPr>
          <a:xfrm>
            <a:off x="4804410" y="6487862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EF7CE9BB-77B2-60EB-4BB4-B4057381820E}"/>
              </a:ext>
            </a:extLst>
          </p:cNvPr>
          <p:cNvSpPr/>
          <p:nvPr/>
        </p:nvSpPr>
        <p:spPr>
          <a:xfrm>
            <a:off x="4804410" y="6913360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4" name="TextBox 653">
            <a:extLst>
              <a:ext uri="{FF2B5EF4-FFF2-40B4-BE49-F238E27FC236}">
                <a16:creationId xmlns:a16="http://schemas.microsoft.com/office/drawing/2014/main" id="{84C9B1EF-7825-A4D9-6940-1F4F0EBCA81E}"/>
              </a:ext>
            </a:extLst>
          </p:cNvPr>
          <p:cNvSpPr txBox="1"/>
          <p:nvPr/>
        </p:nvSpPr>
        <p:spPr>
          <a:xfrm>
            <a:off x="4339281" y="5684733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55" name="TextBox 654">
            <a:extLst>
              <a:ext uri="{FF2B5EF4-FFF2-40B4-BE49-F238E27FC236}">
                <a16:creationId xmlns:a16="http://schemas.microsoft.com/office/drawing/2014/main" id="{15EAD5C0-0AFE-1236-6E27-F851C6870EA7}"/>
              </a:ext>
            </a:extLst>
          </p:cNvPr>
          <p:cNvSpPr txBox="1"/>
          <p:nvPr/>
        </p:nvSpPr>
        <p:spPr>
          <a:xfrm>
            <a:off x="4339740" y="6093712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56" name="TextBox 655">
            <a:extLst>
              <a:ext uri="{FF2B5EF4-FFF2-40B4-BE49-F238E27FC236}">
                <a16:creationId xmlns:a16="http://schemas.microsoft.com/office/drawing/2014/main" id="{88B99426-4F24-968C-EAB4-E101C4D6F263}"/>
              </a:ext>
            </a:extLst>
          </p:cNvPr>
          <p:cNvSpPr txBox="1"/>
          <p:nvPr/>
        </p:nvSpPr>
        <p:spPr>
          <a:xfrm>
            <a:off x="4340639" y="6532154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57" name="TextBox 656">
            <a:extLst>
              <a:ext uri="{FF2B5EF4-FFF2-40B4-BE49-F238E27FC236}">
                <a16:creationId xmlns:a16="http://schemas.microsoft.com/office/drawing/2014/main" id="{1B49EA80-55E9-FD03-1D89-2E86BE7100FA}"/>
              </a:ext>
            </a:extLst>
          </p:cNvPr>
          <p:cNvSpPr txBox="1"/>
          <p:nvPr/>
        </p:nvSpPr>
        <p:spPr>
          <a:xfrm>
            <a:off x="4338992" y="6969937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58" name="TextBox 657">
            <a:extLst>
              <a:ext uri="{FF2B5EF4-FFF2-40B4-BE49-F238E27FC236}">
                <a16:creationId xmlns:a16="http://schemas.microsoft.com/office/drawing/2014/main" id="{CB31E201-F6C1-CC58-D5CB-90CC0B90613E}"/>
              </a:ext>
            </a:extLst>
          </p:cNvPr>
          <p:cNvSpPr txBox="1"/>
          <p:nvPr/>
        </p:nvSpPr>
        <p:spPr>
          <a:xfrm>
            <a:off x="5495765" y="5693635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W24.S2</a:t>
            </a:r>
          </a:p>
        </p:txBody>
      </p:sp>
      <p:sp>
        <p:nvSpPr>
          <p:cNvPr id="659" name="TextBox 658">
            <a:extLst>
              <a:ext uri="{FF2B5EF4-FFF2-40B4-BE49-F238E27FC236}">
                <a16:creationId xmlns:a16="http://schemas.microsoft.com/office/drawing/2014/main" id="{CF9F6C7F-6F7D-11E2-C4DD-93B957198A2B}"/>
              </a:ext>
            </a:extLst>
          </p:cNvPr>
          <p:cNvSpPr txBox="1"/>
          <p:nvPr/>
        </p:nvSpPr>
        <p:spPr>
          <a:xfrm>
            <a:off x="5496859" y="6120264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W24.S3</a:t>
            </a:r>
          </a:p>
        </p:txBody>
      </p:sp>
      <p:sp>
        <p:nvSpPr>
          <p:cNvPr id="660" name="TextBox 659">
            <a:extLst>
              <a:ext uri="{FF2B5EF4-FFF2-40B4-BE49-F238E27FC236}">
                <a16:creationId xmlns:a16="http://schemas.microsoft.com/office/drawing/2014/main" id="{C6DA1512-E652-00BC-34D3-69A9FE864053}"/>
              </a:ext>
            </a:extLst>
          </p:cNvPr>
          <p:cNvSpPr txBox="1"/>
          <p:nvPr/>
        </p:nvSpPr>
        <p:spPr>
          <a:xfrm>
            <a:off x="5496859" y="6546742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W24.S4</a:t>
            </a:r>
          </a:p>
        </p:txBody>
      </p:sp>
      <p:sp>
        <p:nvSpPr>
          <p:cNvPr id="661" name="TextBox 660">
            <a:extLst>
              <a:ext uri="{FF2B5EF4-FFF2-40B4-BE49-F238E27FC236}">
                <a16:creationId xmlns:a16="http://schemas.microsoft.com/office/drawing/2014/main" id="{BB4D1965-D0B6-03D9-DCCB-2D87AD76C007}"/>
              </a:ext>
            </a:extLst>
          </p:cNvPr>
          <p:cNvSpPr txBox="1"/>
          <p:nvPr/>
        </p:nvSpPr>
        <p:spPr>
          <a:xfrm>
            <a:off x="5495765" y="6967790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W24.S5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34C457-E217-2E49-7C5A-A0C4718EFA75}"/>
              </a:ext>
            </a:extLst>
          </p:cNvPr>
          <p:cNvSpPr txBox="1"/>
          <p:nvPr/>
        </p:nvSpPr>
        <p:spPr>
          <a:xfrm>
            <a:off x="5457753" y="7548128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</a:t>
            </a:r>
            <a:r>
              <a:rPr lang="en-US" sz="1000" noProof="0" dirty="0">
                <a:solidFill>
                  <a:srgbClr val="A02A93"/>
                </a:solidFill>
              </a:rPr>
              <a:t>8.S1</a:t>
            </a:r>
            <a:r>
              <a:rPr lang="en-US" sz="1000" noProof="0" dirty="0"/>
              <a:t>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7BE00B-02D1-B7AD-D280-1546C40B8D59}"/>
              </a:ext>
            </a:extLst>
          </p:cNvPr>
          <p:cNvSpPr txBox="1"/>
          <p:nvPr/>
        </p:nvSpPr>
        <p:spPr>
          <a:xfrm>
            <a:off x="5871600" y="7863804"/>
            <a:ext cx="6228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W22.S2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W23.S2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W24.S2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37A159-F1AB-7971-CC7E-1603D6D2E2C1}"/>
              </a:ext>
            </a:extLst>
          </p:cNvPr>
          <p:cNvSpPr txBox="1"/>
          <p:nvPr/>
        </p:nvSpPr>
        <p:spPr>
          <a:xfrm>
            <a:off x="5457074" y="7971526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</a:t>
            </a:r>
            <a:r>
              <a:rPr lang="en-US" sz="1000" noProof="0" dirty="0">
                <a:solidFill>
                  <a:srgbClr val="A02A93"/>
                </a:solidFill>
              </a:rPr>
              <a:t>8.S2</a:t>
            </a:r>
            <a:r>
              <a:rPr lang="en-US" sz="1000" noProof="0" dirty="0"/>
              <a:t>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91302C-F94C-F096-8220-11BBB635561A}"/>
              </a:ext>
            </a:extLst>
          </p:cNvPr>
          <p:cNvSpPr txBox="1"/>
          <p:nvPr/>
        </p:nvSpPr>
        <p:spPr>
          <a:xfrm>
            <a:off x="5871600" y="8292250"/>
            <a:ext cx="6228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W22.S3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W23.S3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W24.S3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BD5524-FE0E-1C5C-6F30-1ADDDFA9A578}"/>
              </a:ext>
            </a:extLst>
          </p:cNvPr>
          <p:cNvSpPr txBox="1"/>
          <p:nvPr/>
        </p:nvSpPr>
        <p:spPr>
          <a:xfrm>
            <a:off x="5457600" y="8401228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</a:t>
            </a:r>
            <a:r>
              <a:rPr lang="en-US" sz="1000" noProof="0" dirty="0">
                <a:solidFill>
                  <a:srgbClr val="A02A93"/>
                </a:solidFill>
              </a:rPr>
              <a:t>8.S3</a:t>
            </a:r>
            <a:r>
              <a:rPr lang="en-US" sz="1000" noProof="0" dirty="0"/>
              <a:t>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CBA08E-B351-2719-D5DA-3641DC2D9E6B}"/>
              </a:ext>
            </a:extLst>
          </p:cNvPr>
          <p:cNvSpPr txBox="1"/>
          <p:nvPr/>
        </p:nvSpPr>
        <p:spPr>
          <a:xfrm>
            <a:off x="5871600" y="8717050"/>
            <a:ext cx="6228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W22.S4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W23.S4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W24.S4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72E69D-4696-56A9-BEDC-67B28D701FAC}"/>
              </a:ext>
            </a:extLst>
          </p:cNvPr>
          <p:cNvSpPr txBox="1"/>
          <p:nvPr/>
        </p:nvSpPr>
        <p:spPr>
          <a:xfrm>
            <a:off x="5457600" y="8824626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</a:t>
            </a:r>
            <a:r>
              <a:rPr lang="en-US" sz="1000" noProof="0" dirty="0">
                <a:solidFill>
                  <a:srgbClr val="A02A93"/>
                </a:solidFill>
              </a:rPr>
              <a:t>8.S4</a:t>
            </a:r>
            <a:r>
              <a:rPr lang="en-US" sz="1000" noProof="0" dirty="0"/>
              <a:t>=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39B65F-71C1-56AE-2817-62603176E929}"/>
              </a:ext>
            </a:extLst>
          </p:cNvPr>
          <p:cNvSpPr txBox="1"/>
          <p:nvPr/>
        </p:nvSpPr>
        <p:spPr>
          <a:xfrm>
            <a:off x="5871600" y="9145450"/>
            <a:ext cx="6228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W22.S5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W23.S5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W24.S5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F42F3C-98AA-0E3C-D021-5AA5325CFF57}"/>
              </a:ext>
            </a:extLst>
          </p:cNvPr>
          <p:cNvSpPr txBox="1"/>
          <p:nvPr/>
        </p:nvSpPr>
        <p:spPr>
          <a:xfrm>
            <a:off x="5457600" y="9253210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</a:t>
            </a:r>
            <a:r>
              <a:rPr lang="en-US" sz="1000" noProof="0" dirty="0">
                <a:solidFill>
                  <a:srgbClr val="A02A93"/>
                </a:solidFill>
              </a:rPr>
              <a:t>8.S5</a:t>
            </a:r>
            <a:r>
              <a:rPr lang="en-US" sz="1000" noProof="0" dirty="0"/>
              <a:t>=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33CA80-DDF6-047B-002C-477AA4404424}"/>
              </a:ext>
            </a:extLst>
          </p:cNvPr>
          <p:cNvSpPr/>
          <p:nvPr/>
        </p:nvSpPr>
        <p:spPr>
          <a:xfrm>
            <a:off x="6612825" y="7529518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B7F840-9651-F36F-96D7-D2F4C8BD74B3}"/>
              </a:ext>
            </a:extLst>
          </p:cNvPr>
          <p:cNvSpPr/>
          <p:nvPr/>
        </p:nvSpPr>
        <p:spPr>
          <a:xfrm>
            <a:off x="6612825" y="7690718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6B6405-0041-7822-5E37-2F5B00B9660E}"/>
              </a:ext>
            </a:extLst>
          </p:cNvPr>
          <p:cNvSpPr/>
          <p:nvPr/>
        </p:nvSpPr>
        <p:spPr>
          <a:xfrm>
            <a:off x="6611922" y="79538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5ED3C4-8FBD-2E33-456C-EE07B9E5F41D}"/>
              </a:ext>
            </a:extLst>
          </p:cNvPr>
          <p:cNvSpPr/>
          <p:nvPr/>
        </p:nvSpPr>
        <p:spPr>
          <a:xfrm>
            <a:off x="6611922" y="81122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850F061-C8E5-201F-B0FD-1F0A75506B3C}"/>
              </a:ext>
            </a:extLst>
          </p:cNvPr>
          <p:cNvSpPr/>
          <p:nvPr/>
        </p:nvSpPr>
        <p:spPr>
          <a:xfrm>
            <a:off x="6611922" y="83822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0B46A8-C54D-D300-1486-0F0D2D2578EC}"/>
              </a:ext>
            </a:extLst>
          </p:cNvPr>
          <p:cNvSpPr/>
          <p:nvPr/>
        </p:nvSpPr>
        <p:spPr>
          <a:xfrm>
            <a:off x="6611922" y="85442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59C6CD8-C0DB-FC9F-0C77-2B37BE3C1679}"/>
              </a:ext>
            </a:extLst>
          </p:cNvPr>
          <p:cNvSpPr/>
          <p:nvPr/>
        </p:nvSpPr>
        <p:spPr>
          <a:xfrm>
            <a:off x="6611922" y="88070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127AD9-8F3A-7BE8-5463-0883E70806EE}"/>
              </a:ext>
            </a:extLst>
          </p:cNvPr>
          <p:cNvSpPr/>
          <p:nvPr/>
        </p:nvSpPr>
        <p:spPr>
          <a:xfrm>
            <a:off x="6611922" y="89690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81CEB8-C4BB-79FF-84B9-BDACF63495D6}"/>
              </a:ext>
            </a:extLst>
          </p:cNvPr>
          <p:cNvSpPr txBox="1"/>
          <p:nvPr/>
        </p:nvSpPr>
        <p:spPr>
          <a:xfrm>
            <a:off x="6234291" y="9386574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+8</a:t>
            </a:r>
            <a:r>
              <a:rPr lang="en-US" sz="600" noProof="0" dirty="0"/>
              <a:t> Mod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8B79AB2-48D8-CA91-2067-AB58E54EB800}"/>
              </a:ext>
            </a:extLst>
          </p:cNvPr>
          <p:cNvSpPr/>
          <p:nvPr/>
        </p:nvSpPr>
        <p:spPr>
          <a:xfrm>
            <a:off x="6611922" y="92390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54EA40A-76BD-5F40-20D5-11274881EE1F}"/>
              </a:ext>
            </a:extLst>
          </p:cNvPr>
          <p:cNvSpPr/>
          <p:nvPr/>
        </p:nvSpPr>
        <p:spPr>
          <a:xfrm>
            <a:off x="6611922" y="93974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63BBEF-9E67-0273-5E0A-BA61614807F8}"/>
              </a:ext>
            </a:extLst>
          </p:cNvPr>
          <p:cNvSpPr txBox="1"/>
          <p:nvPr/>
        </p:nvSpPr>
        <p:spPr>
          <a:xfrm>
            <a:off x="6019851" y="675822"/>
            <a:ext cx="55607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22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1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7E5831C-E5C2-0469-45B7-4C2EF9D026F9}"/>
              </a:ext>
            </a:extLst>
          </p:cNvPr>
          <p:cNvSpPr/>
          <p:nvPr/>
        </p:nvSpPr>
        <p:spPr>
          <a:xfrm>
            <a:off x="6536342" y="760658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165CD5-14C5-1707-9018-C08B5D338D12}"/>
              </a:ext>
            </a:extLst>
          </p:cNvPr>
          <p:cNvSpPr txBox="1"/>
          <p:nvPr/>
        </p:nvSpPr>
        <p:spPr>
          <a:xfrm>
            <a:off x="6019200" y="1106105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22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2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25AB88-9D29-67F8-4E68-8301280190DC}"/>
              </a:ext>
            </a:extLst>
          </p:cNvPr>
          <p:cNvSpPr/>
          <p:nvPr/>
        </p:nvSpPr>
        <p:spPr>
          <a:xfrm>
            <a:off x="6537600" y="1190941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95BDF9-DC0C-6284-E310-17951F685E8D}"/>
              </a:ext>
            </a:extLst>
          </p:cNvPr>
          <p:cNvSpPr txBox="1"/>
          <p:nvPr/>
        </p:nvSpPr>
        <p:spPr>
          <a:xfrm>
            <a:off x="6019852" y="1526116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22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3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98E06C9-1170-0F4D-6013-7EDC6364A134}"/>
              </a:ext>
            </a:extLst>
          </p:cNvPr>
          <p:cNvSpPr/>
          <p:nvPr/>
        </p:nvSpPr>
        <p:spPr>
          <a:xfrm>
            <a:off x="6536343" y="1610952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D6443F-E47D-D7DE-78F1-C99D029090CE}"/>
              </a:ext>
            </a:extLst>
          </p:cNvPr>
          <p:cNvSpPr txBox="1"/>
          <p:nvPr/>
        </p:nvSpPr>
        <p:spPr>
          <a:xfrm>
            <a:off x="6019200" y="1956399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22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4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6525FDF-8C3F-7D6A-6926-0B9A4F843B96}"/>
              </a:ext>
            </a:extLst>
          </p:cNvPr>
          <p:cNvSpPr/>
          <p:nvPr/>
        </p:nvSpPr>
        <p:spPr>
          <a:xfrm>
            <a:off x="6537600" y="2041235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5CBA6A-691B-4A11-FB31-9038CD31492D}"/>
              </a:ext>
            </a:extLst>
          </p:cNvPr>
          <p:cNvSpPr txBox="1"/>
          <p:nvPr/>
        </p:nvSpPr>
        <p:spPr>
          <a:xfrm>
            <a:off x="6019200" y="2376955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22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5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7539E13-CA68-322E-BBB4-198AC0BB287E}"/>
              </a:ext>
            </a:extLst>
          </p:cNvPr>
          <p:cNvSpPr/>
          <p:nvPr/>
        </p:nvSpPr>
        <p:spPr>
          <a:xfrm>
            <a:off x="6537600" y="2461791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7C65436-37DE-AE14-82E4-FB8476D863F0}"/>
              </a:ext>
            </a:extLst>
          </p:cNvPr>
          <p:cNvSpPr txBox="1"/>
          <p:nvPr/>
        </p:nvSpPr>
        <p:spPr>
          <a:xfrm>
            <a:off x="6019200" y="2889249"/>
            <a:ext cx="5544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23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1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AE3135D-FDF3-B506-1121-F956971A0CE5}"/>
              </a:ext>
            </a:extLst>
          </p:cNvPr>
          <p:cNvSpPr/>
          <p:nvPr/>
        </p:nvSpPr>
        <p:spPr>
          <a:xfrm>
            <a:off x="6537600" y="3035640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52B2811-77D9-B9A8-95F7-357E7235DE4D}"/>
              </a:ext>
            </a:extLst>
          </p:cNvPr>
          <p:cNvSpPr txBox="1"/>
          <p:nvPr/>
        </p:nvSpPr>
        <p:spPr>
          <a:xfrm>
            <a:off x="6019200" y="3381087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23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2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5CFDEC4-2158-09DC-986E-96B8A0A419F9}"/>
              </a:ext>
            </a:extLst>
          </p:cNvPr>
          <p:cNvSpPr/>
          <p:nvPr/>
        </p:nvSpPr>
        <p:spPr>
          <a:xfrm>
            <a:off x="6537600" y="3465923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FE143CE-D57F-1A81-E933-AF3179F8A3A1}"/>
              </a:ext>
            </a:extLst>
          </p:cNvPr>
          <p:cNvSpPr txBox="1"/>
          <p:nvPr/>
        </p:nvSpPr>
        <p:spPr>
          <a:xfrm>
            <a:off x="6019200" y="3801098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23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3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258EDD2-0FA2-F3DC-2A93-1CFBDF8F9EC4}"/>
              </a:ext>
            </a:extLst>
          </p:cNvPr>
          <p:cNvSpPr/>
          <p:nvPr/>
        </p:nvSpPr>
        <p:spPr>
          <a:xfrm>
            <a:off x="6537600" y="3885934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EDD03A0-9731-B11B-8CB9-FADFA97F81CC}"/>
              </a:ext>
            </a:extLst>
          </p:cNvPr>
          <p:cNvSpPr txBox="1"/>
          <p:nvPr/>
        </p:nvSpPr>
        <p:spPr>
          <a:xfrm>
            <a:off x="6019200" y="4231381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23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4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2BC6ED4-C3B7-2362-28A3-874DDFF42CD1}"/>
              </a:ext>
            </a:extLst>
          </p:cNvPr>
          <p:cNvSpPr/>
          <p:nvPr/>
        </p:nvSpPr>
        <p:spPr>
          <a:xfrm>
            <a:off x="6537600" y="4316217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074A54D-18B1-E57D-90A1-5CE905BC23A0}"/>
              </a:ext>
            </a:extLst>
          </p:cNvPr>
          <p:cNvSpPr txBox="1"/>
          <p:nvPr/>
        </p:nvSpPr>
        <p:spPr>
          <a:xfrm>
            <a:off x="6019200" y="4651937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23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5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6F4CEEC-B02A-27AD-623E-A7BE9EFFAB17}"/>
              </a:ext>
            </a:extLst>
          </p:cNvPr>
          <p:cNvSpPr/>
          <p:nvPr/>
        </p:nvSpPr>
        <p:spPr>
          <a:xfrm>
            <a:off x="6537600" y="4735450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DEAEAEA-9682-21C7-772B-CB87459657D5}"/>
              </a:ext>
            </a:extLst>
          </p:cNvPr>
          <p:cNvSpPr txBox="1"/>
          <p:nvPr/>
        </p:nvSpPr>
        <p:spPr>
          <a:xfrm>
            <a:off x="6018565" y="5222288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24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1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D211E97-3F6D-185B-B8DD-6EC3E7B37F42}"/>
              </a:ext>
            </a:extLst>
          </p:cNvPr>
          <p:cNvSpPr/>
          <p:nvPr/>
        </p:nvSpPr>
        <p:spPr>
          <a:xfrm>
            <a:off x="6537600" y="5307124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AD2342F-CD4D-3A89-9F45-BBC2AFEACA65}"/>
              </a:ext>
            </a:extLst>
          </p:cNvPr>
          <p:cNvSpPr txBox="1"/>
          <p:nvPr/>
        </p:nvSpPr>
        <p:spPr>
          <a:xfrm>
            <a:off x="6019200" y="5652571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24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2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C05880F-4ECC-7788-35C1-7F47D60B6E68}"/>
              </a:ext>
            </a:extLst>
          </p:cNvPr>
          <p:cNvSpPr/>
          <p:nvPr/>
        </p:nvSpPr>
        <p:spPr>
          <a:xfrm>
            <a:off x="6538659" y="5737407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5395D45-59B0-6A7B-387A-F02B967E5B22}"/>
              </a:ext>
            </a:extLst>
          </p:cNvPr>
          <p:cNvSpPr txBox="1"/>
          <p:nvPr/>
        </p:nvSpPr>
        <p:spPr>
          <a:xfrm>
            <a:off x="6018566" y="6072582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24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3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46FE4C9-4F25-E7C5-55DC-55970B2651EF}"/>
              </a:ext>
            </a:extLst>
          </p:cNvPr>
          <p:cNvSpPr/>
          <p:nvPr/>
        </p:nvSpPr>
        <p:spPr>
          <a:xfrm>
            <a:off x="6537600" y="6157450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F7F74E8-09F2-B569-7C94-0472FD51B252}"/>
              </a:ext>
            </a:extLst>
          </p:cNvPr>
          <p:cNvSpPr txBox="1"/>
          <p:nvPr/>
        </p:nvSpPr>
        <p:spPr>
          <a:xfrm>
            <a:off x="6019200" y="6502865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24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4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1163581-EAEA-60E2-86FE-D0034816D337}"/>
              </a:ext>
            </a:extLst>
          </p:cNvPr>
          <p:cNvSpPr/>
          <p:nvPr/>
        </p:nvSpPr>
        <p:spPr>
          <a:xfrm>
            <a:off x="6538660" y="6587701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F71FE21-DD40-20AD-96B1-94033091E54A}"/>
              </a:ext>
            </a:extLst>
          </p:cNvPr>
          <p:cNvSpPr txBox="1"/>
          <p:nvPr/>
        </p:nvSpPr>
        <p:spPr>
          <a:xfrm>
            <a:off x="6019200" y="6923421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24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5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E1C2FCA-ADE7-2D35-842E-0B06566FE0B6}"/>
              </a:ext>
            </a:extLst>
          </p:cNvPr>
          <p:cNvSpPr/>
          <p:nvPr/>
        </p:nvSpPr>
        <p:spPr>
          <a:xfrm>
            <a:off x="6538661" y="7008257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481" y="141553"/>
            <a:ext cx="544198" cy="544198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11F-FD64-C7DD-D6CF-940C8CE85BFE}"/>
              </a:ext>
            </a:extLst>
          </p:cNvPr>
          <p:cNvSpPr txBox="1"/>
          <p:nvPr/>
        </p:nvSpPr>
        <p:spPr>
          <a:xfrm>
            <a:off x="251727" y="339889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</a:t>
            </a:r>
            <a:r>
              <a:rPr lang="en-US" sz="800" b="1" dirty="0"/>
              <a:t>Mod</a:t>
            </a:r>
            <a:r>
              <a:rPr lang="en-US" sz="800" dirty="0"/>
              <a:t>, divide by 2053, subtract the number before the dot, multiply the result by 2053. Roud the result.</a:t>
            </a:r>
            <a:endParaRPr lang="en-US" sz="600" noProof="0" dirty="0"/>
          </a:p>
        </p:txBody>
      </p:sp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CB0BBF29-A53B-6DD1-5960-6BBB923A28D7}"/>
              </a:ext>
            </a:extLst>
          </p:cNvPr>
          <p:cNvCxnSpPr>
            <a:cxnSpLocks/>
            <a:stCxn id="70" idx="1"/>
            <a:endCxn id="74" idx="1"/>
          </p:cNvCxnSpPr>
          <p:nvPr/>
        </p:nvCxnSpPr>
        <p:spPr>
          <a:xfrm rot="10800000" flipV="1">
            <a:off x="361170" y="835325"/>
            <a:ext cx="2" cy="1701992"/>
          </a:xfrm>
          <a:prstGeom prst="bentConnector3">
            <a:avLst>
              <a:gd name="adj1" fmla="val 11430100000"/>
            </a:avLst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9996377-DDB0-C0B6-E4E1-0651C308CD34}"/>
              </a:ext>
            </a:extLst>
          </p:cNvPr>
          <p:cNvSpPr txBox="1">
            <a:spLocks/>
          </p:cNvSpPr>
          <p:nvPr/>
        </p:nvSpPr>
        <p:spPr>
          <a:xfrm rot="16200000">
            <a:off x="-253419" y="156321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copy     to      all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FB3F566E-7899-B3E7-F9A0-7DAFD414E3AC}"/>
              </a:ext>
            </a:extLst>
          </p:cNvPr>
          <p:cNvCxnSpPr>
            <a:cxnSpLocks/>
            <a:stCxn id="540" idx="1"/>
            <a:endCxn id="544" idx="1"/>
          </p:cNvCxnSpPr>
          <p:nvPr/>
        </p:nvCxnSpPr>
        <p:spPr>
          <a:xfrm rot="10800000" flipV="1">
            <a:off x="356337" y="3108474"/>
            <a:ext cx="2" cy="1701992"/>
          </a:xfrm>
          <a:prstGeom prst="bentConnector3">
            <a:avLst>
              <a:gd name="adj1" fmla="val 11430100000"/>
            </a:avLst>
          </a:prstGeom>
          <a:ln w="9525">
            <a:solidFill>
              <a:srgbClr val="0F9ED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2BEE9059-2B0B-39F6-8048-B034D64AD84F}"/>
              </a:ext>
            </a:extLst>
          </p:cNvPr>
          <p:cNvSpPr txBox="1">
            <a:spLocks/>
          </p:cNvSpPr>
          <p:nvPr/>
        </p:nvSpPr>
        <p:spPr>
          <a:xfrm rot="16200000">
            <a:off x="-258254" y="3838816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copy     to      all</a:t>
            </a:r>
          </a:p>
        </p:txBody>
      </p: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766EC15C-032C-EB69-1464-F2FF02F71645}"/>
              </a:ext>
            </a:extLst>
          </p:cNvPr>
          <p:cNvCxnSpPr>
            <a:cxnSpLocks/>
            <a:stCxn id="601" idx="1"/>
            <a:endCxn id="605" idx="1"/>
          </p:cNvCxnSpPr>
          <p:nvPr/>
        </p:nvCxnSpPr>
        <p:spPr>
          <a:xfrm rot="10800000" flipV="1">
            <a:off x="360075" y="5380444"/>
            <a:ext cx="2" cy="1701992"/>
          </a:xfrm>
          <a:prstGeom prst="bentConnector3">
            <a:avLst>
              <a:gd name="adj1" fmla="val 11430100000"/>
            </a:avLst>
          </a:prstGeom>
          <a:ln w="9525">
            <a:solidFill>
              <a:srgbClr val="4EA72E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8C7DDE54-68EC-FC6A-A1E8-E77063C1134E}"/>
              </a:ext>
            </a:extLst>
          </p:cNvPr>
          <p:cNvSpPr txBox="1">
            <a:spLocks/>
          </p:cNvSpPr>
          <p:nvPr/>
        </p:nvSpPr>
        <p:spPr>
          <a:xfrm rot="16200000">
            <a:off x="-258252" y="6113948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copy     to      all</a:t>
            </a:r>
          </a:p>
        </p:txBody>
      </p: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DF333819-92C5-6152-3260-2A0F38010E0C}"/>
              </a:ext>
            </a:extLst>
          </p:cNvPr>
          <p:cNvCxnSpPr>
            <a:cxnSpLocks/>
            <a:stCxn id="357" idx="1"/>
            <a:endCxn id="361" idx="1"/>
          </p:cNvCxnSpPr>
          <p:nvPr/>
        </p:nvCxnSpPr>
        <p:spPr>
          <a:xfrm rot="10800000" flipV="1">
            <a:off x="356339" y="7664368"/>
            <a:ext cx="2" cy="1701992"/>
          </a:xfrm>
          <a:prstGeom prst="bentConnector3">
            <a:avLst>
              <a:gd name="adj1" fmla="val 11430100000"/>
            </a:avLst>
          </a:prstGeom>
          <a:ln w="9525">
            <a:solidFill>
              <a:srgbClr val="A02A93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56DD3FE2-3A48-7ADF-BDEF-FF35E11A4606}"/>
              </a:ext>
            </a:extLst>
          </p:cNvPr>
          <p:cNvSpPr txBox="1">
            <a:spLocks/>
          </p:cNvSpPr>
          <p:nvPr/>
        </p:nvSpPr>
        <p:spPr>
          <a:xfrm rot="16200000">
            <a:off x="-258255" y="8392254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copy     to      all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AF5064-C36B-9B3E-A23F-2816D75C152F}"/>
              </a:ext>
            </a:extLst>
          </p:cNvPr>
          <p:cNvSpPr txBox="1"/>
          <p:nvPr/>
        </p:nvSpPr>
        <p:spPr>
          <a:xfrm>
            <a:off x="234965" y="88449"/>
            <a:ext cx="5696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Manua</a:t>
            </a:r>
            <a:r>
              <a:rPr lang="en-US" dirty="0"/>
              <a:t>l Sharing 3-of-5 24 words – Page 09</a:t>
            </a:r>
            <a:endParaRPr lang="en-US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04E7C8-F0A5-AC71-0B0E-3FCD98CBC4A7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360492-C6F5-5547-79AD-B203F9A155C9}"/>
              </a:ext>
            </a:extLst>
          </p:cNvPr>
          <p:cNvSpPr txBox="1"/>
          <p:nvPr/>
        </p:nvSpPr>
        <p:spPr>
          <a:xfrm>
            <a:off x="6229962" y="8961407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+8</a:t>
            </a:r>
            <a:r>
              <a:rPr lang="en-US" sz="600" noProof="0" dirty="0"/>
              <a:t> Mod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6384D50-74AC-AB08-4F33-8EA7302E3CD1}"/>
              </a:ext>
            </a:extLst>
          </p:cNvPr>
          <p:cNvSpPr txBox="1"/>
          <p:nvPr/>
        </p:nvSpPr>
        <p:spPr>
          <a:xfrm>
            <a:off x="6234061" y="8535909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+8</a:t>
            </a:r>
            <a:r>
              <a:rPr lang="en-US" sz="600" noProof="0" dirty="0"/>
              <a:t> Mod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E4EBE3F-B764-A764-B2B9-A6A3D8CC42C8}"/>
              </a:ext>
            </a:extLst>
          </p:cNvPr>
          <p:cNvSpPr txBox="1"/>
          <p:nvPr/>
        </p:nvSpPr>
        <p:spPr>
          <a:xfrm>
            <a:off x="6232605" y="8108931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+8</a:t>
            </a:r>
            <a:r>
              <a:rPr lang="en-US" sz="600" noProof="0" dirty="0"/>
              <a:t> Mod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4A4CA78-9AC7-1175-EC9B-276E0D6F87EA}"/>
              </a:ext>
            </a:extLst>
          </p:cNvPr>
          <p:cNvSpPr txBox="1"/>
          <p:nvPr/>
        </p:nvSpPr>
        <p:spPr>
          <a:xfrm>
            <a:off x="6232006" y="7680767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+8</a:t>
            </a:r>
            <a:r>
              <a:rPr lang="en-US" sz="600" noProof="0" dirty="0"/>
              <a:t> Mod</a:t>
            </a:r>
          </a:p>
        </p:txBody>
      </p:sp>
    </p:spTree>
    <p:extLst>
      <p:ext uri="{BB962C8B-B14F-4D97-AF65-F5344CB8AC3E}">
        <p14:creationId xmlns:p14="http://schemas.microsoft.com/office/powerpoint/2010/main" val="2001915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68096FD-C595-7CBB-D16D-CDC963C15D49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5E67941C-EDCC-6EF9-DD80-D21907A2AA65}"/>
              </a:ext>
            </a:extLst>
          </p:cNvPr>
          <p:cNvSpPr/>
          <p:nvPr/>
        </p:nvSpPr>
        <p:spPr>
          <a:xfrm>
            <a:off x="503484" y="5340646"/>
            <a:ext cx="722557" cy="359243"/>
          </a:xfrm>
          <a:prstGeom prst="rect">
            <a:avLst/>
          </a:prstGeom>
          <a:noFill/>
          <a:ln w="1905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01F4ADEA-ED57-5A96-3ED8-7B74F42F5E7A}"/>
              </a:ext>
            </a:extLst>
          </p:cNvPr>
          <p:cNvSpPr/>
          <p:nvPr/>
        </p:nvSpPr>
        <p:spPr>
          <a:xfrm>
            <a:off x="503484" y="6218074"/>
            <a:ext cx="72255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071B9C17-8ACC-EA57-3956-9361E1551A76}"/>
              </a:ext>
            </a:extLst>
          </p:cNvPr>
          <p:cNvSpPr/>
          <p:nvPr/>
        </p:nvSpPr>
        <p:spPr>
          <a:xfrm>
            <a:off x="503483" y="7106012"/>
            <a:ext cx="72255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E8802721-4777-4CB6-FCB2-941EB4F41A06}"/>
              </a:ext>
            </a:extLst>
          </p:cNvPr>
          <p:cNvSpPr/>
          <p:nvPr/>
        </p:nvSpPr>
        <p:spPr>
          <a:xfrm>
            <a:off x="503482" y="7972930"/>
            <a:ext cx="72255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99C756E2-2422-C889-8E23-F289CEA90548}"/>
              </a:ext>
            </a:extLst>
          </p:cNvPr>
          <p:cNvSpPr/>
          <p:nvPr/>
        </p:nvSpPr>
        <p:spPr>
          <a:xfrm>
            <a:off x="503482" y="8860868"/>
            <a:ext cx="72255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D70A748E-69DE-2C66-B82F-9D1E6D51B6B2}"/>
              </a:ext>
            </a:extLst>
          </p:cNvPr>
          <p:cNvSpPr/>
          <p:nvPr/>
        </p:nvSpPr>
        <p:spPr>
          <a:xfrm>
            <a:off x="1995451" y="5340646"/>
            <a:ext cx="864539" cy="359243"/>
          </a:xfrm>
          <a:prstGeom prst="rect">
            <a:avLst/>
          </a:prstGeom>
          <a:noFill/>
          <a:ln w="1905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BC896361-FF36-6473-4D16-D4CAC699921B}"/>
              </a:ext>
            </a:extLst>
          </p:cNvPr>
          <p:cNvSpPr/>
          <p:nvPr/>
        </p:nvSpPr>
        <p:spPr>
          <a:xfrm>
            <a:off x="1995451" y="6218074"/>
            <a:ext cx="87164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CA2EE003-A86B-BA9D-99D1-60BC58C486D3}"/>
              </a:ext>
            </a:extLst>
          </p:cNvPr>
          <p:cNvSpPr/>
          <p:nvPr/>
        </p:nvSpPr>
        <p:spPr>
          <a:xfrm>
            <a:off x="1995449" y="7106012"/>
            <a:ext cx="871649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BB14ECAF-7DBE-0431-113D-AB217E5C2F16}"/>
              </a:ext>
            </a:extLst>
          </p:cNvPr>
          <p:cNvSpPr/>
          <p:nvPr/>
        </p:nvSpPr>
        <p:spPr>
          <a:xfrm>
            <a:off x="1995449" y="7972930"/>
            <a:ext cx="87165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D3046548-8169-5987-4068-39EDFB28027A}"/>
              </a:ext>
            </a:extLst>
          </p:cNvPr>
          <p:cNvSpPr/>
          <p:nvPr/>
        </p:nvSpPr>
        <p:spPr>
          <a:xfrm>
            <a:off x="1995449" y="8860868"/>
            <a:ext cx="87165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69" name="Elbow Connector 368">
            <a:extLst>
              <a:ext uri="{FF2B5EF4-FFF2-40B4-BE49-F238E27FC236}">
                <a16:creationId xmlns:a16="http://schemas.microsoft.com/office/drawing/2014/main" id="{13473A79-81BA-FC8C-6B30-C721CAD8E019}"/>
              </a:ext>
            </a:extLst>
          </p:cNvPr>
          <p:cNvCxnSpPr>
            <a:cxnSpLocks/>
            <a:stCxn id="364" idx="1"/>
            <a:endCxn id="365" idx="1"/>
          </p:cNvCxnSpPr>
          <p:nvPr/>
        </p:nvCxnSpPr>
        <p:spPr>
          <a:xfrm rot="10800000" flipV="1">
            <a:off x="1995451" y="5520268"/>
            <a:ext cx="12700" cy="877428"/>
          </a:xfrm>
          <a:prstGeom prst="bentConnector3">
            <a:avLst>
              <a:gd name="adj1" fmla="val 2454551"/>
            </a:avLst>
          </a:prstGeom>
          <a:ln w="9525">
            <a:solidFill>
              <a:srgbClr val="E97132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0" name="TextBox 369">
            <a:extLst>
              <a:ext uri="{FF2B5EF4-FFF2-40B4-BE49-F238E27FC236}">
                <a16:creationId xmlns:a16="http://schemas.microsoft.com/office/drawing/2014/main" id="{4C3BACD6-CB7A-1185-FF0E-4A4732BF57CF}"/>
              </a:ext>
            </a:extLst>
          </p:cNvPr>
          <p:cNvSpPr txBox="1">
            <a:spLocks/>
          </p:cNvSpPr>
          <p:nvPr/>
        </p:nvSpPr>
        <p:spPr>
          <a:xfrm>
            <a:off x="1673726" y="6163121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>
                <a:solidFill>
                  <a:srgbClr val="E97132"/>
                </a:solidFill>
              </a:rPr>
              <a:t>x2</a:t>
            </a:r>
            <a:endParaRPr lang="en-US" sz="1000" noProof="0" dirty="0">
              <a:solidFill>
                <a:srgbClr val="E97132"/>
              </a:solidFill>
            </a:endParaRPr>
          </a:p>
        </p:txBody>
      </p:sp>
      <p:cxnSp>
        <p:nvCxnSpPr>
          <p:cNvPr id="371" name="Elbow Connector 370">
            <a:extLst>
              <a:ext uri="{FF2B5EF4-FFF2-40B4-BE49-F238E27FC236}">
                <a16:creationId xmlns:a16="http://schemas.microsoft.com/office/drawing/2014/main" id="{B7859023-CC19-7FD9-AB82-07357112E78D}"/>
              </a:ext>
            </a:extLst>
          </p:cNvPr>
          <p:cNvCxnSpPr>
            <a:cxnSpLocks/>
            <a:endCxn id="366" idx="1"/>
          </p:cNvCxnSpPr>
          <p:nvPr/>
        </p:nvCxnSpPr>
        <p:spPr>
          <a:xfrm rot="16200000" flipH="1">
            <a:off x="928758" y="6218943"/>
            <a:ext cx="1770056" cy="363326"/>
          </a:xfrm>
          <a:prstGeom prst="bentConnector2">
            <a:avLst/>
          </a:prstGeom>
          <a:ln w="9525">
            <a:solidFill>
              <a:srgbClr val="E97132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2" name="Elbow Connector 371">
            <a:extLst>
              <a:ext uri="{FF2B5EF4-FFF2-40B4-BE49-F238E27FC236}">
                <a16:creationId xmlns:a16="http://schemas.microsoft.com/office/drawing/2014/main" id="{2FDD5A8E-BD75-B33F-03DA-52F3AC4F07A6}"/>
              </a:ext>
            </a:extLst>
          </p:cNvPr>
          <p:cNvCxnSpPr>
            <a:cxnSpLocks/>
            <a:endCxn id="367" idx="1"/>
          </p:cNvCxnSpPr>
          <p:nvPr/>
        </p:nvCxnSpPr>
        <p:spPr>
          <a:xfrm rot="16200000" flipH="1">
            <a:off x="458764" y="6615867"/>
            <a:ext cx="2635504" cy="437866"/>
          </a:xfrm>
          <a:prstGeom prst="bentConnector2">
            <a:avLst/>
          </a:prstGeom>
          <a:ln w="9525">
            <a:solidFill>
              <a:srgbClr val="E97132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3" name="Elbow Connector 372">
            <a:extLst>
              <a:ext uri="{FF2B5EF4-FFF2-40B4-BE49-F238E27FC236}">
                <a16:creationId xmlns:a16="http://schemas.microsoft.com/office/drawing/2014/main" id="{F07DD8A2-E16D-0ED8-728B-93B94FCC0B92}"/>
              </a:ext>
            </a:extLst>
          </p:cNvPr>
          <p:cNvCxnSpPr>
            <a:cxnSpLocks/>
            <a:endCxn id="368" idx="1"/>
          </p:cNvCxnSpPr>
          <p:nvPr/>
        </p:nvCxnSpPr>
        <p:spPr>
          <a:xfrm rot="16200000" flipH="1">
            <a:off x="-21109" y="7023932"/>
            <a:ext cx="3524198" cy="508918"/>
          </a:xfrm>
          <a:prstGeom prst="bentConnector2">
            <a:avLst/>
          </a:prstGeom>
          <a:ln w="9525">
            <a:solidFill>
              <a:srgbClr val="E97132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4" name="TextBox 373">
            <a:extLst>
              <a:ext uri="{FF2B5EF4-FFF2-40B4-BE49-F238E27FC236}">
                <a16:creationId xmlns:a16="http://schemas.microsoft.com/office/drawing/2014/main" id="{E88397AF-A6E0-F620-3C58-1B8BB834CFB4}"/>
              </a:ext>
            </a:extLst>
          </p:cNvPr>
          <p:cNvSpPr txBox="1"/>
          <p:nvPr/>
        </p:nvSpPr>
        <p:spPr>
          <a:xfrm>
            <a:off x="1658936" y="7059014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x3</a:t>
            </a: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442492E5-FBEA-B949-C6BA-B1551A1A4029}"/>
              </a:ext>
            </a:extLst>
          </p:cNvPr>
          <p:cNvSpPr txBox="1"/>
          <p:nvPr/>
        </p:nvSpPr>
        <p:spPr>
          <a:xfrm>
            <a:off x="1658935" y="7924613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x4</a:t>
            </a: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03124403-64AD-C318-6156-D582D984D95E}"/>
              </a:ext>
            </a:extLst>
          </p:cNvPr>
          <p:cNvSpPr txBox="1"/>
          <p:nvPr/>
        </p:nvSpPr>
        <p:spPr>
          <a:xfrm>
            <a:off x="1644148" y="8812180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x5</a:t>
            </a:r>
          </a:p>
        </p:txBody>
      </p:sp>
      <p:cxnSp>
        <p:nvCxnSpPr>
          <p:cNvPr id="377" name="Straight Connector 376">
            <a:extLst>
              <a:ext uri="{FF2B5EF4-FFF2-40B4-BE49-F238E27FC236}">
                <a16:creationId xmlns:a16="http://schemas.microsoft.com/office/drawing/2014/main" id="{9A6A96E1-9830-044D-EB63-47C20C3D4DBE}"/>
              </a:ext>
            </a:extLst>
          </p:cNvPr>
          <p:cNvCxnSpPr>
            <a:cxnSpLocks/>
          </p:cNvCxnSpPr>
          <p:nvPr/>
        </p:nvCxnSpPr>
        <p:spPr>
          <a:xfrm>
            <a:off x="1477151" y="5520263"/>
            <a:ext cx="254357" cy="0"/>
          </a:xfrm>
          <a:prstGeom prst="line">
            <a:avLst/>
          </a:prstGeom>
          <a:ln w="9525">
            <a:solidFill>
              <a:srgbClr val="E97132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D3B713BE-AD85-40B0-4FE5-5C4E0FC5929A}"/>
              </a:ext>
            </a:extLst>
          </p:cNvPr>
          <p:cNvSpPr txBox="1"/>
          <p:nvPr/>
        </p:nvSpPr>
        <p:spPr>
          <a:xfrm>
            <a:off x="2852460" y="533559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A0E60E46-FB2F-B675-6C15-25171B4AD6E7}"/>
              </a:ext>
            </a:extLst>
          </p:cNvPr>
          <p:cNvSpPr/>
          <p:nvPr/>
        </p:nvSpPr>
        <p:spPr>
          <a:xfrm>
            <a:off x="3628444" y="5346903"/>
            <a:ext cx="864539" cy="359243"/>
          </a:xfrm>
          <a:prstGeom prst="rect">
            <a:avLst/>
          </a:prstGeom>
          <a:noFill/>
          <a:ln w="1905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7577C829-0B44-7A94-AE1B-9506B37E0A73}"/>
              </a:ext>
            </a:extLst>
          </p:cNvPr>
          <p:cNvSpPr/>
          <p:nvPr/>
        </p:nvSpPr>
        <p:spPr>
          <a:xfrm>
            <a:off x="3628444" y="6224331"/>
            <a:ext cx="87164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156D1F46-675E-05E7-4A98-FFB9935913AD}"/>
              </a:ext>
            </a:extLst>
          </p:cNvPr>
          <p:cNvSpPr/>
          <p:nvPr/>
        </p:nvSpPr>
        <p:spPr>
          <a:xfrm>
            <a:off x="3628442" y="7112269"/>
            <a:ext cx="871649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9154664C-00B4-7681-EA21-57ACE85B655F}"/>
              </a:ext>
            </a:extLst>
          </p:cNvPr>
          <p:cNvSpPr/>
          <p:nvPr/>
        </p:nvSpPr>
        <p:spPr>
          <a:xfrm>
            <a:off x="3628442" y="7979187"/>
            <a:ext cx="87165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0DE64335-0BB6-8BE2-0D48-6B3B5615EC8E}"/>
              </a:ext>
            </a:extLst>
          </p:cNvPr>
          <p:cNvSpPr/>
          <p:nvPr/>
        </p:nvSpPr>
        <p:spPr>
          <a:xfrm>
            <a:off x="3628442" y="8867125"/>
            <a:ext cx="87165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85" name="Elbow Connector 384">
            <a:extLst>
              <a:ext uri="{FF2B5EF4-FFF2-40B4-BE49-F238E27FC236}">
                <a16:creationId xmlns:a16="http://schemas.microsoft.com/office/drawing/2014/main" id="{2656734B-FFC4-5CE9-BFBF-C7FB3111B545}"/>
              </a:ext>
            </a:extLst>
          </p:cNvPr>
          <p:cNvCxnSpPr>
            <a:cxnSpLocks/>
            <a:stCxn id="380" idx="1"/>
            <a:endCxn id="381" idx="1"/>
          </p:cNvCxnSpPr>
          <p:nvPr/>
        </p:nvCxnSpPr>
        <p:spPr>
          <a:xfrm rot="10800000" flipV="1">
            <a:off x="3628444" y="5526525"/>
            <a:ext cx="12700" cy="877428"/>
          </a:xfrm>
          <a:prstGeom prst="bentConnector3">
            <a:avLst>
              <a:gd name="adj1" fmla="val 2454543"/>
            </a:avLst>
          </a:prstGeom>
          <a:ln w="9525">
            <a:solidFill>
              <a:srgbClr val="E97132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6" name="TextBox 385">
            <a:extLst>
              <a:ext uri="{FF2B5EF4-FFF2-40B4-BE49-F238E27FC236}">
                <a16:creationId xmlns:a16="http://schemas.microsoft.com/office/drawing/2014/main" id="{C750C1B1-31DB-774B-169E-1BE0C4291FAA}"/>
              </a:ext>
            </a:extLst>
          </p:cNvPr>
          <p:cNvSpPr txBox="1">
            <a:spLocks/>
          </p:cNvSpPr>
          <p:nvPr/>
        </p:nvSpPr>
        <p:spPr>
          <a:xfrm>
            <a:off x="3306719" y="6169378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x4</a:t>
            </a:r>
          </a:p>
        </p:txBody>
      </p:sp>
      <p:cxnSp>
        <p:nvCxnSpPr>
          <p:cNvPr id="387" name="Elbow Connector 386">
            <a:extLst>
              <a:ext uri="{FF2B5EF4-FFF2-40B4-BE49-F238E27FC236}">
                <a16:creationId xmlns:a16="http://schemas.microsoft.com/office/drawing/2014/main" id="{37C8B93E-E3F5-9A38-B923-34A8E597F477}"/>
              </a:ext>
            </a:extLst>
          </p:cNvPr>
          <p:cNvCxnSpPr>
            <a:cxnSpLocks/>
            <a:endCxn id="382" idx="1"/>
          </p:cNvCxnSpPr>
          <p:nvPr/>
        </p:nvCxnSpPr>
        <p:spPr>
          <a:xfrm rot="16200000" flipH="1">
            <a:off x="2564523" y="6227972"/>
            <a:ext cx="1764512" cy="363326"/>
          </a:xfrm>
          <a:prstGeom prst="bentConnector2">
            <a:avLst/>
          </a:prstGeom>
          <a:ln w="9525">
            <a:solidFill>
              <a:srgbClr val="E97132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8" name="Elbow Connector 387">
            <a:extLst>
              <a:ext uri="{FF2B5EF4-FFF2-40B4-BE49-F238E27FC236}">
                <a16:creationId xmlns:a16="http://schemas.microsoft.com/office/drawing/2014/main" id="{6B4DFE0E-D9F5-131D-6287-9EDF0C59BF9D}"/>
              </a:ext>
            </a:extLst>
          </p:cNvPr>
          <p:cNvCxnSpPr>
            <a:cxnSpLocks/>
            <a:endCxn id="383" idx="1"/>
          </p:cNvCxnSpPr>
          <p:nvPr/>
        </p:nvCxnSpPr>
        <p:spPr>
          <a:xfrm rot="16200000" flipH="1">
            <a:off x="2091757" y="6622124"/>
            <a:ext cx="2635504" cy="437866"/>
          </a:xfrm>
          <a:prstGeom prst="bentConnector2">
            <a:avLst/>
          </a:prstGeom>
          <a:ln w="9525">
            <a:solidFill>
              <a:srgbClr val="E97132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9" name="Elbow Connector 388">
            <a:extLst>
              <a:ext uri="{FF2B5EF4-FFF2-40B4-BE49-F238E27FC236}">
                <a16:creationId xmlns:a16="http://schemas.microsoft.com/office/drawing/2014/main" id="{F2F03BC3-7526-0330-EEFA-8F3F38D41A5C}"/>
              </a:ext>
            </a:extLst>
          </p:cNvPr>
          <p:cNvCxnSpPr>
            <a:cxnSpLocks/>
            <a:endCxn id="384" idx="1"/>
          </p:cNvCxnSpPr>
          <p:nvPr/>
        </p:nvCxnSpPr>
        <p:spPr>
          <a:xfrm rot="16200000" flipH="1">
            <a:off x="1611883" y="7030188"/>
            <a:ext cx="3524200" cy="508918"/>
          </a:xfrm>
          <a:prstGeom prst="bentConnector2">
            <a:avLst/>
          </a:prstGeom>
          <a:ln w="9525">
            <a:solidFill>
              <a:srgbClr val="E97132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0" name="TextBox 389">
            <a:extLst>
              <a:ext uri="{FF2B5EF4-FFF2-40B4-BE49-F238E27FC236}">
                <a16:creationId xmlns:a16="http://schemas.microsoft.com/office/drawing/2014/main" id="{139A6212-0F52-0654-2BB3-CF03898B90A9}"/>
              </a:ext>
            </a:extLst>
          </p:cNvPr>
          <p:cNvSpPr txBox="1"/>
          <p:nvPr/>
        </p:nvSpPr>
        <p:spPr>
          <a:xfrm>
            <a:off x="3291929" y="7065271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x9</a:t>
            </a: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4F29D4EC-C4D9-68D1-C58D-A055AF97A167}"/>
              </a:ext>
            </a:extLst>
          </p:cNvPr>
          <p:cNvSpPr txBox="1"/>
          <p:nvPr/>
        </p:nvSpPr>
        <p:spPr>
          <a:xfrm>
            <a:off x="3257463" y="7930870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x16</a:t>
            </a: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72FB3210-5AA1-83A3-15DA-308998B65E9F}"/>
              </a:ext>
            </a:extLst>
          </p:cNvPr>
          <p:cNvSpPr txBox="1"/>
          <p:nvPr/>
        </p:nvSpPr>
        <p:spPr>
          <a:xfrm>
            <a:off x="3242676" y="8818437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x25</a:t>
            </a:r>
          </a:p>
        </p:txBody>
      </p:sp>
      <p:cxnSp>
        <p:nvCxnSpPr>
          <p:cNvPr id="393" name="Straight Connector 392">
            <a:extLst>
              <a:ext uri="{FF2B5EF4-FFF2-40B4-BE49-F238E27FC236}">
                <a16:creationId xmlns:a16="http://schemas.microsoft.com/office/drawing/2014/main" id="{BACBDF31-7A52-7B9E-60EE-824C5553C58D}"/>
              </a:ext>
            </a:extLst>
          </p:cNvPr>
          <p:cNvCxnSpPr>
            <a:cxnSpLocks/>
          </p:cNvCxnSpPr>
          <p:nvPr/>
        </p:nvCxnSpPr>
        <p:spPr>
          <a:xfrm>
            <a:off x="3110144" y="5526520"/>
            <a:ext cx="254357" cy="0"/>
          </a:xfrm>
          <a:prstGeom prst="line">
            <a:avLst/>
          </a:prstGeom>
          <a:ln w="9525">
            <a:solidFill>
              <a:srgbClr val="E97132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4" name="TextBox 393">
            <a:extLst>
              <a:ext uri="{FF2B5EF4-FFF2-40B4-BE49-F238E27FC236}">
                <a16:creationId xmlns:a16="http://schemas.microsoft.com/office/drawing/2014/main" id="{F80E1085-C32C-1BAA-B144-7DC8D4C04C84}"/>
              </a:ext>
            </a:extLst>
          </p:cNvPr>
          <p:cNvSpPr txBox="1"/>
          <p:nvPr/>
        </p:nvSpPr>
        <p:spPr>
          <a:xfrm>
            <a:off x="2855680" y="621493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5" name="TextBox 394">
            <a:extLst>
              <a:ext uri="{FF2B5EF4-FFF2-40B4-BE49-F238E27FC236}">
                <a16:creationId xmlns:a16="http://schemas.microsoft.com/office/drawing/2014/main" id="{6DDD8B72-D558-6B94-3513-01B486C94AB5}"/>
              </a:ext>
            </a:extLst>
          </p:cNvPr>
          <p:cNvSpPr txBox="1"/>
          <p:nvPr/>
        </p:nvSpPr>
        <p:spPr>
          <a:xfrm>
            <a:off x="2855680" y="7097781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8FD7DD8F-F907-0BE5-64BD-52C3E71BC6B4}"/>
              </a:ext>
            </a:extLst>
          </p:cNvPr>
          <p:cNvSpPr txBox="1"/>
          <p:nvPr/>
        </p:nvSpPr>
        <p:spPr>
          <a:xfrm>
            <a:off x="2855680" y="797093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7" name="TextBox 396">
            <a:extLst>
              <a:ext uri="{FF2B5EF4-FFF2-40B4-BE49-F238E27FC236}">
                <a16:creationId xmlns:a16="http://schemas.microsoft.com/office/drawing/2014/main" id="{CD357D82-4758-24A2-CAD6-D18CE8CF162C}"/>
              </a:ext>
            </a:extLst>
          </p:cNvPr>
          <p:cNvSpPr txBox="1"/>
          <p:nvPr/>
        </p:nvSpPr>
        <p:spPr>
          <a:xfrm>
            <a:off x="2855680" y="885654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7A26B3B5-4609-AD14-6E88-25069151DE9A}"/>
              </a:ext>
            </a:extLst>
          </p:cNvPr>
          <p:cNvSpPr txBox="1"/>
          <p:nvPr/>
        </p:nvSpPr>
        <p:spPr>
          <a:xfrm>
            <a:off x="1221210" y="533559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3675884A-97E3-73C8-A1DB-010796F547C7}"/>
              </a:ext>
            </a:extLst>
          </p:cNvPr>
          <p:cNvSpPr txBox="1"/>
          <p:nvPr/>
        </p:nvSpPr>
        <p:spPr>
          <a:xfrm>
            <a:off x="1224430" y="621493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3DD64A71-5982-3F67-20E4-1392D9C3DB79}"/>
              </a:ext>
            </a:extLst>
          </p:cNvPr>
          <p:cNvSpPr txBox="1"/>
          <p:nvPr/>
        </p:nvSpPr>
        <p:spPr>
          <a:xfrm>
            <a:off x="1224430" y="7097781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5B060534-9D9C-7BB5-43CA-C78F0DE09897}"/>
              </a:ext>
            </a:extLst>
          </p:cNvPr>
          <p:cNvSpPr txBox="1"/>
          <p:nvPr/>
        </p:nvSpPr>
        <p:spPr>
          <a:xfrm>
            <a:off x="1224430" y="797093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3FBD1E96-1E03-E82B-7C7A-CA7400EEC0F9}"/>
              </a:ext>
            </a:extLst>
          </p:cNvPr>
          <p:cNvSpPr txBox="1"/>
          <p:nvPr/>
        </p:nvSpPr>
        <p:spPr>
          <a:xfrm>
            <a:off x="1224430" y="885654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1307BD5-F396-46C8-7AB4-A73590B5FF2C}"/>
              </a:ext>
            </a:extLst>
          </p:cNvPr>
          <p:cNvSpPr txBox="1"/>
          <p:nvPr/>
        </p:nvSpPr>
        <p:spPr>
          <a:xfrm>
            <a:off x="234965" y="88449"/>
            <a:ext cx="5696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Manua</a:t>
            </a:r>
            <a:r>
              <a:rPr lang="en-US" dirty="0"/>
              <a:t>l Sharing 3-of-5 24 words – Page 10</a:t>
            </a:r>
            <a:endParaRPr lang="en-US" noProof="0" dirty="0"/>
          </a:p>
        </p:txBody>
      </p: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DF333819-92C5-6152-3260-2A0F38010E0C}"/>
              </a:ext>
            </a:extLst>
          </p:cNvPr>
          <p:cNvCxnSpPr>
            <a:cxnSpLocks/>
            <a:stCxn id="357" idx="1"/>
            <a:endCxn id="361" idx="1"/>
          </p:cNvCxnSpPr>
          <p:nvPr/>
        </p:nvCxnSpPr>
        <p:spPr>
          <a:xfrm rot="10800000" flipV="1">
            <a:off x="503482" y="5520268"/>
            <a:ext cx="2" cy="3520222"/>
          </a:xfrm>
          <a:prstGeom prst="bentConnector3">
            <a:avLst>
              <a:gd name="adj1" fmla="val 11430100000"/>
            </a:avLst>
          </a:prstGeom>
          <a:ln w="9525">
            <a:solidFill>
              <a:srgbClr val="E97132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56DD3FE2-3A48-7ADF-BDEF-FF35E11A4606}"/>
              </a:ext>
            </a:extLst>
          </p:cNvPr>
          <p:cNvSpPr txBox="1">
            <a:spLocks/>
          </p:cNvSpPr>
          <p:nvPr/>
        </p:nvSpPr>
        <p:spPr>
          <a:xfrm rot="16200000">
            <a:off x="-111112" y="7162524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copy     to      all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A2434A-41C2-7EA8-48B3-E733A234E46E}"/>
              </a:ext>
            </a:extLst>
          </p:cNvPr>
          <p:cNvSpPr/>
          <p:nvPr/>
        </p:nvSpPr>
        <p:spPr>
          <a:xfrm>
            <a:off x="513992" y="715020"/>
            <a:ext cx="722557" cy="359243"/>
          </a:xfrm>
          <a:prstGeom prst="rect">
            <a:avLst/>
          </a:prstGeom>
          <a:noFill/>
          <a:ln w="28575"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9DED56-8F83-D518-7E10-F66F0392E9FF}"/>
              </a:ext>
            </a:extLst>
          </p:cNvPr>
          <p:cNvSpPr txBox="1"/>
          <p:nvPr/>
        </p:nvSpPr>
        <p:spPr>
          <a:xfrm>
            <a:off x="201600" y="519850"/>
            <a:ext cx="1335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</a:t>
            </a:r>
            <a:endParaRPr lang="en-US" sz="1000" noProof="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8183A5-EFD1-97CE-D003-7571F697B8A7}"/>
              </a:ext>
            </a:extLst>
          </p:cNvPr>
          <p:cNvSpPr txBox="1"/>
          <p:nvPr/>
        </p:nvSpPr>
        <p:spPr>
          <a:xfrm>
            <a:off x="1472400" y="5198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97132"/>
                </a:solidFill>
              </a:rPr>
              <a:t>W1.R1</a:t>
            </a:r>
            <a:endParaRPr lang="en-US" sz="1000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C07FCC-8944-9EEE-6FAE-15F78221325C}"/>
              </a:ext>
            </a:extLst>
          </p:cNvPr>
          <p:cNvSpPr/>
          <p:nvPr/>
        </p:nvSpPr>
        <p:spPr>
          <a:xfrm>
            <a:off x="2005959" y="715020"/>
            <a:ext cx="864539" cy="359243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904AC10-5E32-F1C2-F7DA-205D996C1A20}"/>
              </a:ext>
            </a:extLst>
          </p:cNvPr>
          <p:cNvSpPr txBox="1"/>
          <p:nvPr/>
        </p:nvSpPr>
        <p:spPr>
          <a:xfrm>
            <a:off x="3129886" y="518889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W1.R2</a:t>
            </a:r>
            <a:endParaRPr lang="en-US" sz="1000" noProof="0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8B7CF90-1E58-6413-3ED4-F8B900CD0A70}"/>
              </a:ext>
            </a:extLst>
          </p:cNvPr>
          <p:cNvSpPr/>
          <p:nvPr/>
        </p:nvSpPr>
        <p:spPr>
          <a:xfrm>
            <a:off x="3638952" y="721277"/>
            <a:ext cx="864539" cy="359243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DE378CF-5B1A-C941-B6EE-7881CA367B4A}"/>
              </a:ext>
            </a:extLst>
          </p:cNvPr>
          <p:cNvSpPr/>
          <p:nvPr/>
        </p:nvSpPr>
        <p:spPr>
          <a:xfrm>
            <a:off x="510944" y="1288044"/>
            <a:ext cx="722557" cy="359243"/>
          </a:xfrm>
          <a:prstGeom prst="rect">
            <a:avLst/>
          </a:prstGeom>
          <a:noFill/>
          <a:ln w="28575"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0125250-9DBF-EB6C-8BCD-F9AD72510235}"/>
              </a:ext>
            </a:extLst>
          </p:cNvPr>
          <p:cNvSpPr txBox="1"/>
          <p:nvPr/>
        </p:nvSpPr>
        <p:spPr>
          <a:xfrm>
            <a:off x="201600" y="1092250"/>
            <a:ext cx="1335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W4</a:t>
            </a:r>
            <a:endParaRPr lang="en-US" sz="1000" noProof="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CA4278F-3DA0-EB64-BB8F-3FC954E5475A}"/>
              </a:ext>
            </a:extLst>
          </p:cNvPr>
          <p:cNvSpPr txBox="1"/>
          <p:nvPr/>
        </p:nvSpPr>
        <p:spPr>
          <a:xfrm>
            <a:off x="1472400" y="1092250"/>
            <a:ext cx="1911599" cy="24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97132"/>
                </a:solidFill>
              </a:rPr>
              <a:t>W4.R1</a:t>
            </a:r>
            <a:endParaRPr lang="en-US" sz="1000" noProof="0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923389A4-3E87-CA75-8818-AF35A8A7FA9C}"/>
              </a:ext>
            </a:extLst>
          </p:cNvPr>
          <p:cNvSpPr/>
          <p:nvPr/>
        </p:nvSpPr>
        <p:spPr>
          <a:xfrm>
            <a:off x="2002911" y="1288044"/>
            <a:ext cx="864539" cy="359243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FB4A84C-4B28-D416-8D17-AD45A7BD9D1D}"/>
              </a:ext>
            </a:extLst>
          </p:cNvPr>
          <p:cNvSpPr txBox="1"/>
          <p:nvPr/>
        </p:nvSpPr>
        <p:spPr>
          <a:xfrm>
            <a:off x="3128886" y="10922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W4.R2</a:t>
            </a:r>
            <a:endParaRPr lang="en-US" sz="1000" noProof="0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2B9F0DA-C93B-1DF4-4EA9-6405D628B9E5}"/>
              </a:ext>
            </a:extLst>
          </p:cNvPr>
          <p:cNvSpPr/>
          <p:nvPr/>
        </p:nvSpPr>
        <p:spPr>
          <a:xfrm>
            <a:off x="3635904" y="1294301"/>
            <a:ext cx="864539" cy="359243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2E6CB18-01B3-F9D5-BC6D-1C505ACBDDDE}"/>
              </a:ext>
            </a:extLst>
          </p:cNvPr>
          <p:cNvSpPr/>
          <p:nvPr/>
        </p:nvSpPr>
        <p:spPr>
          <a:xfrm>
            <a:off x="510944" y="1864116"/>
            <a:ext cx="722557" cy="359243"/>
          </a:xfrm>
          <a:prstGeom prst="rect">
            <a:avLst/>
          </a:prstGeom>
          <a:noFill/>
          <a:ln w="28575"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1425589-71CD-2F74-FDF0-3AD1696DA758}"/>
              </a:ext>
            </a:extLst>
          </p:cNvPr>
          <p:cNvSpPr txBox="1"/>
          <p:nvPr/>
        </p:nvSpPr>
        <p:spPr>
          <a:xfrm>
            <a:off x="201600" y="1668250"/>
            <a:ext cx="1335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W7</a:t>
            </a:r>
            <a:endParaRPr lang="en-US" sz="1000" noProof="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B4EAE93-7BFD-DE80-DABF-514CF3B0F373}"/>
              </a:ext>
            </a:extLst>
          </p:cNvPr>
          <p:cNvSpPr txBox="1"/>
          <p:nvPr/>
        </p:nvSpPr>
        <p:spPr>
          <a:xfrm>
            <a:off x="1472400" y="16682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97132"/>
                </a:solidFill>
              </a:rPr>
              <a:t>W7.R1</a:t>
            </a:r>
            <a:endParaRPr lang="en-US" sz="1000" noProof="0" dirty="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FD62791C-2D8A-CC0E-CD2F-3E28A67B43CE}"/>
              </a:ext>
            </a:extLst>
          </p:cNvPr>
          <p:cNvSpPr/>
          <p:nvPr/>
        </p:nvSpPr>
        <p:spPr>
          <a:xfrm>
            <a:off x="2002911" y="1864116"/>
            <a:ext cx="864539" cy="359243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301271B-09D7-5C94-F0FC-DCC3F1DA8D78}"/>
              </a:ext>
            </a:extLst>
          </p:cNvPr>
          <p:cNvSpPr txBox="1"/>
          <p:nvPr/>
        </p:nvSpPr>
        <p:spPr>
          <a:xfrm>
            <a:off x="3128886" y="1668250"/>
            <a:ext cx="1911599" cy="24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W7.R2</a:t>
            </a:r>
            <a:endParaRPr lang="en-US" sz="1000" noProof="0" dirty="0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655AFD9D-2975-2577-B471-5984C74D84A6}"/>
              </a:ext>
            </a:extLst>
          </p:cNvPr>
          <p:cNvSpPr/>
          <p:nvPr/>
        </p:nvSpPr>
        <p:spPr>
          <a:xfrm>
            <a:off x="3635904" y="1870373"/>
            <a:ext cx="864539" cy="359243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E083C5F6-88DA-D621-B779-A09E9EC87B34}"/>
              </a:ext>
            </a:extLst>
          </p:cNvPr>
          <p:cNvSpPr/>
          <p:nvPr/>
        </p:nvSpPr>
        <p:spPr>
          <a:xfrm>
            <a:off x="507896" y="2437140"/>
            <a:ext cx="722557" cy="359243"/>
          </a:xfrm>
          <a:prstGeom prst="rect">
            <a:avLst/>
          </a:prstGeom>
          <a:noFill/>
          <a:ln w="28575"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FDCBDD77-64EA-95FC-4D9B-2ACBF02B0C53}"/>
              </a:ext>
            </a:extLst>
          </p:cNvPr>
          <p:cNvSpPr txBox="1"/>
          <p:nvPr/>
        </p:nvSpPr>
        <p:spPr>
          <a:xfrm>
            <a:off x="202254" y="2241018"/>
            <a:ext cx="1335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W10</a:t>
            </a:r>
            <a:endParaRPr lang="en-US" sz="1000" noProof="0" dirty="0"/>
          </a:p>
        </p:txBody>
      </p:sp>
      <p:sp>
        <p:nvSpPr>
          <p:cNvPr id="517" name="TextBox 516">
            <a:extLst>
              <a:ext uri="{FF2B5EF4-FFF2-40B4-BE49-F238E27FC236}">
                <a16:creationId xmlns:a16="http://schemas.microsoft.com/office/drawing/2014/main" id="{22C6856C-450D-D07A-9C14-9E5599B6D3F4}"/>
              </a:ext>
            </a:extLst>
          </p:cNvPr>
          <p:cNvSpPr txBox="1"/>
          <p:nvPr/>
        </p:nvSpPr>
        <p:spPr>
          <a:xfrm>
            <a:off x="1472400" y="22406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97132"/>
                </a:solidFill>
              </a:rPr>
              <a:t>W10.R1</a:t>
            </a:r>
            <a:endParaRPr lang="en-US" sz="1000" noProof="0" dirty="0"/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C7CCEA7D-ABA7-7936-4028-0CDA92D69C15}"/>
              </a:ext>
            </a:extLst>
          </p:cNvPr>
          <p:cNvSpPr/>
          <p:nvPr/>
        </p:nvSpPr>
        <p:spPr>
          <a:xfrm>
            <a:off x="1999863" y="2437140"/>
            <a:ext cx="864539" cy="359243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0EEBF712-2B68-7122-603F-9EF00F418E28}"/>
              </a:ext>
            </a:extLst>
          </p:cNvPr>
          <p:cNvSpPr txBox="1"/>
          <p:nvPr/>
        </p:nvSpPr>
        <p:spPr>
          <a:xfrm>
            <a:off x="3128886" y="22406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W10.R2</a:t>
            </a:r>
            <a:endParaRPr lang="en-US" sz="1000" noProof="0" dirty="0"/>
          </a:p>
        </p:txBody>
      </p:sp>
      <p:sp>
        <p:nvSpPr>
          <p:cNvPr id="521" name="Rectangle 520">
            <a:extLst>
              <a:ext uri="{FF2B5EF4-FFF2-40B4-BE49-F238E27FC236}">
                <a16:creationId xmlns:a16="http://schemas.microsoft.com/office/drawing/2014/main" id="{8E8BD289-AEE2-F328-D93F-8A7DD76523C1}"/>
              </a:ext>
            </a:extLst>
          </p:cNvPr>
          <p:cNvSpPr/>
          <p:nvPr/>
        </p:nvSpPr>
        <p:spPr>
          <a:xfrm>
            <a:off x="3632856" y="2443397"/>
            <a:ext cx="864539" cy="359243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B758955F-0708-CDB9-B25C-A2A5208E5D0E}"/>
              </a:ext>
            </a:extLst>
          </p:cNvPr>
          <p:cNvSpPr/>
          <p:nvPr/>
        </p:nvSpPr>
        <p:spPr>
          <a:xfrm>
            <a:off x="510944" y="3016260"/>
            <a:ext cx="722557" cy="359243"/>
          </a:xfrm>
          <a:prstGeom prst="rect">
            <a:avLst/>
          </a:prstGeom>
          <a:noFill/>
          <a:ln w="28575"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TextBox 530">
            <a:extLst>
              <a:ext uri="{FF2B5EF4-FFF2-40B4-BE49-F238E27FC236}">
                <a16:creationId xmlns:a16="http://schemas.microsoft.com/office/drawing/2014/main" id="{3DA51055-2519-ECA3-F46A-7F8C1989BBFD}"/>
              </a:ext>
            </a:extLst>
          </p:cNvPr>
          <p:cNvSpPr txBox="1"/>
          <p:nvPr/>
        </p:nvSpPr>
        <p:spPr>
          <a:xfrm>
            <a:off x="201600" y="2820250"/>
            <a:ext cx="1335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W13</a:t>
            </a:r>
            <a:endParaRPr lang="en-US" sz="1000" noProof="0" dirty="0"/>
          </a:p>
        </p:txBody>
      </p:sp>
      <p:sp>
        <p:nvSpPr>
          <p:cNvPr id="532" name="TextBox 531">
            <a:extLst>
              <a:ext uri="{FF2B5EF4-FFF2-40B4-BE49-F238E27FC236}">
                <a16:creationId xmlns:a16="http://schemas.microsoft.com/office/drawing/2014/main" id="{897C9736-DDB2-E12F-6D3F-48A6AB9CEDD6}"/>
              </a:ext>
            </a:extLst>
          </p:cNvPr>
          <p:cNvSpPr txBox="1"/>
          <p:nvPr/>
        </p:nvSpPr>
        <p:spPr>
          <a:xfrm>
            <a:off x="1472400" y="28202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97132"/>
                </a:solidFill>
              </a:rPr>
              <a:t>W13.R1</a:t>
            </a:r>
            <a:endParaRPr lang="en-US" sz="1000" noProof="0" dirty="0"/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CBD14E79-E285-5E6E-DF96-1C3C8FFDFD67}"/>
              </a:ext>
            </a:extLst>
          </p:cNvPr>
          <p:cNvSpPr/>
          <p:nvPr/>
        </p:nvSpPr>
        <p:spPr>
          <a:xfrm>
            <a:off x="2002911" y="3016260"/>
            <a:ext cx="864539" cy="359243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5" name="TextBox 534">
            <a:extLst>
              <a:ext uri="{FF2B5EF4-FFF2-40B4-BE49-F238E27FC236}">
                <a16:creationId xmlns:a16="http://schemas.microsoft.com/office/drawing/2014/main" id="{98970D89-2754-FDF8-3B35-914C57D80763}"/>
              </a:ext>
            </a:extLst>
          </p:cNvPr>
          <p:cNvSpPr txBox="1"/>
          <p:nvPr/>
        </p:nvSpPr>
        <p:spPr>
          <a:xfrm>
            <a:off x="3128886" y="28202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W13.R2</a:t>
            </a:r>
            <a:endParaRPr lang="en-US" sz="1000" noProof="0" dirty="0"/>
          </a:p>
        </p:txBody>
      </p:sp>
      <p:sp>
        <p:nvSpPr>
          <p:cNvPr id="536" name="Rectangle 535">
            <a:extLst>
              <a:ext uri="{FF2B5EF4-FFF2-40B4-BE49-F238E27FC236}">
                <a16:creationId xmlns:a16="http://schemas.microsoft.com/office/drawing/2014/main" id="{A5F50D4C-4893-1815-D70A-CAC59A91B958}"/>
              </a:ext>
            </a:extLst>
          </p:cNvPr>
          <p:cNvSpPr/>
          <p:nvPr/>
        </p:nvSpPr>
        <p:spPr>
          <a:xfrm>
            <a:off x="3635904" y="3022517"/>
            <a:ext cx="864539" cy="359243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2B734736-F32A-AC0B-E815-076C2B4B365A}"/>
              </a:ext>
            </a:extLst>
          </p:cNvPr>
          <p:cNvSpPr/>
          <p:nvPr/>
        </p:nvSpPr>
        <p:spPr>
          <a:xfrm>
            <a:off x="507896" y="3589284"/>
            <a:ext cx="722557" cy="359243"/>
          </a:xfrm>
          <a:prstGeom prst="rect">
            <a:avLst/>
          </a:prstGeom>
          <a:noFill/>
          <a:ln w="28575"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360DE95F-0B7F-D1D1-EB99-1AF7121889F9}"/>
              </a:ext>
            </a:extLst>
          </p:cNvPr>
          <p:cNvSpPr txBox="1"/>
          <p:nvPr/>
        </p:nvSpPr>
        <p:spPr>
          <a:xfrm>
            <a:off x="201600" y="3392650"/>
            <a:ext cx="1335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W16</a:t>
            </a:r>
            <a:endParaRPr lang="en-US" sz="1000" noProof="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7AF73E6C-1218-D6FD-B11E-7CEBD5BC290F}"/>
              </a:ext>
            </a:extLst>
          </p:cNvPr>
          <p:cNvSpPr txBox="1"/>
          <p:nvPr/>
        </p:nvSpPr>
        <p:spPr>
          <a:xfrm>
            <a:off x="1472400" y="33926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97132"/>
                </a:solidFill>
              </a:rPr>
              <a:t>W16.R1</a:t>
            </a:r>
            <a:endParaRPr lang="en-US" sz="1000" noProof="0" dirty="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705EDCCE-C815-9C76-60B3-C72E626274AB}"/>
              </a:ext>
            </a:extLst>
          </p:cNvPr>
          <p:cNvSpPr/>
          <p:nvPr/>
        </p:nvSpPr>
        <p:spPr>
          <a:xfrm>
            <a:off x="1999863" y="3589284"/>
            <a:ext cx="864539" cy="359243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726DBB26-4483-1557-49DF-343D7610398F}"/>
              </a:ext>
            </a:extLst>
          </p:cNvPr>
          <p:cNvSpPr txBox="1"/>
          <p:nvPr/>
        </p:nvSpPr>
        <p:spPr>
          <a:xfrm>
            <a:off x="3128886" y="33926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W16.R2</a:t>
            </a:r>
            <a:endParaRPr lang="en-US" sz="1000" noProof="0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6317E778-BEBD-C517-CE6E-6B8B747DBAD0}"/>
              </a:ext>
            </a:extLst>
          </p:cNvPr>
          <p:cNvSpPr/>
          <p:nvPr/>
        </p:nvSpPr>
        <p:spPr>
          <a:xfrm>
            <a:off x="3632856" y="3595541"/>
            <a:ext cx="864539" cy="359243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9E0A4354-24D5-4015-920C-E84AFD9FD0D6}"/>
              </a:ext>
            </a:extLst>
          </p:cNvPr>
          <p:cNvSpPr/>
          <p:nvPr/>
        </p:nvSpPr>
        <p:spPr>
          <a:xfrm>
            <a:off x="507896" y="4165356"/>
            <a:ext cx="722557" cy="359243"/>
          </a:xfrm>
          <a:prstGeom prst="rect">
            <a:avLst/>
          </a:prstGeom>
          <a:noFill/>
          <a:ln w="28575"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EBC13AA3-70F7-62ED-CF08-E02B13509EFA}"/>
              </a:ext>
            </a:extLst>
          </p:cNvPr>
          <p:cNvSpPr txBox="1"/>
          <p:nvPr/>
        </p:nvSpPr>
        <p:spPr>
          <a:xfrm>
            <a:off x="201600" y="3968650"/>
            <a:ext cx="1335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W19</a:t>
            </a:r>
            <a:endParaRPr lang="en-US" sz="1000" noProof="0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ED814556-F969-6F95-E3B6-37A8EC019EA8}"/>
              </a:ext>
            </a:extLst>
          </p:cNvPr>
          <p:cNvSpPr txBox="1"/>
          <p:nvPr/>
        </p:nvSpPr>
        <p:spPr>
          <a:xfrm>
            <a:off x="1472400" y="39686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97132"/>
                </a:solidFill>
              </a:rPr>
              <a:t>W19.R1</a:t>
            </a:r>
            <a:endParaRPr lang="en-US" sz="1000" noProof="0" dirty="0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CDA04FBD-8BFF-9098-80D6-DC1F6528275F}"/>
              </a:ext>
            </a:extLst>
          </p:cNvPr>
          <p:cNvSpPr/>
          <p:nvPr/>
        </p:nvSpPr>
        <p:spPr>
          <a:xfrm>
            <a:off x="1999863" y="4165356"/>
            <a:ext cx="864539" cy="359243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043733EE-0F1E-A34C-A4CA-BD3F766AE8A8}"/>
              </a:ext>
            </a:extLst>
          </p:cNvPr>
          <p:cNvSpPr txBox="1"/>
          <p:nvPr/>
        </p:nvSpPr>
        <p:spPr>
          <a:xfrm>
            <a:off x="3128886" y="39686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W19.R2</a:t>
            </a:r>
            <a:endParaRPr lang="en-US" sz="1000" noProof="0" dirty="0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4F2AB258-73AD-B2ED-327E-9D10140645EC}"/>
              </a:ext>
            </a:extLst>
          </p:cNvPr>
          <p:cNvSpPr/>
          <p:nvPr/>
        </p:nvSpPr>
        <p:spPr>
          <a:xfrm>
            <a:off x="3632856" y="4171613"/>
            <a:ext cx="864539" cy="359243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1A8E729D-33C0-0995-9B26-14BDA76C60DC}"/>
              </a:ext>
            </a:extLst>
          </p:cNvPr>
          <p:cNvSpPr/>
          <p:nvPr/>
        </p:nvSpPr>
        <p:spPr>
          <a:xfrm>
            <a:off x="504848" y="4738380"/>
            <a:ext cx="722557" cy="359243"/>
          </a:xfrm>
          <a:prstGeom prst="rect">
            <a:avLst/>
          </a:prstGeom>
          <a:noFill/>
          <a:ln w="28575"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E137AE66-9CC1-E2A5-0D82-B5D9047C6F74}"/>
              </a:ext>
            </a:extLst>
          </p:cNvPr>
          <p:cNvSpPr txBox="1"/>
          <p:nvPr/>
        </p:nvSpPr>
        <p:spPr>
          <a:xfrm>
            <a:off x="201600" y="4541050"/>
            <a:ext cx="1335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W22</a:t>
            </a:r>
            <a:endParaRPr lang="en-US" sz="1000" noProof="0" dirty="0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FA663DCC-8124-9D40-2899-1D785A7C9787}"/>
              </a:ext>
            </a:extLst>
          </p:cNvPr>
          <p:cNvSpPr txBox="1"/>
          <p:nvPr/>
        </p:nvSpPr>
        <p:spPr>
          <a:xfrm>
            <a:off x="1473421" y="4542251"/>
            <a:ext cx="19128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97132"/>
                </a:solidFill>
              </a:rPr>
              <a:t>W22.R1</a:t>
            </a:r>
            <a:endParaRPr lang="en-US" sz="1000" noProof="0" dirty="0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274CCD79-1D3D-F64A-0E54-CEFA3C8E3363}"/>
              </a:ext>
            </a:extLst>
          </p:cNvPr>
          <p:cNvSpPr/>
          <p:nvPr/>
        </p:nvSpPr>
        <p:spPr>
          <a:xfrm>
            <a:off x="1996815" y="4738380"/>
            <a:ext cx="864539" cy="359243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4CA2FFB5-19AC-2AD7-C2EB-C129D0244775}"/>
              </a:ext>
            </a:extLst>
          </p:cNvPr>
          <p:cNvSpPr txBox="1"/>
          <p:nvPr/>
        </p:nvSpPr>
        <p:spPr>
          <a:xfrm>
            <a:off x="3128886" y="45410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W22.R2</a:t>
            </a:r>
            <a:endParaRPr lang="en-US" sz="1000" noProof="0" dirty="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1F324988-5B78-E1A8-2DB4-4395F5BCD941}"/>
              </a:ext>
            </a:extLst>
          </p:cNvPr>
          <p:cNvSpPr/>
          <p:nvPr/>
        </p:nvSpPr>
        <p:spPr>
          <a:xfrm>
            <a:off x="3629808" y="4744637"/>
            <a:ext cx="864539" cy="359243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126BB0AF-EB62-F199-E2D3-A14E13A08061}"/>
              </a:ext>
            </a:extLst>
          </p:cNvPr>
          <p:cNvSpPr txBox="1"/>
          <p:nvPr/>
        </p:nvSpPr>
        <p:spPr>
          <a:xfrm>
            <a:off x="55425" y="5148769"/>
            <a:ext cx="16227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Sum All Above </a:t>
            </a:r>
            <a:r>
              <a:rPr lang="en-US" sz="1000" b="1" dirty="0"/>
              <a:t>+ 100</a:t>
            </a:r>
            <a:endParaRPr lang="en-US" sz="1000" b="1" noProof="0" dirty="0"/>
          </a:p>
        </p:txBody>
      </p:sp>
      <p:sp>
        <p:nvSpPr>
          <p:cNvPr id="665" name="TextBox 664">
            <a:extLst>
              <a:ext uri="{FF2B5EF4-FFF2-40B4-BE49-F238E27FC236}">
                <a16:creationId xmlns:a16="http://schemas.microsoft.com/office/drawing/2014/main" id="{24098E5B-F8BD-0EE1-90B5-7355840EAA42}"/>
              </a:ext>
            </a:extLst>
          </p:cNvPr>
          <p:cNvSpPr txBox="1"/>
          <p:nvPr/>
        </p:nvSpPr>
        <p:spPr>
          <a:xfrm>
            <a:off x="1783069" y="5138060"/>
            <a:ext cx="1288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Sum All Above</a:t>
            </a:r>
            <a:endParaRPr lang="en-US" sz="1000" noProof="0" dirty="0"/>
          </a:p>
        </p:txBody>
      </p:sp>
      <p:sp>
        <p:nvSpPr>
          <p:cNvPr id="666" name="TextBox 665">
            <a:extLst>
              <a:ext uri="{FF2B5EF4-FFF2-40B4-BE49-F238E27FC236}">
                <a16:creationId xmlns:a16="http://schemas.microsoft.com/office/drawing/2014/main" id="{3805FF1E-D174-3563-30E4-72EA8DFAF3EB}"/>
              </a:ext>
            </a:extLst>
          </p:cNvPr>
          <p:cNvSpPr txBox="1"/>
          <p:nvPr/>
        </p:nvSpPr>
        <p:spPr>
          <a:xfrm>
            <a:off x="3415380" y="5139683"/>
            <a:ext cx="1288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Sum All Above</a:t>
            </a:r>
            <a:endParaRPr lang="en-US" sz="1000" noProof="0" dirty="0"/>
          </a:p>
        </p:txBody>
      </p:sp>
      <p:pic>
        <p:nvPicPr>
          <p:cNvPr id="685" name="Picture 684" descr="A logo of a griffin&#10;&#10;AI-generated content may be incorrect.">
            <a:extLst>
              <a:ext uri="{FF2B5EF4-FFF2-40B4-BE49-F238E27FC236}">
                <a16:creationId xmlns:a16="http://schemas.microsoft.com/office/drawing/2014/main" id="{DDBC17E8-B859-67CF-D4CF-13232A41B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481" y="141553"/>
            <a:ext cx="544198" cy="544198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58EDD3-62B3-41D1-337C-F11F41334F67}"/>
              </a:ext>
            </a:extLst>
          </p:cNvPr>
          <p:cNvSpPr txBox="1"/>
          <p:nvPr/>
        </p:nvSpPr>
        <p:spPr>
          <a:xfrm>
            <a:off x="5209482" y="778664"/>
            <a:ext cx="96779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From Page 2</a:t>
            </a:r>
            <a:endParaRPr lang="en-US" sz="1000" dirty="0">
              <a:solidFill>
                <a:srgbClr val="E97132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2EA07C4-DF06-E69C-8FC8-920AE4DC17CF}"/>
              </a:ext>
            </a:extLst>
          </p:cNvPr>
          <p:cNvCxnSpPr>
            <a:cxnSpLocks/>
          </p:cNvCxnSpPr>
          <p:nvPr/>
        </p:nvCxnSpPr>
        <p:spPr>
          <a:xfrm flipH="1" flipV="1">
            <a:off x="4654301" y="906682"/>
            <a:ext cx="603823" cy="876"/>
          </a:xfrm>
          <a:prstGeom prst="straightConnector1">
            <a:avLst/>
          </a:prstGeom>
          <a:ln>
            <a:solidFill>
              <a:srgbClr val="E97132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AD0C78A-E490-05AE-B0E6-4C2336004E94}"/>
              </a:ext>
            </a:extLst>
          </p:cNvPr>
          <p:cNvSpPr txBox="1"/>
          <p:nvPr/>
        </p:nvSpPr>
        <p:spPr>
          <a:xfrm>
            <a:off x="5215845" y="1337050"/>
            <a:ext cx="96779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From Page 3</a:t>
            </a:r>
            <a:endParaRPr lang="en-US" sz="1000" dirty="0">
              <a:solidFill>
                <a:srgbClr val="E97132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E451CEC-2723-DC37-5511-C023A036CCED}"/>
              </a:ext>
            </a:extLst>
          </p:cNvPr>
          <p:cNvCxnSpPr>
            <a:cxnSpLocks/>
          </p:cNvCxnSpPr>
          <p:nvPr/>
        </p:nvCxnSpPr>
        <p:spPr>
          <a:xfrm flipH="1" flipV="1">
            <a:off x="4660664" y="1465068"/>
            <a:ext cx="603823" cy="876"/>
          </a:xfrm>
          <a:prstGeom prst="straightConnector1">
            <a:avLst/>
          </a:prstGeom>
          <a:ln>
            <a:solidFill>
              <a:srgbClr val="E97132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9CAE842-F0A0-1B43-5EAD-38BAF745247F}"/>
              </a:ext>
            </a:extLst>
          </p:cNvPr>
          <p:cNvSpPr txBox="1"/>
          <p:nvPr/>
        </p:nvSpPr>
        <p:spPr>
          <a:xfrm>
            <a:off x="5241339" y="1913050"/>
            <a:ext cx="96779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From Page 4</a:t>
            </a:r>
            <a:endParaRPr lang="en-US" sz="1000" dirty="0">
              <a:solidFill>
                <a:srgbClr val="E97132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42CD77D-5F64-1FC3-406C-00859E3FFA93}"/>
              </a:ext>
            </a:extLst>
          </p:cNvPr>
          <p:cNvCxnSpPr>
            <a:cxnSpLocks/>
          </p:cNvCxnSpPr>
          <p:nvPr/>
        </p:nvCxnSpPr>
        <p:spPr>
          <a:xfrm flipH="1" flipV="1">
            <a:off x="4686158" y="2041068"/>
            <a:ext cx="603823" cy="876"/>
          </a:xfrm>
          <a:prstGeom prst="straightConnector1">
            <a:avLst/>
          </a:prstGeom>
          <a:ln>
            <a:solidFill>
              <a:srgbClr val="E97132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55D67C8-FB12-1465-1E70-E8F3783E5980}"/>
              </a:ext>
            </a:extLst>
          </p:cNvPr>
          <p:cNvSpPr txBox="1"/>
          <p:nvPr/>
        </p:nvSpPr>
        <p:spPr>
          <a:xfrm>
            <a:off x="5216323" y="2486871"/>
            <a:ext cx="96779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From Page 5</a:t>
            </a:r>
            <a:endParaRPr lang="en-US" sz="1000" dirty="0">
              <a:solidFill>
                <a:srgbClr val="E97132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AA17346-0BE8-E60D-8B10-7AD89CB4BEF3}"/>
              </a:ext>
            </a:extLst>
          </p:cNvPr>
          <p:cNvCxnSpPr>
            <a:cxnSpLocks/>
          </p:cNvCxnSpPr>
          <p:nvPr/>
        </p:nvCxnSpPr>
        <p:spPr>
          <a:xfrm flipH="1" flipV="1">
            <a:off x="4661142" y="2614889"/>
            <a:ext cx="603823" cy="876"/>
          </a:xfrm>
          <a:prstGeom prst="straightConnector1">
            <a:avLst/>
          </a:prstGeom>
          <a:ln>
            <a:solidFill>
              <a:srgbClr val="E97132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CDD8786-868C-DF9E-1911-A4328AE7FF46}"/>
              </a:ext>
            </a:extLst>
          </p:cNvPr>
          <p:cNvSpPr txBox="1"/>
          <p:nvPr/>
        </p:nvSpPr>
        <p:spPr>
          <a:xfrm>
            <a:off x="5244389" y="3052046"/>
            <a:ext cx="96779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From Page 6</a:t>
            </a:r>
            <a:endParaRPr lang="en-US" sz="1000" dirty="0">
              <a:solidFill>
                <a:srgbClr val="E97132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A8D635B-3CAC-FDC4-F27C-CD3902865A67}"/>
              </a:ext>
            </a:extLst>
          </p:cNvPr>
          <p:cNvCxnSpPr>
            <a:cxnSpLocks/>
          </p:cNvCxnSpPr>
          <p:nvPr/>
        </p:nvCxnSpPr>
        <p:spPr>
          <a:xfrm flipH="1" flipV="1">
            <a:off x="4689208" y="3180064"/>
            <a:ext cx="603823" cy="876"/>
          </a:xfrm>
          <a:prstGeom prst="straightConnector1">
            <a:avLst/>
          </a:prstGeom>
          <a:ln>
            <a:solidFill>
              <a:srgbClr val="E97132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0FC09C9-B7F6-7431-3CE9-7C5DF51B4E6A}"/>
              </a:ext>
            </a:extLst>
          </p:cNvPr>
          <p:cNvSpPr txBox="1"/>
          <p:nvPr/>
        </p:nvSpPr>
        <p:spPr>
          <a:xfrm>
            <a:off x="5249497" y="3611512"/>
            <a:ext cx="96779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From Page 7</a:t>
            </a:r>
            <a:endParaRPr lang="en-US" sz="1000" dirty="0">
              <a:solidFill>
                <a:srgbClr val="E97132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8C0B2CF-5413-0094-095E-505F43EC0169}"/>
              </a:ext>
            </a:extLst>
          </p:cNvPr>
          <p:cNvCxnSpPr>
            <a:cxnSpLocks/>
          </p:cNvCxnSpPr>
          <p:nvPr/>
        </p:nvCxnSpPr>
        <p:spPr>
          <a:xfrm flipH="1" flipV="1">
            <a:off x="4694316" y="3739530"/>
            <a:ext cx="603823" cy="876"/>
          </a:xfrm>
          <a:prstGeom prst="straightConnector1">
            <a:avLst/>
          </a:prstGeom>
          <a:ln>
            <a:solidFill>
              <a:srgbClr val="E97132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19ADAA9-DB8F-5C83-5088-6AF61F543499}"/>
              </a:ext>
            </a:extLst>
          </p:cNvPr>
          <p:cNvSpPr txBox="1"/>
          <p:nvPr/>
        </p:nvSpPr>
        <p:spPr>
          <a:xfrm>
            <a:off x="5249498" y="4204238"/>
            <a:ext cx="96779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From Page 8</a:t>
            </a:r>
            <a:endParaRPr lang="en-US" sz="1000" dirty="0">
              <a:solidFill>
                <a:srgbClr val="E97132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FC7F86E-C2FF-A4D1-D46F-E0F66325139E}"/>
              </a:ext>
            </a:extLst>
          </p:cNvPr>
          <p:cNvCxnSpPr>
            <a:cxnSpLocks/>
          </p:cNvCxnSpPr>
          <p:nvPr/>
        </p:nvCxnSpPr>
        <p:spPr>
          <a:xfrm flipH="1" flipV="1">
            <a:off x="4694317" y="4332256"/>
            <a:ext cx="603823" cy="876"/>
          </a:xfrm>
          <a:prstGeom prst="straightConnector1">
            <a:avLst/>
          </a:prstGeom>
          <a:ln>
            <a:solidFill>
              <a:srgbClr val="E97132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3A20842-3330-B1B3-0981-B2219D942CAB}"/>
              </a:ext>
            </a:extLst>
          </p:cNvPr>
          <p:cNvSpPr txBox="1"/>
          <p:nvPr/>
        </p:nvSpPr>
        <p:spPr>
          <a:xfrm>
            <a:off x="5249497" y="4790298"/>
            <a:ext cx="96779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From Page 9</a:t>
            </a:r>
            <a:endParaRPr lang="en-US" sz="1000" dirty="0">
              <a:solidFill>
                <a:srgbClr val="E97132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27BC21B-FEAB-7E21-0B02-D0A7EC4C8BDC}"/>
              </a:ext>
            </a:extLst>
          </p:cNvPr>
          <p:cNvCxnSpPr>
            <a:cxnSpLocks/>
          </p:cNvCxnSpPr>
          <p:nvPr/>
        </p:nvCxnSpPr>
        <p:spPr>
          <a:xfrm flipH="1" flipV="1">
            <a:off x="4694316" y="4918316"/>
            <a:ext cx="603823" cy="876"/>
          </a:xfrm>
          <a:prstGeom prst="straightConnector1">
            <a:avLst/>
          </a:prstGeom>
          <a:ln>
            <a:solidFill>
              <a:srgbClr val="E97132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1963F98-3B82-8216-1E81-B65F8C5C18DA}"/>
              </a:ext>
            </a:extLst>
          </p:cNvPr>
          <p:cNvSpPr txBox="1"/>
          <p:nvPr/>
        </p:nvSpPr>
        <p:spPr>
          <a:xfrm>
            <a:off x="251727" y="339889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</a:t>
            </a:r>
            <a:r>
              <a:rPr lang="en-US" sz="800" b="1" dirty="0"/>
              <a:t>Mod</a:t>
            </a:r>
            <a:r>
              <a:rPr lang="en-US" sz="800" dirty="0"/>
              <a:t>, divide by 2053, subtract the number before the dot, multiply the result by 2053. Roud the result.</a:t>
            </a:r>
            <a:endParaRPr lang="en-US" sz="600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1B8FC8-C77A-46D0-C5BF-650EB836C175}"/>
              </a:ext>
            </a:extLst>
          </p:cNvPr>
          <p:cNvSpPr txBox="1"/>
          <p:nvPr/>
        </p:nvSpPr>
        <p:spPr>
          <a:xfrm>
            <a:off x="4421776" y="5397152"/>
            <a:ext cx="86453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C53A6ED-AEA8-E430-DFB7-D6DA45529A3C}"/>
              </a:ext>
            </a:extLst>
          </p:cNvPr>
          <p:cNvSpPr/>
          <p:nvPr/>
        </p:nvSpPr>
        <p:spPr>
          <a:xfrm>
            <a:off x="5198229" y="5351192"/>
            <a:ext cx="722557" cy="359243"/>
          </a:xfrm>
          <a:prstGeom prst="rect">
            <a:avLst/>
          </a:prstGeom>
          <a:noFill/>
          <a:ln>
            <a:solidFill>
              <a:srgbClr val="E9713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B558124-C531-260B-A34A-2245784B7A80}"/>
              </a:ext>
            </a:extLst>
          </p:cNvPr>
          <p:cNvSpPr/>
          <p:nvPr/>
        </p:nvSpPr>
        <p:spPr>
          <a:xfrm>
            <a:off x="5198229" y="6228620"/>
            <a:ext cx="722557" cy="359243"/>
          </a:xfrm>
          <a:prstGeom prst="rect">
            <a:avLst/>
          </a:prstGeom>
          <a:noFill/>
          <a:ln>
            <a:solidFill>
              <a:srgbClr val="E97132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28FE2D0-7593-7028-871B-9C8FBCB17B23}"/>
              </a:ext>
            </a:extLst>
          </p:cNvPr>
          <p:cNvSpPr/>
          <p:nvPr/>
        </p:nvSpPr>
        <p:spPr>
          <a:xfrm>
            <a:off x="5198228" y="7116558"/>
            <a:ext cx="722557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FBE343D-4EF0-D950-A729-80B140AD0EB7}"/>
              </a:ext>
            </a:extLst>
          </p:cNvPr>
          <p:cNvSpPr/>
          <p:nvPr/>
        </p:nvSpPr>
        <p:spPr>
          <a:xfrm>
            <a:off x="5198227" y="7983476"/>
            <a:ext cx="722557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6F453CA-6911-A4F5-72D0-42F3F6447F6C}"/>
              </a:ext>
            </a:extLst>
          </p:cNvPr>
          <p:cNvSpPr/>
          <p:nvPr/>
        </p:nvSpPr>
        <p:spPr>
          <a:xfrm>
            <a:off x="5198227" y="8871414"/>
            <a:ext cx="722557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3D30FE4-901D-788F-F6D8-FB8BD8F5E4C9}"/>
              </a:ext>
            </a:extLst>
          </p:cNvPr>
          <p:cNvSpPr txBox="1"/>
          <p:nvPr/>
        </p:nvSpPr>
        <p:spPr>
          <a:xfrm>
            <a:off x="4421776" y="6281854"/>
            <a:ext cx="86453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6EF5971-0A3F-94A5-8BF1-2FB1CBEBAF01}"/>
              </a:ext>
            </a:extLst>
          </p:cNvPr>
          <p:cNvSpPr txBox="1"/>
          <p:nvPr/>
        </p:nvSpPr>
        <p:spPr>
          <a:xfrm>
            <a:off x="4419360" y="7174484"/>
            <a:ext cx="86453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3DF040E-BF16-9680-2B00-D8CE2393D13B}"/>
              </a:ext>
            </a:extLst>
          </p:cNvPr>
          <p:cNvSpPr txBox="1"/>
          <p:nvPr/>
        </p:nvSpPr>
        <p:spPr>
          <a:xfrm>
            <a:off x="4416890" y="8039293"/>
            <a:ext cx="86453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8B5C3-CD2F-2A10-B7CC-900F702F7C12}"/>
              </a:ext>
            </a:extLst>
          </p:cNvPr>
          <p:cNvSpPr txBox="1"/>
          <p:nvPr/>
        </p:nvSpPr>
        <p:spPr>
          <a:xfrm>
            <a:off x="4419312" y="8927086"/>
            <a:ext cx="86453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3DF2573-AE09-9FB0-7179-FBF66C83B9B9}"/>
              </a:ext>
            </a:extLst>
          </p:cNvPr>
          <p:cNvSpPr txBox="1"/>
          <p:nvPr/>
        </p:nvSpPr>
        <p:spPr>
          <a:xfrm>
            <a:off x="4270347" y="9226422"/>
            <a:ext cx="259166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E97132"/>
                </a:solidFill>
              </a:rPr>
              <a:t>C1.S5</a:t>
            </a:r>
            <a:r>
              <a:rPr lang="en-US" sz="1000" dirty="0"/>
              <a:t>=</a:t>
            </a:r>
            <a:r>
              <a:rPr lang="en-US" sz="1000" dirty="0">
                <a:solidFill>
                  <a:srgbClr val="E97132"/>
                </a:solidFill>
              </a:rPr>
              <a:t>W1.S5</a:t>
            </a:r>
            <a:r>
              <a:rPr lang="en-US" sz="1000" noProof="0" dirty="0"/>
              <a:t>+</a:t>
            </a:r>
            <a:r>
              <a:rPr lang="en-US" sz="1000" dirty="0">
                <a:solidFill>
                  <a:srgbClr val="E97132"/>
                </a:solidFill>
              </a:rPr>
              <a:t>W4.S5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E97132"/>
                </a:solidFill>
              </a:rPr>
              <a:t>W7.S5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E97132"/>
                </a:solidFill>
              </a:rPr>
              <a:t>W10.S5</a:t>
            </a:r>
            <a:br>
              <a:rPr lang="en-US" sz="1000" dirty="0">
                <a:solidFill>
                  <a:srgbClr val="A02A93"/>
                </a:solidFill>
              </a:rPr>
            </a:br>
            <a:r>
              <a:rPr lang="en-US" sz="1000" dirty="0"/>
              <a:t>+</a:t>
            </a:r>
            <a:r>
              <a:rPr lang="en-US" sz="1000" dirty="0">
                <a:solidFill>
                  <a:srgbClr val="E97132"/>
                </a:solidFill>
              </a:rPr>
              <a:t>W13.S5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E97132"/>
                </a:solidFill>
              </a:rPr>
              <a:t>W16.S5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E97132"/>
                </a:solidFill>
              </a:rPr>
              <a:t>W19.S5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E97132"/>
                </a:solidFill>
              </a:rPr>
              <a:t>W22.S5</a:t>
            </a:r>
            <a:r>
              <a:rPr lang="en-US" sz="1000" dirty="0"/>
              <a:t>+100</a:t>
            </a:r>
            <a:r>
              <a:rPr lang="en-US" sz="600" dirty="0"/>
              <a:t> Mod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9F98F9-A71E-528E-0D39-C6E1648B3805}"/>
              </a:ext>
            </a:extLst>
          </p:cNvPr>
          <p:cNvSpPr/>
          <p:nvPr/>
        </p:nvSpPr>
        <p:spPr>
          <a:xfrm>
            <a:off x="6115478" y="9106582"/>
            <a:ext cx="119801" cy="119801"/>
          </a:xfrm>
          <a:prstGeom prst="rect">
            <a:avLst/>
          </a:prstGeom>
          <a:noFill/>
          <a:ln w="9525">
            <a:solidFill>
              <a:srgbClr val="E9713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2328B8A-A023-514B-8F2E-4AF630242F04}"/>
              </a:ext>
            </a:extLst>
          </p:cNvPr>
          <p:cNvSpPr/>
          <p:nvPr/>
        </p:nvSpPr>
        <p:spPr>
          <a:xfrm>
            <a:off x="6115478" y="8874089"/>
            <a:ext cx="119801" cy="119801"/>
          </a:xfrm>
          <a:prstGeom prst="rect">
            <a:avLst/>
          </a:prstGeom>
          <a:noFill/>
          <a:ln w="9525">
            <a:solidFill>
              <a:srgbClr val="E9713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2748FE-C399-75D8-0F82-F6FC465BCD17}"/>
              </a:ext>
            </a:extLst>
          </p:cNvPr>
          <p:cNvSpPr txBox="1"/>
          <p:nvPr/>
        </p:nvSpPr>
        <p:spPr>
          <a:xfrm>
            <a:off x="4266332" y="8343112"/>
            <a:ext cx="259166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E97132"/>
                </a:solidFill>
              </a:rPr>
              <a:t>C1.S4</a:t>
            </a:r>
            <a:r>
              <a:rPr lang="en-US" sz="1000" dirty="0"/>
              <a:t>=</a:t>
            </a:r>
            <a:r>
              <a:rPr lang="en-US" sz="1000" dirty="0">
                <a:solidFill>
                  <a:srgbClr val="E97132"/>
                </a:solidFill>
              </a:rPr>
              <a:t>W1.S4</a:t>
            </a:r>
            <a:r>
              <a:rPr lang="en-US" sz="1000" noProof="0" dirty="0"/>
              <a:t>+</a:t>
            </a:r>
            <a:r>
              <a:rPr lang="en-US" sz="1000" dirty="0">
                <a:solidFill>
                  <a:srgbClr val="E97132"/>
                </a:solidFill>
              </a:rPr>
              <a:t>W4.S4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E97132"/>
                </a:solidFill>
              </a:rPr>
              <a:t>W7.S4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E97132"/>
                </a:solidFill>
              </a:rPr>
              <a:t>W10.S4</a:t>
            </a:r>
            <a:br>
              <a:rPr lang="en-US" sz="1000" dirty="0">
                <a:solidFill>
                  <a:srgbClr val="A02A93"/>
                </a:solidFill>
              </a:rPr>
            </a:br>
            <a:r>
              <a:rPr lang="en-US" sz="1000" dirty="0"/>
              <a:t>+</a:t>
            </a:r>
            <a:r>
              <a:rPr lang="en-US" sz="1000" dirty="0">
                <a:solidFill>
                  <a:srgbClr val="E97132"/>
                </a:solidFill>
              </a:rPr>
              <a:t>W13.S4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E97132"/>
                </a:solidFill>
              </a:rPr>
              <a:t>W16.S4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E97132"/>
                </a:solidFill>
              </a:rPr>
              <a:t>W19.S4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E97132"/>
                </a:solidFill>
              </a:rPr>
              <a:t>W22.S4</a:t>
            </a:r>
            <a:r>
              <a:rPr lang="en-US" sz="1000" dirty="0"/>
              <a:t>+100</a:t>
            </a:r>
            <a:r>
              <a:rPr lang="en-US" sz="600" dirty="0"/>
              <a:t> Mod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D9014E0-06AD-7051-280A-AA40BFE871EC}"/>
              </a:ext>
            </a:extLst>
          </p:cNvPr>
          <p:cNvSpPr/>
          <p:nvPr/>
        </p:nvSpPr>
        <p:spPr>
          <a:xfrm>
            <a:off x="6133744" y="8219034"/>
            <a:ext cx="119801" cy="119801"/>
          </a:xfrm>
          <a:prstGeom prst="rect">
            <a:avLst/>
          </a:prstGeom>
          <a:noFill/>
          <a:ln w="9525">
            <a:solidFill>
              <a:srgbClr val="E9713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45FA046-066C-C41D-8304-F54188965EA7}"/>
              </a:ext>
            </a:extLst>
          </p:cNvPr>
          <p:cNvSpPr/>
          <p:nvPr/>
        </p:nvSpPr>
        <p:spPr>
          <a:xfrm>
            <a:off x="6133744" y="7986541"/>
            <a:ext cx="119801" cy="119801"/>
          </a:xfrm>
          <a:prstGeom prst="rect">
            <a:avLst/>
          </a:prstGeom>
          <a:noFill/>
          <a:ln w="9525">
            <a:solidFill>
              <a:srgbClr val="E9713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261DC04-8428-4C56-D4C2-38F3D3F6EAE2}"/>
              </a:ext>
            </a:extLst>
          </p:cNvPr>
          <p:cNvSpPr txBox="1"/>
          <p:nvPr/>
        </p:nvSpPr>
        <p:spPr>
          <a:xfrm>
            <a:off x="4266332" y="7475484"/>
            <a:ext cx="259166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E97132"/>
                </a:solidFill>
              </a:rPr>
              <a:t>C1.S3</a:t>
            </a:r>
            <a:r>
              <a:rPr lang="en-US" sz="1000" dirty="0"/>
              <a:t>=</a:t>
            </a:r>
            <a:r>
              <a:rPr lang="en-US" sz="1000" dirty="0">
                <a:solidFill>
                  <a:srgbClr val="E97132"/>
                </a:solidFill>
              </a:rPr>
              <a:t>W1.S3</a:t>
            </a:r>
            <a:r>
              <a:rPr lang="en-US" sz="1000" noProof="0" dirty="0"/>
              <a:t>+</a:t>
            </a:r>
            <a:r>
              <a:rPr lang="en-US" sz="1000" dirty="0">
                <a:solidFill>
                  <a:srgbClr val="E97132"/>
                </a:solidFill>
              </a:rPr>
              <a:t>W4.S3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E97132"/>
                </a:solidFill>
              </a:rPr>
              <a:t>W7.S3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E97132"/>
                </a:solidFill>
              </a:rPr>
              <a:t>W10.S3</a:t>
            </a:r>
            <a:br>
              <a:rPr lang="en-US" sz="1000" dirty="0">
                <a:solidFill>
                  <a:srgbClr val="A02A93"/>
                </a:solidFill>
              </a:rPr>
            </a:br>
            <a:r>
              <a:rPr lang="en-US" sz="1000" dirty="0"/>
              <a:t>+</a:t>
            </a:r>
            <a:r>
              <a:rPr lang="en-US" sz="1000" dirty="0">
                <a:solidFill>
                  <a:srgbClr val="E97132"/>
                </a:solidFill>
              </a:rPr>
              <a:t>W13.S3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E97132"/>
                </a:solidFill>
              </a:rPr>
              <a:t>W16.S3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E97132"/>
                </a:solidFill>
              </a:rPr>
              <a:t>W19.S3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E97132"/>
                </a:solidFill>
              </a:rPr>
              <a:t>W22.S3</a:t>
            </a:r>
            <a:r>
              <a:rPr lang="en-US" sz="1000" dirty="0"/>
              <a:t>+100</a:t>
            </a:r>
            <a:r>
              <a:rPr lang="en-US" sz="600" dirty="0"/>
              <a:t> Mod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CDAEBA0-4A46-73C2-9950-06B4CD3F99ED}"/>
              </a:ext>
            </a:extLst>
          </p:cNvPr>
          <p:cNvSpPr/>
          <p:nvPr/>
        </p:nvSpPr>
        <p:spPr>
          <a:xfrm>
            <a:off x="6133744" y="7351406"/>
            <a:ext cx="119801" cy="119801"/>
          </a:xfrm>
          <a:prstGeom prst="rect">
            <a:avLst/>
          </a:prstGeom>
          <a:noFill/>
          <a:ln w="9525">
            <a:solidFill>
              <a:srgbClr val="E9713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CA59F8B-23B3-8D14-48A8-0DAFE156BFC8}"/>
              </a:ext>
            </a:extLst>
          </p:cNvPr>
          <p:cNvSpPr/>
          <p:nvPr/>
        </p:nvSpPr>
        <p:spPr>
          <a:xfrm>
            <a:off x="6133744" y="7118913"/>
            <a:ext cx="119801" cy="119801"/>
          </a:xfrm>
          <a:prstGeom prst="rect">
            <a:avLst/>
          </a:prstGeom>
          <a:noFill/>
          <a:ln w="9525">
            <a:solidFill>
              <a:srgbClr val="E9713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FE9DCEC-86B1-3513-EF5B-BE057299B4BC}"/>
              </a:ext>
            </a:extLst>
          </p:cNvPr>
          <p:cNvSpPr txBox="1"/>
          <p:nvPr/>
        </p:nvSpPr>
        <p:spPr>
          <a:xfrm>
            <a:off x="4266332" y="6585191"/>
            <a:ext cx="259166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E97132"/>
                </a:solidFill>
              </a:rPr>
              <a:t>C1.S2</a:t>
            </a:r>
            <a:r>
              <a:rPr lang="en-US" sz="1000" dirty="0"/>
              <a:t>=</a:t>
            </a:r>
            <a:r>
              <a:rPr lang="en-US" sz="1000" dirty="0">
                <a:solidFill>
                  <a:srgbClr val="E97132"/>
                </a:solidFill>
              </a:rPr>
              <a:t>W1.S2</a:t>
            </a:r>
            <a:r>
              <a:rPr lang="en-US" sz="1000" noProof="0" dirty="0"/>
              <a:t>+</a:t>
            </a:r>
            <a:r>
              <a:rPr lang="en-US" sz="1000" dirty="0">
                <a:solidFill>
                  <a:srgbClr val="E97132"/>
                </a:solidFill>
              </a:rPr>
              <a:t>W4.S2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E97132"/>
                </a:solidFill>
              </a:rPr>
              <a:t>W7.S2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E97132"/>
                </a:solidFill>
              </a:rPr>
              <a:t>W10.S2</a:t>
            </a:r>
            <a:br>
              <a:rPr lang="en-US" sz="1000" dirty="0">
                <a:solidFill>
                  <a:srgbClr val="A02A93"/>
                </a:solidFill>
              </a:rPr>
            </a:br>
            <a:r>
              <a:rPr lang="en-US" sz="1000" dirty="0"/>
              <a:t>+</a:t>
            </a:r>
            <a:r>
              <a:rPr lang="en-US" sz="1000" dirty="0">
                <a:solidFill>
                  <a:srgbClr val="E97132"/>
                </a:solidFill>
              </a:rPr>
              <a:t>W13.S2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E97132"/>
                </a:solidFill>
              </a:rPr>
              <a:t>W16.S2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E97132"/>
                </a:solidFill>
              </a:rPr>
              <a:t>W19.S2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E97132"/>
                </a:solidFill>
              </a:rPr>
              <a:t>W22.S2</a:t>
            </a:r>
            <a:r>
              <a:rPr lang="en-US" sz="1000" dirty="0"/>
              <a:t>+100</a:t>
            </a:r>
            <a:r>
              <a:rPr lang="en-US" sz="600" dirty="0"/>
              <a:t> Mod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0931FBC-975F-4F0B-4BF1-A72D07C04CBE}"/>
              </a:ext>
            </a:extLst>
          </p:cNvPr>
          <p:cNvSpPr/>
          <p:nvPr/>
        </p:nvSpPr>
        <p:spPr>
          <a:xfrm>
            <a:off x="6133744" y="6461113"/>
            <a:ext cx="119801" cy="119801"/>
          </a:xfrm>
          <a:prstGeom prst="rect">
            <a:avLst/>
          </a:prstGeom>
          <a:noFill/>
          <a:ln w="9525">
            <a:solidFill>
              <a:srgbClr val="E9713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29B4E4C-58C8-E8CD-EFB4-0C33891F9B13}"/>
              </a:ext>
            </a:extLst>
          </p:cNvPr>
          <p:cNvSpPr/>
          <p:nvPr/>
        </p:nvSpPr>
        <p:spPr>
          <a:xfrm>
            <a:off x="6133744" y="6228620"/>
            <a:ext cx="119801" cy="119801"/>
          </a:xfrm>
          <a:prstGeom prst="rect">
            <a:avLst/>
          </a:prstGeom>
          <a:noFill/>
          <a:ln w="9525">
            <a:solidFill>
              <a:srgbClr val="E9713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5D761AB-B120-E78A-5A28-D390EF7B8564}"/>
              </a:ext>
            </a:extLst>
          </p:cNvPr>
          <p:cNvSpPr txBox="1"/>
          <p:nvPr/>
        </p:nvSpPr>
        <p:spPr>
          <a:xfrm>
            <a:off x="4264282" y="5707763"/>
            <a:ext cx="259166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E97132"/>
                </a:solidFill>
              </a:rPr>
              <a:t>C1.S1</a:t>
            </a:r>
            <a:r>
              <a:rPr lang="en-US" sz="1000" dirty="0"/>
              <a:t>=</a:t>
            </a:r>
            <a:r>
              <a:rPr lang="en-US" sz="1000" dirty="0">
                <a:solidFill>
                  <a:srgbClr val="E97132"/>
                </a:solidFill>
              </a:rPr>
              <a:t>W1.S1</a:t>
            </a:r>
            <a:r>
              <a:rPr lang="en-US" sz="1000" noProof="0" dirty="0"/>
              <a:t>+</a:t>
            </a:r>
            <a:r>
              <a:rPr lang="en-US" sz="1000" dirty="0">
                <a:solidFill>
                  <a:srgbClr val="E97132"/>
                </a:solidFill>
              </a:rPr>
              <a:t>W4.S1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E97132"/>
                </a:solidFill>
              </a:rPr>
              <a:t>W7.S1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E97132"/>
                </a:solidFill>
              </a:rPr>
              <a:t>W10.S1</a:t>
            </a:r>
            <a:br>
              <a:rPr lang="en-US" sz="1000" dirty="0">
                <a:solidFill>
                  <a:srgbClr val="A02A93"/>
                </a:solidFill>
              </a:rPr>
            </a:br>
            <a:r>
              <a:rPr lang="en-US" sz="1000" dirty="0"/>
              <a:t>+</a:t>
            </a:r>
            <a:r>
              <a:rPr lang="en-US" sz="1000" dirty="0">
                <a:solidFill>
                  <a:srgbClr val="E97132"/>
                </a:solidFill>
              </a:rPr>
              <a:t>W13.S1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E97132"/>
                </a:solidFill>
              </a:rPr>
              <a:t>W16.S1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E97132"/>
                </a:solidFill>
              </a:rPr>
              <a:t>W19.S1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E97132"/>
                </a:solidFill>
              </a:rPr>
              <a:t>W22.S1</a:t>
            </a:r>
            <a:r>
              <a:rPr lang="en-US" sz="1000" dirty="0"/>
              <a:t>+100</a:t>
            </a:r>
            <a:r>
              <a:rPr lang="en-US" sz="600" dirty="0"/>
              <a:t> Mod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16FD07E-A4E6-FB12-C9C4-D10B7E2877A5}"/>
              </a:ext>
            </a:extLst>
          </p:cNvPr>
          <p:cNvSpPr/>
          <p:nvPr/>
        </p:nvSpPr>
        <p:spPr>
          <a:xfrm>
            <a:off x="6131694" y="5583685"/>
            <a:ext cx="119801" cy="119801"/>
          </a:xfrm>
          <a:prstGeom prst="rect">
            <a:avLst/>
          </a:prstGeom>
          <a:noFill/>
          <a:ln w="9525">
            <a:solidFill>
              <a:srgbClr val="E9713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56A09C6-6042-23DF-7923-F6FF25236975}"/>
              </a:ext>
            </a:extLst>
          </p:cNvPr>
          <p:cNvSpPr/>
          <p:nvPr/>
        </p:nvSpPr>
        <p:spPr>
          <a:xfrm>
            <a:off x="6131694" y="5351192"/>
            <a:ext cx="119801" cy="119801"/>
          </a:xfrm>
          <a:prstGeom prst="rect">
            <a:avLst/>
          </a:prstGeom>
          <a:noFill/>
          <a:ln w="9525">
            <a:solidFill>
              <a:srgbClr val="E9713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31D6348-8645-EB2F-248A-651333DE2699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</p:spTree>
    <p:extLst>
      <p:ext uri="{BB962C8B-B14F-4D97-AF65-F5344CB8AC3E}">
        <p14:creationId xmlns:p14="http://schemas.microsoft.com/office/powerpoint/2010/main" val="671588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68096FD-C595-7CBB-D16D-CDC963C15D49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5E67941C-EDCC-6EF9-DD80-D21907A2AA65}"/>
              </a:ext>
            </a:extLst>
          </p:cNvPr>
          <p:cNvSpPr/>
          <p:nvPr/>
        </p:nvSpPr>
        <p:spPr>
          <a:xfrm>
            <a:off x="503484" y="5340646"/>
            <a:ext cx="722557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01F4ADEA-ED57-5A96-3ED8-7B74F42F5E7A}"/>
              </a:ext>
            </a:extLst>
          </p:cNvPr>
          <p:cNvSpPr/>
          <p:nvPr/>
        </p:nvSpPr>
        <p:spPr>
          <a:xfrm>
            <a:off x="503484" y="6218074"/>
            <a:ext cx="722557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071B9C17-8ACC-EA57-3956-9361E1551A76}"/>
              </a:ext>
            </a:extLst>
          </p:cNvPr>
          <p:cNvSpPr/>
          <p:nvPr/>
        </p:nvSpPr>
        <p:spPr>
          <a:xfrm>
            <a:off x="503483" y="7106012"/>
            <a:ext cx="722557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E8802721-4777-4CB6-FCB2-941EB4F41A06}"/>
              </a:ext>
            </a:extLst>
          </p:cNvPr>
          <p:cNvSpPr/>
          <p:nvPr/>
        </p:nvSpPr>
        <p:spPr>
          <a:xfrm>
            <a:off x="503482" y="7972930"/>
            <a:ext cx="722557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99C756E2-2422-C889-8E23-F289CEA90548}"/>
              </a:ext>
            </a:extLst>
          </p:cNvPr>
          <p:cNvSpPr/>
          <p:nvPr/>
        </p:nvSpPr>
        <p:spPr>
          <a:xfrm>
            <a:off x="503482" y="8860868"/>
            <a:ext cx="722557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D70A748E-69DE-2C66-B82F-9D1E6D51B6B2}"/>
              </a:ext>
            </a:extLst>
          </p:cNvPr>
          <p:cNvSpPr/>
          <p:nvPr/>
        </p:nvSpPr>
        <p:spPr>
          <a:xfrm>
            <a:off x="1995451" y="5340646"/>
            <a:ext cx="864539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BC896361-FF36-6473-4D16-D4CAC699921B}"/>
              </a:ext>
            </a:extLst>
          </p:cNvPr>
          <p:cNvSpPr/>
          <p:nvPr/>
        </p:nvSpPr>
        <p:spPr>
          <a:xfrm>
            <a:off x="1995451" y="6218074"/>
            <a:ext cx="871647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CA2EE003-A86B-BA9D-99D1-60BC58C486D3}"/>
              </a:ext>
            </a:extLst>
          </p:cNvPr>
          <p:cNvSpPr/>
          <p:nvPr/>
        </p:nvSpPr>
        <p:spPr>
          <a:xfrm>
            <a:off x="1995449" y="7106012"/>
            <a:ext cx="871649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BB14ECAF-7DBE-0431-113D-AB217E5C2F16}"/>
              </a:ext>
            </a:extLst>
          </p:cNvPr>
          <p:cNvSpPr/>
          <p:nvPr/>
        </p:nvSpPr>
        <p:spPr>
          <a:xfrm>
            <a:off x="1995449" y="7972930"/>
            <a:ext cx="87165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D3046548-8169-5987-4068-39EDFB28027A}"/>
              </a:ext>
            </a:extLst>
          </p:cNvPr>
          <p:cNvSpPr/>
          <p:nvPr/>
        </p:nvSpPr>
        <p:spPr>
          <a:xfrm>
            <a:off x="1995449" y="8860868"/>
            <a:ext cx="87165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69" name="Elbow Connector 368">
            <a:extLst>
              <a:ext uri="{FF2B5EF4-FFF2-40B4-BE49-F238E27FC236}">
                <a16:creationId xmlns:a16="http://schemas.microsoft.com/office/drawing/2014/main" id="{13473A79-81BA-FC8C-6B30-C721CAD8E019}"/>
              </a:ext>
            </a:extLst>
          </p:cNvPr>
          <p:cNvCxnSpPr>
            <a:cxnSpLocks/>
            <a:stCxn id="364" idx="1"/>
            <a:endCxn id="365" idx="1"/>
          </p:cNvCxnSpPr>
          <p:nvPr/>
        </p:nvCxnSpPr>
        <p:spPr>
          <a:xfrm rot="10800000" flipV="1">
            <a:off x="1995451" y="5520268"/>
            <a:ext cx="12700" cy="877428"/>
          </a:xfrm>
          <a:prstGeom prst="bentConnector3">
            <a:avLst>
              <a:gd name="adj1" fmla="val 2454551"/>
            </a:avLst>
          </a:prstGeom>
          <a:ln w="9525">
            <a:solidFill>
              <a:srgbClr val="0F9ED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0" name="TextBox 369">
            <a:extLst>
              <a:ext uri="{FF2B5EF4-FFF2-40B4-BE49-F238E27FC236}">
                <a16:creationId xmlns:a16="http://schemas.microsoft.com/office/drawing/2014/main" id="{4C3BACD6-CB7A-1185-FF0E-4A4732BF57CF}"/>
              </a:ext>
            </a:extLst>
          </p:cNvPr>
          <p:cNvSpPr txBox="1">
            <a:spLocks/>
          </p:cNvSpPr>
          <p:nvPr/>
        </p:nvSpPr>
        <p:spPr>
          <a:xfrm>
            <a:off x="1673726" y="6163121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>
                <a:solidFill>
                  <a:srgbClr val="0F9ED5"/>
                </a:solidFill>
              </a:rPr>
              <a:t>x2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cxnSp>
        <p:nvCxnSpPr>
          <p:cNvPr id="371" name="Elbow Connector 370">
            <a:extLst>
              <a:ext uri="{FF2B5EF4-FFF2-40B4-BE49-F238E27FC236}">
                <a16:creationId xmlns:a16="http://schemas.microsoft.com/office/drawing/2014/main" id="{B7859023-CC19-7FD9-AB82-07357112E78D}"/>
              </a:ext>
            </a:extLst>
          </p:cNvPr>
          <p:cNvCxnSpPr>
            <a:cxnSpLocks/>
            <a:endCxn id="366" idx="1"/>
          </p:cNvCxnSpPr>
          <p:nvPr/>
        </p:nvCxnSpPr>
        <p:spPr>
          <a:xfrm rot="16200000" flipH="1">
            <a:off x="928758" y="6218943"/>
            <a:ext cx="1770056" cy="363326"/>
          </a:xfrm>
          <a:prstGeom prst="bentConnector2">
            <a:avLst/>
          </a:prstGeom>
          <a:ln w="9525">
            <a:solidFill>
              <a:srgbClr val="0F9ED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2" name="Elbow Connector 371">
            <a:extLst>
              <a:ext uri="{FF2B5EF4-FFF2-40B4-BE49-F238E27FC236}">
                <a16:creationId xmlns:a16="http://schemas.microsoft.com/office/drawing/2014/main" id="{2FDD5A8E-BD75-B33F-03DA-52F3AC4F07A6}"/>
              </a:ext>
            </a:extLst>
          </p:cNvPr>
          <p:cNvCxnSpPr>
            <a:cxnSpLocks/>
            <a:endCxn id="367" idx="1"/>
          </p:cNvCxnSpPr>
          <p:nvPr/>
        </p:nvCxnSpPr>
        <p:spPr>
          <a:xfrm rot="16200000" flipH="1">
            <a:off x="458764" y="6615867"/>
            <a:ext cx="2635504" cy="437866"/>
          </a:xfrm>
          <a:prstGeom prst="bentConnector2">
            <a:avLst/>
          </a:prstGeom>
          <a:ln w="9525">
            <a:solidFill>
              <a:srgbClr val="0F9ED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3" name="Elbow Connector 372">
            <a:extLst>
              <a:ext uri="{FF2B5EF4-FFF2-40B4-BE49-F238E27FC236}">
                <a16:creationId xmlns:a16="http://schemas.microsoft.com/office/drawing/2014/main" id="{F07DD8A2-E16D-0ED8-728B-93B94FCC0B92}"/>
              </a:ext>
            </a:extLst>
          </p:cNvPr>
          <p:cNvCxnSpPr>
            <a:cxnSpLocks/>
            <a:endCxn id="368" idx="1"/>
          </p:cNvCxnSpPr>
          <p:nvPr/>
        </p:nvCxnSpPr>
        <p:spPr>
          <a:xfrm rot="16200000" flipH="1">
            <a:off x="-21109" y="7023932"/>
            <a:ext cx="3524198" cy="508918"/>
          </a:xfrm>
          <a:prstGeom prst="bentConnector2">
            <a:avLst/>
          </a:prstGeom>
          <a:ln w="9525">
            <a:solidFill>
              <a:srgbClr val="0F9ED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4" name="TextBox 373">
            <a:extLst>
              <a:ext uri="{FF2B5EF4-FFF2-40B4-BE49-F238E27FC236}">
                <a16:creationId xmlns:a16="http://schemas.microsoft.com/office/drawing/2014/main" id="{E88397AF-A6E0-F620-3C58-1B8BB834CFB4}"/>
              </a:ext>
            </a:extLst>
          </p:cNvPr>
          <p:cNvSpPr txBox="1"/>
          <p:nvPr/>
        </p:nvSpPr>
        <p:spPr>
          <a:xfrm>
            <a:off x="1658936" y="7059014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x3</a:t>
            </a: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442492E5-FBEA-B949-C6BA-B1551A1A4029}"/>
              </a:ext>
            </a:extLst>
          </p:cNvPr>
          <p:cNvSpPr txBox="1"/>
          <p:nvPr/>
        </p:nvSpPr>
        <p:spPr>
          <a:xfrm>
            <a:off x="1658935" y="7924613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x4</a:t>
            </a: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03124403-64AD-C318-6156-D582D984D95E}"/>
              </a:ext>
            </a:extLst>
          </p:cNvPr>
          <p:cNvSpPr txBox="1"/>
          <p:nvPr/>
        </p:nvSpPr>
        <p:spPr>
          <a:xfrm>
            <a:off x="1644148" y="8812180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x5</a:t>
            </a:r>
          </a:p>
        </p:txBody>
      </p:sp>
      <p:cxnSp>
        <p:nvCxnSpPr>
          <p:cNvPr id="377" name="Straight Connector 376">
            <a:extLst>
              <a:ext uri="{FF2B5EF4-FFF2-40B4-BE49-F238E27FC236}">
                <a16:creationId xmlns:a16="http://schemas.microsoft.com/office/drawing/2014/main" id="{9A6A96E1-9830-044D-EB63-47C20C3D4DBE}"/>
              </a:ext>
            </a:extLst>
          </p:cNvPr>
          <p:cNvCxnSpPr>
            <a:cxnSpLocks/>
          </p:cNvCxnSpPr>
          <p:nvPr/>
        </p:nvCxnSpPr>
        <p:spPr>
          <a:xfrm>
            <a:off x="1477151" y="5520263"/>
            <a:ext cx="254357" cy="0"/>
          </a:xfrm>
          <a:prstGeom prst="line">
            <a:avLst/>
          </a:prstGeom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D3B713BE-AD85-40B0-4FE5-5C4E0FC5929A}"/>
              </a:ext>
            </a:extLst>
          </p:cNvPr>
          <p:cNvSpPr txBox="1"/>
          <p:nvPr/>
        </p:nvSpPr>
        <p:spPr>
          <a:xfrm>
            <a:off x="2852460" y="533559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A0E60E46-FB2F-B675-6C15-25171B4AD6E7}"/>
              </a:ext>
            </a:extLst>
          </p:cNvPr>
          <p:cNvSpPr/>
          <p:nvPr/>
        </p:nvSpPr>
        <p:spPr>
          <a:xfrm>
            <a:off x="3628444" y="5346903"/>
            <a:ext cx="864539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7577C829-0B44-7A94-AE1B-9506B37E0A73}"/>
              </a:ext>
            </a:extLst>
          </p:cNvPr>
          <p:cNvSpPr/>
          <p:nvPr/>
        </p:nvSpPr>
        <p:spPr>
          <a:xfrm>
            <a:off x="3628444" y="6224331"/>
            <a:ext cx="871647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156D1F46-675E-05E7-4A98-FFB9935913AD}"/>
              </a:ext>
            </a:extLst>
          </p:cNvPr>
          <p:cNvSpPr/>
          <p:nvPr/>
        </p:nvSpPr>
        <p:spPr>
          <a:xfrm>
            <a:off x="3628442" y="7112269"/>
            <a:ext cx="871649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9154664C-00B4-7681-EA21-57ACE85B655F}"/>
              </a:ext>
            </a:extLst>
          </p:cNvPr>
          <p:cNvSpPr/>
          <p:nvPr/>
        </p:nvSpPr>
        <p:spPr>
          <a:xfrm>
            <a:off x="3628442" y="7979187"/>
            <a:ext cx="87165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0DE64335-0BB6-8BE2-0D48-6B3B5615EC8E}"/>
              </a:ext>
            </a:extLst>
          </p:cNvPr>
          <p:cNvSpPr/>
          <p:nvPr/>
        </p:nvSpPr>
        <p:spPr>
          <a:xfrm>
            <a:off x="3628442" y="8867125"/>
            <a:ext cx="87165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85" name="Elbow Connector 384">
            <a:extLst>
              <a:ext uri="{FF2B5EF4-FFF2-40B4-BE49-F238E27FC236}">
                <a16:creationId xmlns:a16="http://schemas.microsoft.com/office/drawing/2014/main" id="{2656734B-FFC4-5CE9-BFBF-C7FB3111B545}"/>
              </a:ext>
            </a:extLst>
          </p:cNvPr>
          <p:cNvCxnSpPr>
            <a:cxnSpLocks/>
            <a:stCxn id="380" idx="1"/>
            <a:endCxn id="381" idx="1"/>
          </p:cNvCxnSpPr>
          <p:nvPr/>
        </p:nvCxnSpPr>
        <p:spPr>
          <a:xfrm rot="10800000" flipV="1">
            <a:off x="3628444" y="5526525"/>
            <a:ext cx="12700" cy="877428"/>
          </a:xfrm>
          <a:prstGeom prst="bentConnector3">
            <a:avLst>
              <a:gd name="adj1" fmla="val 2454543"/>
            </a:avLst>
          </a:prstGeom>
          <a:ln w="9525">
            <a:solidFill>
              <a:srgbClr val="0F9ED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6" name="TextBox 385">
            <a:extLst>
              <a:ext uri="{FF2B5EF4-FFF2-40B4-BE49-F238E27FC236}">
                <a16:creationId xmlns:a16="http://schemas.microsoft.com/office/drawing/2014/main" id="{C750C1B1-31DB-774B-169E-1BE0C4291FAA}"/>
              </a:ext>
            </a:extLst>
          </p:cNvPr>
          <p:cNvSpPr txBox="1">
            <a:spLocks/>
          </p:cNvSpPr>
          <p:nvPr/>
        </p:nvSpPr>
        <p:spPr>
          <a:xfrm>
            <a:off x="3306719" y="6169378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x4</a:t>
            </a:r>
          </a:p>
        </p:txBody>
      </p:sp>
      <p:cxnSp>
        <p:nvCxnSpPr>
          <p:cNvPr id="387" name="Elbow Connector 386">
            <a:extLst>
              <a:ext uri="{FF2B5EF4-FFF2-40B4-BE49-F238E27FC236}">
                <a16:creationId xmlns:a16="http://schemas.microsoft.com/office/drawing/2014/main" id="{37C8B93E-E3F5-9A38-B923-34A8E597F477}"/>
              </a:ext>
            </a:extLst>
          </p:cNvPr>
          <p:cNvCxnSpPr>
            <a:cxnSpLocks/>
            <a:endCxn id="382" idx="1"/>
          </p:cNvCxnSpPr>
          <p:nvPr/>
        </p:nvCxnSpPr>
        <p:spPr>
          <a:xfrm rot="16200000" flipH="1">
            <a:off x="2564523" y="6227972"/>
            <a:ext cx="1764512" cy="363326"/>
          </a:xfrm>
          <a:prstGeom prst="bentConnector2">
            <a:avLst/>
          </a:prstGeom>
          <a:ln w="9525">
            <a:solidFill>
              <a:srgbClr val="0F9ED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8" name="Elbow Connector 387">
            <a:extLst>
              <a:ext uri="{FF2B5EF4-FFF2-40B4-BE49-F238E27FC236}">
                <a16:creationId xmlns:a16="http://schemas.microsoft.com/office/drawing/2014/main" id="{6B4DFE0E-D9F5-131D-6287-9EDF0C59BF9D}"/>
              </a:ext>
            </a:extLst>
          </p:cNvPr>
          <p:cNvCxnSpPr>
            <a:cxnSpLocks/>
            <a:endCxn id="383" idx="1"/>
          </p:cNvCxnSpPr>
          <p:nvPr/>
        </p:nvCxnSpPr>
        <p:spPr>
          <a:xfrm rot="16200000" flipH="1">
            <a:off x="2091757" y="6622124"/>
            <a:ext cx="2635504" cy="437866"/>
          </a:xfrm>
          <a:prstGeom prst="bentConnector2">
            <a:avLst/>
          </a:prstGeom>
          <a:ln w="9525">
            <a:solidFill>
              <a:srgbClr val="0F9ED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9" name="Elbow Connector 388">
            <a:extLst>
              <a:ext uri="{FF2B5EF4-FFF2-40B4-BE49-F238E27FC236}">
                <a16:creationId xmlns:a16="http://schemas.microsoft.com/office/drawing/2014/main" id="{F2F03BC3-7526-0330-EEFA-8F3F38D41A5C}"/>
              </a:ext>
            </a:extLst>
          </p:cNvPr>
          <p:cNvCxnSpPr>
            <a:cxnSpLocks/>
            <a:endCxn id="384" idx="1"/>
          </p:cNvCxnSpPr>
          <p:nvPr/>
        </p:nvCxnSpPr>
        <p:spPr>
          <a:xfrm rot="16200000" flipH="1">
            <a:off x="1611883" y="7030188"/>
            <a:ext cx="3524200" cy="508918"/>
          </a:xfrm>
          <a:prstGeom prst="bentConnector2">
            <a:avLst/>
          </a:prstGeom>
          <a:ln w="9525">
            <a:solidFill>
              <a:srgbClr val="0F9ED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0" name="TextBox 389">
            <a:extLst>
              <a:ext uri="{FF2B5EF4-FFF2-40B4-BE49-F238E27FC236}">
                <a16:creationId xmlns:a16="http://schemas.microsoft.com/office/drawing/2014/main" id="{139A6212-0F52-0654-2BB3-CF03898B90A9}"/>
              </a:ext>
            </a:extLst>
          </p:cNvPr>
          <p:cNvSpPr txBox="1"/>
          <p:nvPr/>
        </p:nvSpPr>
        <p:spPr>
          <a:xfrm>
            <a:off x="3291929" y="7065271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x9</a:t>
            </a: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4F29D4EC-C4D9-68D1-C58D-A055AF97A167}"/>
              </a:ext>
            </a:extLst>
          </p:cNvPr>
          <p:cNvSpPr txBox="1"/>
          <p:nvPr/>
        </p:nvSpPr>
        <p:spPr>
          <a:xfrm>
            <a:off x="3257463" y="7930870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x16</a:t>
            </a: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72FB3210-5AA1-83A3-15DA-308998B65E9F}"/>
              </a:ext>
            </a:extLst>
          </p:cNvPr>
          <p:cNvSpPr txBox="1"/>
          <p:nvPr/>
        </p:nvSpPr>
        <p:spPr>
          <a:xfrm>
            <a:off x="3242676" y="8818437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x25</a:t>
            </a:r>
          </a:p>
        </p:txBody>
      </p:sp>
      <p:cxnSp>
        <p:nvCxnSpPr>
          <p:cNvPr id="393" name="Straight Connector 392">
            <a:extLst>
              <a:ext uri="{FF2B5EF4-FFF2-40B4-BE49-F238E27FC236}">
                <a16:creationId xmlns:a16="http://schemas.microsoft.com/office/drawing/2014/main" id="{BACBDF31-7A52-7B9E-60EE-824C5553C58D}"/>
              </a:ext>
            </a:extLst>
          </p:cNvPr>
          <p:cNvCxnSpPr>
            <a:cxnSpLocks/>
          </p:cNvCxnSpPr>
          <p:nvPr/>
        </p:nvCxnSpPr>
        <p:spPr>
          <a:xfrm>
            <a:off x="3110144" y="5526520"/>
            <a:ext cx="254357" cy="0"/>
          </a:xfrm>
          <a:prstGeom prst="line">
            <a:avLst/>
          </a:prstGeom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4" name="TextBox 393">
            <a:extLst>
              <a:ext uri="{FF2B5EF4-FFF2-40B4-BE49-F238E27FC236}">
                <a16:creationId xmlns:a16="http://schemas.microsoft.com/office/drawing/2014/main" id="{F80E1085-C32C-1BAA-B144-7DC8D4C04C84}"/>
              </a:ext>
            </a:extLst>
          </p:cNvPr>
          <p:cNvSpPr txBox="1"/>
          <p:nvPr/>
        </p:nvSpPr>
        <p:spPr>
          <a:xfrm>
            <a:off x="2855680" y="621493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5" name="TextBox 394">
            <a:extLst>
              <a:ext uri="{FF2B5EF4-FFF2-40B4-BE49-F238E27FC236}">
                <a16:creationId xmlns:a16="http://schemas.microsoft.com/office/drawing/2014/main" id="{6DDD8B72-D558-6B94-3513-01B486C94AB5}"/>
              </a:ext>
            </a:extLst>
          </p:cNvPr>
          <p:cNvSpPr txBox="1"/>
          <p:nvPr/>
        </p:nvSpPr>
        <p:spPr>
          <a:xfrm>
            <a:off x="2855680" y="7097781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8FD7DD8F-F907-0BE5-64BD-52C3E71BC6B4}"/>
              </a:ext>
            </a:extLst>
          </p:cNvPr>
          <p:cNvSpPr txBox="1"/>
          <p:nvPr/>
        </p:nvSpPr>
        <p:spPr>
          <a:xfrm>
            <a:off x="2855680" y="797093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7" name="TextBox 396">
            <a:extLst>
              <a:ext uri="{FF2B5EF4-FFF2-40B4-BE49-F238E27FC236}">
                <a16:creationId xmlns:a16="http://schemas.microsoft.com/office/drawing/2014/main" id="{CD357D82-4758-24A2-CAD6-D18CE8CF162C}"/>
              </a:ext>
            </a:extLst>
          </p:cNvPr>
          <p:cNvSpPr txBox="1"/>
          <p:nvPr/>
        </p:nvSpPr>
        <p:spPr>
          <a:xfrm>
            <a:off x="2855680" y="885654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7A26B3B5-4609-AD14-6E88-25069151DE9A}"/>
              </a:ext>
            </a:extLst>
          </p:cNvPr>
          <p:cNvSpPr txBox="1"/>
          <p:nvPr/>
        </p:nvSpPr>
        <p:spPr>
          <a:xfrm>
            <a:off x="1221210" y="533559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3675884A-97E3-73C8-A1DB-010796F547C7}"/>
              </a:ext>
            </a:extLst>
          </p:cNvPr>
          <p:cNvSpPr txBox="1"/>
          <p:nvPr/>
        </p:nvSpPr>
        <p:spPr>
          <a:xfrm>
            <a:off x="1224430" y="621493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3DD64A71-5982-3F67-20E4-1392D9C3DB79}"/>
              </a:ext>
            </a:extLst>
          </p:cNvPr>
          <p:cNvSpPr txBox="1"/>
          <p:nvPr/>
        </p:nvSpPr>
        <p:spPr>
          <a:xfrm>
            <a:off x="1224430" y="7097781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5B060534-9D9C-7BB5-43CA-C78F0DE09897}"/>
              </a:ext>
            </a:extLst>
          </p:cNvPr>
          <p:cNvSpPr txBox="1"/>
          <p:nvPr/>
        </p:nvSpPr>
        <p:spPr>
          <a:xfrm>
            <a:off x="1224430" y="797093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3FBD1E96-1E03-E82B-7C7A-CA7400EEC0F9}"/>
              </a:ext>
            </a:extLst>
          </p:cNvPr>
          <p:cNvSpPr txBox="1"/>
          <p:nvPr/>
        </p:nvSpPr>
        <p:spPr>
          <a:xfrm>
            <a:off x="1224430" y="885654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1307BD5-F396-46C8-7AB4-A73590B5FF2C}"/>
              </a:ext>
            </a:extLst>
          </p:cNvPr>
          <p:cNvSpPr txBox="1"/>
          <p:nvPr/>
        </p:nvSpPr>
        <p:spPr>
          <a:xfrm>
            <a:off x="234965" y="88449"/>
            <a:ext cx="5696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Manua</a:t>
            </a:r>
            <a:r>
              <a:rPr lang="en-US" dirty="0"/>
              <a:t>l Sharing 3-of-5 24 words – Page 11</a:t>
            </a:r>
            <a:endParaRPr lang="en-US" noProof="0" dirty="0"/>
          </a:p>
        </p:txBody>
      </p: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DF333819-92C5-6152-3260-2A0F38010E0C}"/>
              </a:ext>
            </a:extLst>
          </p:cNvPr>
          <p:cNvCxnSpPr>
            <a:cxnSpLocks/>
            <a:stCxn id="357" idx="1"/>
            <a:endCxn id="361" idx="1"/>
          </p:cNvCxnSpPr>
          <p:nvPr/>
        </p:nvCxnSpPr>
        <p:spPr>
          <a:xfrm rot="10800000" flipV="1">
            <a:off x="503482" y="5520268"/>
            <a:ext cx="2" cy="3520222"/>
          </a:xfrm>
          <a:prstGeom prst="bentConnector3">
            <a:avLst>
              <a:gd name="adj1" fmla="val 11430100000"/>
            </a:avLst>
          </a:prstGeom>
          <a:ln w="9525">
            <a:solidFill>
              <a:srgbClr val="0F9ED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56DD3FE2-3A48-7ADF-BDEF-FF35E11A4606}"/>
              </a:ext>
            </a:extLst>
          </p:cNvPr>
          <p:cNvSpPr txBox="1">
            <a:spLocks/>
          </p:cNvSpPr>
          <p:nvPr/>
        </p:nvSpPr>
        <p:spPr>
          <a:xfrm rot="16200000">
            <a:off x="-111112" y="7162524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copy     to      all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A2434A-41C2-7EA8-48B3-E733A234E46E}"/>
              </a:ext>
            </a:extLst>
          </p:cNvPr>
          <p:cNvSpPr/>
          <p:nvPr/>
        </p:nvSpPr>
        <p:spPr>
          <a:xfrm>
            <a:off x="513992" y="715020"/>
            <a:ext cx="722557" cy="359243"/>
          </a:xfrm>
          <a:prstGeom prst="rect">
            <a:avLst/>
          </a:prstGeom>
          <a:noFill/>
          <a:ln w="28575">
            <a:solidFill>
              <a:srgbClr val="0F9ED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9DED56-8F83-D518-7E10-F66F0392E9FF}"/>
              </a:ext>
            </a:extLst>
          </p:cNvPr>
          <p:cNvSpPr txBox="1"/>
          <p:nvPr/>
        </p:nvSpPr>
        <p:spPr>
          <a:xfrm>
            <a:off x="201600" y="519850"/>
            <a:ext cx="1335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8183A5-EFD1-97CE-D003-7571F697B8A7}"/>
              </a:ext>
            </a:extLst>
          </p:cNvPr>
          <p:cNvSpPr txBox="1"/>
          <p:nvPr/>
        </p:nvSpPr>
        <p:spPr>
          <a:xfrm>
            <a:off x="1472400" y="5198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W2.R1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C07FCC-8944-9EEE-6FAE-15F78221325C}"/>
              </a:ext>
            </a:extLst>
          </p:cNvPr>
          <p:cNvSpPr/>
          <p:nvPr/>
        </p:nvSpPr>
        <p:spPr>
          <a:xfrm>
            <a:off x="2005959" y="715020"/>
            <a:ext cx="864539" cy="359243"/>
          </a:xfrm>
          <a:prstGeom prst="rect">
            <a:avLst/>
          </a:prstGeom>
          <a:noFill/>
          <a:ln w="28575">
            <a:solidFill>
              <a:srgbClr val="0F9ED5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904AC10-5E32-F1C2-F7DA-205D996C1A20}"/>
              </a:ext>
            </a:extLst>
          </p:cNvPr>
          <p:cNvSpPr txBox="1"/>
          <p:nvPr/>
        </p:nvSpPr>
        <p:spPr>
          <a:xfrm>
            <a:off x="3129886" y="518889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W2.R2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8B7CF90-1E58-6413-3ED4-F8B900CD0A70}"/>
              </a:ext>
            </a:extLst>
          </p:cNvPr>
          <p:cNvSpPr/>
          <p:nvPr/>
        </p:nvSpPr>
        <p:spPr>
          <a:xfrm>
            <a:off x="3638952" y="721277"/>
            <a:ext cx="864539" cy="359243"/>
          </a:xfrm>
          <a:prstGeom prst="rect">
            <a:avLst/>
          </a:prstGeom>
          <a:noFill/>
          <a:ln w="28575">
            <a:solidFill>
              <a:srgbClr val="0F9ED5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DE378CF-5B1A-C941-B6EE-7881CA367B4A}"/>
              </a:ext>
            </a:extLst>
          </p:cNvPr>
          <p:cNvSpPr/>
          <p:nvPr/>
        </p:nvSpPr>
        <p:spPr>
          <a:xfrm>
            <a:off x="510944" y="1288044"/>
            <a:ext cx="722557" cy="359243"/>
          </a:xfrm>
          <a:prstGeom prst="rect">
            <a:avLst/>
          </a:prstGeom>
          <a:noFill/>
          <a:ln w="28575">
            <a:solidFill>
              <a:srgbClr val="0F9ED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0125250-9DBF-EB6C-8BCD-F9AD72510235}"/>
              </a:ext>
            </a:extLst>
          </p:cNvPr>
          <p:cNvSpPr txBox="1"/>
          <p:nvPr/>
        </p:nvSpPr>
        <p:spPr>
          <a:xfrm>
            <a:off x="201600" y="1092250"/>
            <a:ext cx="1335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CA4278F-3DA0-EB64-BB8F-3FC954E5475A}"/>
              </a:ext>
            </a:extLst>
          </p:cNvPr>
          <p:cNvSpPr txBox="1"/>
          <p:nvPr/>
        </p:nvSpPr>
        <p:spPr>
          <a:xfrm>
            <a:off x="1472400" y="1092250"/>
            <a:ext cx="1911599" cy="24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W5.R1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923389A4-3E87-CA75-8818-AF35A8A7FA9C}"/>
              </a:ext>
            </a:extLst>
          </p:cNvPr>
          <p:cNvSpPr/>
          <p:nvPr/>
        </p:nvSpPr>
        <p:spPr>
          <a:xfrm>
            <a:off x="2002911" y="1288044"/>
            <a:ext cx="864539" cy="359243"/>
          </a:xfrm>
          <a:prstGeom prst="rect">
            <a:avLst/>
          </a:prstGeom>
          <a:noFill/>
          <a:ln w="28575">
            <a:solidFill>
              <a:srgbClr val="0F9ED5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FB4A84C-4B28-D416-8D17-AD45A7BD9D1D}"/>
              </a:ext>
            </a:extLst>
          </p:cNvPr>
          <p:cNvSpPr txBox="1"/>
          <p:nvPr/>
        </p:nvSpPr>
        <p:spPr>
          <a:xfrm>
            <a:off x="3128886" y="10922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W5.R2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2B9F0DA-C93B-1DF4-4EA9-6405D628B9E5}"/>
              </a:ext>
            </a:extLst>
          </p:cNvPr>
          <p:cNvSpPr/>
          <p:nvPr/>
        </p:nvSpPr>
        <p:spPr>
          <a:xfrm>
            <a:off x="3635904" y="1294301"/>
            <a:ext cx="864539" cy="359243"/>
          </a:xfrm>
          <a:prstGeom prst="rect">
            <a:avLst/>
          </a:prstGeom>
          <a:noFill/>
          <a:ln w="28575">
            <a:solidFill>
              <a:srgbClr val="0F9ED5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2E6CB18-01B3-F9D5-BC6D-1C505ACBDDDE}"/>
              </a:ext>
            </a:extLst>
          </p:cNvPr>
          <p:cNvSpPr/>
          <p:nvPr/>
        </p:nvSpPr>
        <p:spPr>
          <a:xfrm>
            <a:off x="510944" y="1864116"/>
            <a:ext cx="722557" cy="359243"/>
          </a:xfrm>
          <a:prstGeom prst="rect">
            <a:avLst/>
          </a:prstGeom>
          <a:noFill/>
          <a:ln w="28575">
            <a:solidFill>
              <a:srgbClr val="0F9ED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1425589-71CD-2F74-FDF0-3AD1696DA758}"/>
              </a:ext>
            </a:extLst>
          </p:cNvPr>
          <p:cNvSpPr txBox="1"/>
          <p:nvPr/>
        </p:nvSpPr>
        <p:spPr>
          <a:xfrm>
            <a:off x="201600" y="1668250"/>
            <a:ext cx="1335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W8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B4EAE93-7BFD-DE80-DABF-514CF3B0F373}"/>
              </a:ext>
            </a:extLst>
          </p:cNvPr>
          <p:cNvSpPr txBox="1"/>
          <p:nvPr/>
        </p:nvSpPr>
        <p:spPr>
          <a:xfrm>
            <a:off x="1472400" y="16682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W8.R1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FD62791C-2D8A-CC0E-CD2F-3E28A67B43CE}"/>
              </a:ext>
            </a:extLst>
          </p:cNvPr>
          <p:cNvSpPr/>
          <p:nvPr/>
        </p:nvSpPr>
        <p:spPr>
          <a:xfrm>
            <a:off x="2002911" y="1864116"/>
            <a:ext cx="864539" cy="359243"/>
          </a:xfrm>
          <a:prstGeom prst="rect">
            <a:avLst/>
          </a:prstGeom>
          <a:noFill/>
          <a:ln w="28575">
            <a:solidFill>
              <a:srgbClr val="0F9ED5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301271B-09D7-5C94-F0FC-DCC3F1DA8D78}"/>
              </a:ext>
            </a:extLst>
          </p:cNvPr>
          <p:cNvSpPr txBox="1"/>
          <p:nvPr/>
        </p:nvSpPr>
        <p:spPr>
          <a:xfrm>
            <a:off x="3128886" y="1668250"/>
            <a:ext cx="1911599" cy="24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W8.R2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655AFD9D-2975-2577-B471-5984C74D84A6}"/>
              </a:ext>
            </a:extLst>
          </p:cNvPr>
          <p:cNvSpPr/>
          <p:nvPr/>
        </p:nvSpPr>
        <p:spPr>
          <a:xfrm>
            <a:off x="3635904" y="1870373"/>
            <a:ext cx="864539" cy="359243"/>
          </a:xfrm>
          <a:prstGeom prst="rect">
            <a:avLst/>
          </a:prstGeom>
          <a:noFill/>
          <a:ln w="28575">
            <a:solidFill>
              <a:srgbClr val="0F9ED5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E083C5F6-88DA-D621-B779-A09E9EC87B34}"/>
              </a:ext>
            </a:extLst>
          </p:cNvPr>
          <p:cNvSpPr/>
          <p:nvPr/>
        </p:nvSpPr>
        <p:spPr>
          <a:xfrm>
            <a:off x="507896" y="2437140"/>
            <a:ext cx="722557" cy="359243"/>
          </a:xfrm>
          <a:prstGeom prst="rect">
            <a:avLst/>
          </a:prstGeom>
          <a:noFill/>
          <a:ln w="28575">
            <a:solidFill>
              <a:srgbClr val="0F9ED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FDCBDD77-64EA-95FC-4D9B-2ACBF02B0C53}"/>
              </a:ext>
            </a:extLst>
          </p:cNvPr>
          <p:cNvSpPr txBox="1"/>
          <p:nvPr/>
        </p:nvSpPr>
        <p:spPr>
          <a:xfrm>
            <a:off x="202254" y="2241018"/>
            <a:ext cx="1335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W11</a:t>
            </a:r>
          </a:p>
        </p:txBody>
      </p:sp>
      <p:sp>
        <p:nvSpPr>
          <p:cNvPr id="517" name="TextBox 516">
            <a:extLst>
              <a:ext uri="{FF2B5EF4-FFF2-40B4-BE49-F238E27FC236}">
                <a16:creationId xmlns:a16="http://schemas.microsoft.com/office/drawing/2014/main" id="{22C6856C-450D-D07A-9C14-9E5599B6D3F4}"/>
              </a:ext>
            </a:extLst>
          </p:cNvPr>
          <p:cNvSpPr txBox="1"/>
          <p:nvPr/>
        </p:nvSpPr>
        <p:spPr>
          <a:xfrm>
            <a:off x="1472400" y="22406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W11.R1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C7CCEA7D-ABA7-7936-4028-0CDA92D69C15}"/>
              </a:ext>
            </a:extLst>
          </p:cNvPr>
          <p:cNvSpPr/>
          <p:nvPr/>
        </p:nvSpPr>
        <p:spPr>
          <a:xfrm>
            <a:off x="1999863" y="2437140"/>
            <a:ext cx="864539" cy="359243"/>
          </a:xfrm>
          <a:prstGeom prst="rect">
            <a:avLst/>
          </a:prstGeom>
          <a:noFill/>
          <a:ln w="28575">
            <a:solidFill>
              <a:srgbClr val="0F9ED5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0EEBF712-2B68-7122-603F-9EF00F418E28}"/>
              </a:ext>
            </a:extLst>
          </p:cNvPr>
          <p:cNvSpPr txBox="1"/>
          <p:nvPr/>
        </p:nvSpPr>
        <p:spPr>
          <a:xfrm>
            <a:off x="3128886" y="22406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W11.R2</a:t>
            </a:r>
          </a:p>
        </p:txBody>
      </p:sp>
      <p:sp>
        <p:nvSpPr>
          <p:cNvPr id="521" name="Rectangle 520">
            <a:extLst>
              <a:ext uri="{FF2B5EF4-FFF2-40B4-BE49-F238E27FC236}">
                <a16:creationId xmlns:a16="http://schemas.microsoft.com/office/drawing/2014/main" id="{8E8BD289-AEE2-F328-D93F-8A7DD76523C1}"/>
              </a:ext>
            </a:extLst>
          </p:cNvPr>
          <p:cNvSpPr/>
          <p:nvPr/>
        </p:nvSpPr>
        <p:spPr>
          <a:xfrm>
            <a:off x="3632856" y="2443397"/>
            <a:ext cx="864539" cy="359243"/>
          </a:xfrm>
          <a:prstGeom prst="rect">
            <a:avLst/>
          </a:prstGeom>
          <a:noFill/>
          <a:ln w="28575">
            <a:solidFill>
              <a:srgbClr val="0F9ED5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B758955F-0708-CDB9-B25C-A2A5208E5D0E}"/>
              </a:ext>
            </a:extLst>
          </p:cNvPr>
          <p:cNvSpPr/>
          <p:nvPr/>
        </p:nvSpPr>
        <p:spPr>
          <a:xfrm>
            <a:off x="510944" y="3016260"/>
            <a:ext cx="722557" cy="359243"/>
          </a:xfrm>
          <a:prstGeom prst="rect">
            <a:avLst/>
          </a:prstGeom>
          <a:noFill/>
          <a:ln w="28575">
            <a:solidFill>
              <a:srgbClr val="0F9ED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TextBox 530">
            <a:extLst>
              <a:ext uri="{FF2B5EF4-FFF2-40B4-BE49-F238E27FC236}">
                <a16:creationId xmlns:a16="http://schemas.microsoft.com/office/drawing/2014/main" id="{3DA51055-2519-ECA3-F46A-7F8C1989BBFD}"/>
              </a:ext>
            </a:extLst>
          </p:cNvPr>
          <p:cNvSpPr txBox="1"/>
          <p:nvPr/>
        </p:nvSpPr>
        <p:spPr>
          <a:xfrm>
            <a:off x="201600" y="2820250"/>
            <a:ext cx="1335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W14</a:t>
            </a:r>
          </a:p>
        </p:txBody>
      </p:sp>
      <p:sp>
        <p:nvSpPr>
          <p:cNvPr id="532" name="TextBox 531">
            <a:extLst>
              <a:ext uri="{FF2B5EF4-FFF2-40B4-BE49-F238E27FC236}">
                <a16:creationId xmlns:a16="http://schemas.microsoft.com/office/drawing/2014/main" id="{897C9736-DDB2-E12F-6D3F-48A6AB9CEDD6}"/>
              </a:ext>
            </a:extLst>
          </p:cNvPr>
          <p:cNvSpPr txBox="1"/>
          <p:nvPr/>
        </p:nvSpPr>
        <p:spPr>
          <a:xfrm>
            <a:off x="1472400" y="28202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W14.R1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CBD14E79-E285-5E6E-DF96-1C3C8FFDFD67}"/>
              </a:ext>
            </a:extLst>
          </p:cNvPr>
          <p:cNvSpPr/>
          <p:nvPr/>
        </p:nvSpPr>
        <p:spPr>
          <a:xfrm>
            <a:off x="2002911" y="3016260"/>
            <a:ext cx="864539" cy="359243"/>
          </a:xfrm>
          <a:prstGeom prst="rect">
            <a:avLst/>
          </a:prstGeom>
          <a:noFill/>
          <a:ln w="28575">
            <a:solidFill>
              <a:srgbClr val="0F9ED5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5" name="TextBox 534">
            <a:extLst>
              <a:ext uri="{FF2B5EF4-FFF2-40B4-BE49-F238E27FC236}">
                <a16:creationId xmlns:a16="http://schemas.microsoft.com/office/drawing/2014/main" id="{98970D89-2754-FDF8-3B35-914C57D80763}"/>
              </a:ext>
            </a:extLst>
          </p:cNvPr>
          <p:cNvSpPr txBox="1"/>
          <p:nvPr/>
        </p:nvSpPr>
        <p:spPr>
          <a:xfrm>
            <a:off x="3128886" y="28202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W14.R2</a:t>
            </a:r>
          </a:p>
        </p:txBody>
      </p:sp>
      <p:sp>
        <p:nvSpPr>
          <p:cNvPr id="536" name="Rectangle 535">
            <a:extLst>
              <a:ext uri="{FF2B5EF4-FFF2-40B4-BE49-F238E27FC236}">
                <a16:creationId xmlns:a16="http://schemas.microsoft.com/office/drawing/2014/main" id="{A5F50D4C-4893-1815-D70A-CAC59A91B958}"/>
              </a:ext>
            </a:extLst>
          </p:cNvPr>
          <p:cNvSpPr/>
          <p:nvPr/>
        </p:nvSpPr>
        <p:spPr>
          <a:xfrm>
            <a:off x="3635904" y="3022517"/>
            <a:ext cx="864539" cy="359243"/>
          </a:xfrm>
          <a:prstGeom prst="rect">
            <a:avLst/>
          </a:prstGeom>
          <a:noFill/>
          <a:ln w="28575">
            <a:solidFill>
              <a:srgbClr val="0F9ED5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2B734736-F32A-AC0B-E815-076C2B4B365A}"/>
              </a:ext>
            </a:extLst>
          </p:cNvPr>
          <p:cNvSpPr/>
          <p:nvPr/>
        </p:nvSpPr>
        <p:spPr>
          <a:xfrm>
            <a:off x="507896" y="3589284"/>
            <a:ext cx="722557" cy="359243"/>
          </a:xfrm>
          <a:prstGeom prst="rect">
            <a:avLst/>
          </a:prstGeom>
          <a:noFill/>
          <a:ln w="28575">
            <a:solidFill>
              <a:srgbClr val="0F9ED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360DE95F-0B7F-D1D1-EB99-1AF7121889F9}"/>
              </a:ext>
            </a:extLst>
          </p:cNvPr>
          <p:cNvSpPr txBox="1"/>
          <p:nvPr/>
        </p:nvSpPr>
        <p:spPr>
          <a:xfrm>
            <a:off x="201600" y="3392650"/>
            <a:ext cx="1335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W17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7AF73E6C-1218-D6FD-B11E-7CEBD5BC290F}"/>
              </a:ext>
            </a:extLst>
          </p:cNvPr>
          <p:cNvSpPr txBox="1"/>
          <p:nvPr/>
        </p:nvSpPr>
        <p:spPr>
          <a:xfrm>
            <a:off x="1472400" y="33926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W17.R1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705EDCCE-C815-9C76-60B3-C72E626274AB}"/>
              </a:ext>
            </a:extLst>
          </p:cNvPr>
          <p:cNvSpPr/>
          <p:nvPr/>
        </p:nvSpPr>
        <p:spPr>
          <a:xfrm>
            <a:off x="1999863" y="3589284"/>
            <a:ext cx="864539" cy="359243"/>
          </a:xfrm>
          <a:prstGeom prst="rect">
            <a:avLst/>
          </a:prstGeom>
          <a:noFill/>
          <a:ln w="28575">
            <a:solidFill>
              <a:srgbClr val="0F9ED5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726DBB26-4483-1557-49DF-343D7610398F}"/>
              </a:ext>
            </a:extLst>
          </p:cNvPr>
          <p:cNvSpPr txBox="1"/>
          <p:nvPr/>
        </p:nvSpPr>
        <p:spPr>
          <a:xfrm>
            <a:off x="3128886" y="33926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W17.R2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6317E778-BEBD-C517-CE6E-6B8B747DBAD0}"/>
              </a:ext>
            </a:extLst>
          </p:cNvPr>
          <p:cNvSpPr/>
          <p:nvPr/>
        </p:nvSpPr>
        <p:spPr>
          <a:xfrm>
            <a:off x="3632856" y="3595541"/>
            <a:ext cx="864539" cy="359243"/>
          </a:xfrm>
          <a:prstGeom prst="rect">
            <a:avLst/>
          </a:prstGeom>
          <a:noFill/>
          <a:ln w="28575">
            <a:solidFill>
              <a:srgbClr val="0F9ED5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9E0A4354-24D5-4015-920C-E84AFD9FD0D6}"/>
              </a:ext>
            </a:extLst>
          </p:cNvPr>
          <p:cNvSpPr/>
          <p:nvPr/>
        </p:nvSpPr>
        <p:spPr>
          <a:xfrm>
            <a:off x="507896" y="4165356"/>
            <a:ext cx="722557" cy="359243"/>
          </a:xfrm>
          <a:prstGeom prst="rect">
            <a:avLst/>
          </a:prstGeom>
          <a:noFill/>
          <a:ln w="28575">
            <a:solidFill>
              <a:srgbClr val="0F9ED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EBC13AA3-70F7-62ED-CF08-E02B13509EFA}"/>
              </a:ext>
            </a:extLst>
          </p:cNvPr>
          <p:cNvSpPr txBox="1"/>
          <p:nvPr/>
        </p:nvSpPr>
        <p:spPr>
          <a:xfrm>
            <a:off x="201600" y="3968650"/>
            <a:ext cx="1335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W20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ED814556-F969-6F95-E3B6-37A8EC019EA8}"/>
              </a:ext>
            </a:extLst>
          </p:cNvPr>
          <p:cNvSpPr txBox="1"/>
          <p:nvPr/>
        </p:nvSpPr>
        <p:spPr>
          <a:xfrm>
            <a:off x="1472400" y="39686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W20.R1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CDA04FBD-8BFF-9098-80D6-DC1F6528275F}"/>
              </a:ext>
            </a:extLst>
          </p:cNvPr>
          <p:cNvSpPr/>
          <p:nvPr/>
        </p:nvSpPr>
        <p:spPr>
          <a:xfrm>
            <a:off x="1999863" y="4165356"/>
            <a:ext cx="864539" cy="359243"/>
          </a:xfrm>
          <a:prstGeom prst="rect">
            <a:avLst/>
          </a:prstGeom>
          <a:noFill/>
          <a:ln w="28575">
            <a:solidFill>
              <a:srgbClr val="0F9ED5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043733EE-0F1E-A34C-A4CA-BD3F766AE8A8}"/>
              </a:ext>
            </a:extLst>
          </p:cNvPr>
          <p:cNvSpPr txBox="1"/>
          <p:nvPr/>
        </p:nvSpPr>
        <p:spPr>
          <a:xfrm>
            <a:off x="3128886" y="39686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W20.R2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4F2AB258-73AD-B2ED-327E-9D10140645EC}"/>
              </a:ext>
            </a:extLst>
          </p:cNvPr>
          <p:cNvSpPr/>
          <p:nvPr/>
        </p:nvSpPr>
        <p:spPr>
          <a:xfrm>
            <a:off x="3632856" y="4171613"/>
            <a:ext cx="864539" cy="359243"/>
          </a:xfrm>
          <a:prstGeom prst="rect">
            <a:avLst/>
          </a:prstGeom>
          <a:noFill/>
          <a:ln w="28575">
            <a:solidFill>
              <a:srgbClr val="0F9ED5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1A8E729D-33C0-0995-9B26-14BDA76C60DC}"/>
              </a:ext>
            </a:extLst>
          </p:cNvPr>
          <p:cNvSpPr/>
          <p:nvPr/>
        </p:nvSpPr>
        <p:spPr>
          <a:xfrm>
            <a:off x="504848" y="4738380"/>
            <a:ext cx="722557" cy="359243"/>
          </a:xfrm>
          <a:prstGeom prst="rect">
            <a:avLst/>
          </a:prstGeom>
          <a:noFill/>
          <a:ln w="28575">
            <a:solidFill>
              <a:srgbClr val="0F9ED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E137AE66-9CC1-E2A5-0D82-B5D9047C6F74}"/>
              </a:ext>
            </a:extLst>
          </p:cNvPr>
          <p:cNvSpPr txBox="1"/>
          <p:nvPr/>
        </p:nvSpPr>
        <p:spPr>
          <a:xfrm>
            <a:off x="201600" y="4541050"/>
            <a:ext cx="1335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W23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FA663DCC-8124-9D40-2899-1D785A7C9787}"/>
              </a:ext>
            </a:extLst>
          </p:cNvPr>
          <p:cNvSpPr txBox="1"/>
          <p:nvPr/>
        </p:nvSpPr>
        <p:spPr>
          <a:xfrm>
            <a:off x="1473421" y="4542251"/>
            <a:ext cx="19128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W23.R1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274CCD79-1D3D-F64A-0E54-CEFA3C8E3363}"/>
              </a:ext>
            </a:extLst>
          </p:cNvPr>
          <p:cNvSpPr/>
          <p:nvPr/>
        </p:nvSpPr>
        <p:spPr>
          <a:xfrm>
            <a:off x="1996815" y="4738380"/>
            <a:ext cx="864539" cy="359243"/>
          </a:xfrm>
          <a:prstGeom prst="rect">
            <a:avLst/>
          </a:prstGeom>
          <a:noFill/>
          <a:ln w="28575">
            <a:solidFill>
              <a:srgbClr val="0F9ED5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4CA2FFB5-19AC-2AD7-C2EB-C129D0244775}"/>
              </a:ext>
            </a:extLst>
          </p:cNvPr>
          <p:cNvSpPr txBox="1"/>
          <p:nvPr/>
        </p:nvSpPr>
        <p:spPr>
          <a:xfrm>
            <a:off x="3128886" y="45410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W23.R2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1F324988-5B78-E1A8-2DB4-4395F5BCD941}"/>
              </a:ext>
            </a:extLst>
          </p:cNvPr>
          <p:cNvSpPr/>
          <p:nvPr/>
        </p:nvSpPr>
        <p:spPr>
          <a:xfrm>
            <a:off x="3629808" y="4744637"/>
            <a:ext cx="864539" cy="359243"/>
          </a:xfrm>
          <a:prstGeom prst="rect">
            <a:avLst/>
          </a:prstGeom>
          <a:noFill/>
          <a:ln w="28575">
            <a:solidFill>
              <a:srgbClr val="0F9ED5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126BB0AF-EB62-F199-E2D3-A14E13A08061}"/>
              </a:ext>
            </a:extLst>
          </p:cNvPr>
          <p:cNvSpPr txBox="1"/>
          <p:nvPr/>
        </p:nvSpPr>
        <p:spPr>
          <a:xfrm>
            <a:off x="55425" y="5148769"/>
            <a:ext cx="16227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Sum All Above </a:t>
            </a:r>
            <a:r>
              <a:rPr lang="en-US" sz="1000" b="1" dirty="0"/>
              <a:t>+ 200</a:t>
            </a:r>
            <a:endParaRPr lang="en-US" sz="1000" b="1" noProof="0" dirty="0"/>
          </a:p>
        </p:txBody>
      </p:sp>
      <p:sp>
        <p:nvSpPr>
          <p:cNvPr id="665" name="TextBox 664">
            <a:extLst>
              <a:ext uri="{FF2B5EF4-FFF2-40B4-BE49-F238E27FC236}">
                <a16:creationId xmlns:a16="http://schemas.microsoft.com/office/drawing/2014/main" id="{24098E5B-F8BD-0EE1-90B5-7355840EAA42}"/>
              </a:ext>
            </a:extLst>
          </p:cNvPr>
          <p:cNvSpPr txBox="1"/>
          <p:nvPr/>
        </p:nvSpPr>
        <p:spPr>
          <a:xfrm>
            <a:off x="1783069" y="5138060"/>
            <a:ext cx="1288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Sum All Above</a:t>
            </a:r>
            <a:endParaRPr lang="en-US" sz="1000" noProof="0" dirty="0"/>
          </a:p>
        </p:txBody>
      </p:sp>
      <p:sp>
        <p:nvSpPr>
          <p:cNvPr id="666" name="TextBox 665">
            <a:extLst>
              <a:ext uri="{FF2B5EF4-FFF2-40B4-BE49-F238E27FC236}">
                <a16:creationId xmlns:a16="http://schemas.microsoft.com/office/drawing/2014/main" id="{3805FF1E-D174-3563-30E4-72EA8DFAF3EB}"/>
              </a:ext>
            </a:extLst>
          </p:cNvPr>
          <p:cNvSpPr txBox="1"/>
          <p:nvPr/>
        </p:nvSpPr>
        <p:spPr>
          <a:xfrm>
            <a:off x="3415380" y="5139683"/>
            <a:ext cx="1288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Sum All Above</a:t>
            </a:r>
            <a:endParaRPr lang="en-US" sz="1000" noProof="0" dirty="0"/>
          </a:p>
        </p:txBody>
      </p:sp>
      <p:pic>
        <p:nvPicPr>
          <p:cNvPr id="685" name="Picture 684" descr="A logo of a griffin&#10;&#10;AI-generated content may be incorrect.">
            <a:extLst>
              <a:ext uri="{FF2B5EF4-FFF2-40B4-BE49-F238E27FC236}">
                <a16:creationId xmlns:a16="http://schemas.microsoft.com/office/drawing/2014/main" id="{DDBC17E8-B859-67CF-D4CF-13232A41B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481" y="141553"/>
            <a:ext cx="544198" cy="544198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58EDD3-62B3-41D1-337C-F11F41334F67}"/>
              </a:ext>
            </a:extLst>
          </p:cNvPr>
          <p:cNvSpPr txBox="1"/>
          <p:nvPr/>
        </p:nvSpPr>
        <p:spPr>
          <a:xfrm>
            <a:off x="5209482" y="778664"/>
            <a:ext cx="96779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From Page 2</a:t>
            </a:r>
            <a:endParaRPr lang="en-US" sz="1000" dirty="0">
              <a:solidFill>
                <a:srgbClr val="0F9ED5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2EA07C4-DF06-E69C-8FC8-920AE4DC17CF}"/>
              </a:ext>
            </a:extLst>
          </p:cNvPr>
          <p:cNvCxnSpPr>
            <a:cxnSpLocks/>
          </p:cNvCxnSpPr>
          <p:nvPr/>
        </p:nvCxnSpPr>
        <p:spPr>
          <a:xfrm flipH="1" flipV="1">
            <a:off x="4654301" y="906682"/>
            <a:ext cx="603823" cy="876"/>
          </a:xfrm>
          <a:prstGeom prst="straightConnector1">
            <a:avLst/>
          </a:prstGeom>
          <a:ln>
            <a:solidFill>
              <a:srgbClr val="0F9ED5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AD0C78A-E490-05AE-B0E6-4C2336004E94}"/>
              </a:ext>
            </a:extLst>
          </p:cNvPr>
          <p:cNvSpPr txBox="1"/>
          <p:nvPr/>
        </p:nvSpPr>
        <p:spPr>
          <a:xfrm>
            <a:off x="5215845" y="1337050"/>
            <a:ext cx="96779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From Page 3</a:t>
            </a:r>
            <a:endParaRPr lang="en-US" sz="1000" dirty="0">
              <a:solidFill>
                <a:srgbClr val="0F9ED5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E451CEC-2723-DC37-5511-C023A036CCED}"/>
              </a:ext>
            </a:extLst>
          </p:cNvPr>
          <p:cNvCxnSpPr>
            <a:cxnSpLocks/>
          </p:cNvCxnSpPr>
          <p:nvPr/>
        </p:nvCxnSpPr>
        <p:spPr>
          <a:xfrm flipH="1" flipV="1">
            <a:off x="4660664" y="1465068"/>
            <a:ext cx="603823" cy="876"/>
          </a:xfrm>
          <a:prstGeom prst="straightConnector1">
            <a:avLst/>
          </a:prstGeom>
          <a:ln>
            <a:solidFill>
              <a:srgbClr val="0F9ED5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9CAE842-F0A0-1B43-5EAD-38BAF745247F}"/>
              </a:ext>
            </a:extLst>
          </p:cNvPr>
          <p:cNvSpPr txBox="1"/>
          <p:nvPr/>
        </p:nvSpPr>
        <p:spPr>
          <a:xfrm>
            <a:off x="5241339" y="1913050"/>
            <a:ext cx="96779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From Page 4</a:t>
            </a:r>
            <a:endParaRPr lang="en-US" sz="1000" dirty="0">
              <a:solidFill>
                <a:srgbClr val="0F9ED5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42CD77D-5F64-1FC3-406C-00859E3FFA93}"/>
              </a:ext>
            </a:extLst>
          </p:cNvPr>
          <p:cNvCxnSpPr>
            <a:cxnSpLocks/>
          </p:cNvCxnSpPr>
          <p:nvPr/>
        </p:nvCxnSpPr>
        <p:spPr>
          <a:xfrm flipH="1" flipV="1">
            <a:off x="4686158" y="2041068"/>
            <a:ext cx="603823" cy="876"/>
          </a:xfrm>
          <a:prstGeom prst="straightConnector1">
            <a:avLst/>
          </a:prstGeom>
          <a:ln>
            <a:solidFill>
              <a:srgbClr val="0F9ED5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55D67C8-FB12-1465-1E70-E8F3783E5980}"/>
              </a:ext>
            </a:extLst>
          </p:cNvPr>
          <p:cNvSpPr txBox="1"/>
          <p:nvPr/>
        </p:nvSpPr>
        <p:spPr>
          <a:xfrm>
            <a:off x="5216323" y="2486871"/>
            <a:ext cx="96779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From Page 5</a:t>
            </a:r>
            <a:endParaRPr lang="en-US" sz="1000" dirty="0">
              <a:solidFill>
                <a:srgbClr val="0F9ED5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AA17346-0BE8-E60D-8B10-7AD89CB4BEF3}"/>
              </a:ext>
            </a:extLst>
          </p:cNvPr>
          <p:cNvCxnSpPr>
            <a:cxnSpLocks/>
          </p:cNvCxnSpPr>
          <p:nvPr/>
        </p:nvCxnSpPr>
        <p:spPr>
          <a:xfrm flipH="1" flipV="1">
            <a:off x="4661142" y="2614889"/>
            <a:ext cx="603823" cy="876"/>
          </a:xfrm>
          <a:prstGeom prst="straightConnector1">
            <a:avLst/>
          </a:prstGeom>
          <a:ln>
            <a:solidFill>
              <a:srgbClr val="0F9ED5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CDD8786-868C-DF9E-1911-A4328AE7FF46}"/>
              </a:ext>
            </a:extLst>
          </p:cNvPr>
          <p:cNvSpPr txBox="1"/>
          <p:nvPr/>
        </p:nvSpPr>
        <p:spPr>
          <a:xfrm>
            <a:off x="5244389" y="3052046"/>
            <a:ext cx="96779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From Page 6</a:t>
            </a:r>
            <a:endParaRPr lang="en-US" sz="1000" dirty="0">
              <a:solidFill>
                <a:srgbClr val="0F9ED5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A8D635B-3CAC-FDC4-F27C-CD3902865A67}"/>
              </a:ext>
            </a:extLst>
          </p:cNvPr>
          <p:cNvCxnSpPr>
            <a:cxnSpLocks/>
          </p:cNvCxnSpPr>
          <p:nvPr/>
        </p:nvCxnSpPr>
        <p:spPr>
          <a:xfrm flipH="1" flipV="1">
            <a:off x="4689208" y="3180064"/>
            <a:ext cx="603823" cy="876"/>
          </a:xfrm>
          <a:prstGeom prst="straightConnector1">
            <a:avLst/>
          </a:prstGeom>
          <a:ln>
            <a:solidFill>
              <a:srgbClr val="0F9ED5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0FC09C9-B7F6-7431-3CE9-7C5DF51B4E6A}"/>
              </a:ext>
            </a:extLst>
          </p:cNvPr>
          <p:cNvSpPr txBox="1"/>
          <p:nvPr/>
        </p:nvSpPr>
        <p:spPr>
          <a:xfrm>
            <a:off x="5249497" y="3611512"/>
            <a:ext cx="96779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From Page 7</a:t>
            </a:r>
            <a:endParaRPr lang="en-US" sz="1000" dirty="0">
              <a:solidFill>
                <a:srgbClr val="0F9ED5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8C0B2CF-5413-0094-095E-505F43EC0169}"/>
              </a:ext>
            </a:extLst>
          </p:cNvPr>
          <p:cNvCxnSpPr>
            <a:cxnSpLocks/>
          </p:cNvCxnSpPr>
          <p:nvPr/>
        </p:nvCxnSpPr>
        <p:spPr>
          <a:xfrm flipH="1" flipV="1">
            <a:off x="4694316" y="3739530"/>
            <a:ext cx="603823" cy="876"/>
          </a:xfrm>
          <a:prstGeom prst="straightConnector1">
            <a:avLst/>
          </a:prstGeom>
          <a:ln>
            <a:solidFill>
              <a:srgbClr val="0F9ED5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19ADAA9-DB8F-5C83-5088-6AF61F543499}"/>
              </a:ext>
            </a:extLst>
          </p:cNvPr>
          <p:cNvSpPr txBox="1"/>
          <p:nvPr/>
        </p:nvSpPr>
        <p:spPr>
          <a:xfrm>
            <a:off x="5249498" y="4204238"/>
            <a:ext cx="96779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From Page 8</a:t>
            </a:r>
            <a:endParaRPr lang="en-US" sz="1000" dirty="0">
              <a:solidFill>
                <a:srgbClr val="0F9ED5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FC7F86E-C2FF-A4D1-D46F-E0F66325139E}"/>
              </a:ext>
            </a:extLst>
          </p:cNvPr>
          <p:cNvCxnSpPr>
            <a:cxnSpLocks/>
          </p:cNvCxnSpPr>
          <p:nvPr/>
        </p:nvCxnSpPr>
        <p:spPr>
          <a:xfrm flipH="1" flipV="1">
            <a:off x="4694317" y="4332256"/>
            <a:ext cx="603823" cy="876"/>
          </a:xfrm>
          <a:prstGeom prst="straightConnector1">
            <a:avLst/>
          </a:prstGeom>
          <a:ln>
            <a:solidFill>
              <a:srgbClr val="0F9ED5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3A20842-3330-B1B3-0981-B2219D942CAB}"/>
              </a:ext>
            </a:extLst>
          </p:cNvPr>
          <p:cNvSpPr txBox="1"/>
          <p:nvPr/>
        </p:nvSpPr>
        <p:spPr>
          <a:xfrm>
            <a:off x="5249497" y="4790298"/>
            <a:ext cx="96779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From Page 9</a:t>
            </a:r>
            <a:endParaRPr lang="en-US" sz="1000" dirty="0">
              <a:solidFill>
                <a:srgbClr val="0F9ED5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27BC21B-FEAB-7E21-0B02-D0A7EC4C8BDC}"/>
              </a:ext>
            </a:extLst>
          </p:cNvPr>
          <p:cNvCxnSpPr>
            <a:cxnSpLocks/>
          </p:cNvCxnSpPr>
          <p:nvPr/>
        </p:nvCxnSpPr>
        <p:spPr>
          <a:xfrm flipH="1" flipV="1">
            <a:off x="4694316" y="4918316"/>
            <a:ext cx="603823" cy="876"/>
          </a:xfrm>
          <a:prstGeom prst="straightConnector1">
            <a:avLst/>
          </a:prstGeom>
          <a:ln>
            <a:solidFill>
              <a:srgbClr val="0F9ED5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1963F98-3B82-8216-1E81-B65F8C5C18DA}"/>
              </a:ext>
            </a:extLst>
          </p:cNvPr>
          <p:cNvSpPr txBox="1"/>
          <p:nvPr/>
        </p:nvSpPr>
        <p:spPr>
          <a:xfrm>
            <a:off x="251727" y="339889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</a:t>
            </a:r>
            <a:r>
              <a:rPr lang="en-US" sz="800" b="1" dirty="0"/>
              <a:t>Mod</a:t>
            </a:r>
            <a:r>
              <a:rPr lang="en-US" sz="800" dirty="0"/>
              <a:t>, divide by 2053, subtract the number before the dot, multiply the result by 2053. Roud the result.</a:t>
            </a:r>
            <a:endParaRPr lang="en-US" sz="600" noProof="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78F69F1-08F4-C711-2575-90DC9ECC12C3}"/>
              </a:ext>
            </a:extLst>
          </p:cNvPr>
          <p:cNvSpPr txBox="1"/>
          <p:nvPr/>
        </p:nvSpPr>
        <p:spPr>
          <a:xfrm>
            <a:off x="4421776" y="5397152"/>
            <a:ext cx="86453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E01B974-098F-74A8-4F51-EE56FF3AE461}"/>
              </a:ext>
            </a:extLst>
          </p:cNvPr>
          <p:cNvSpPr/>
          <p:nvPr/>
        </p:nvSpPr>
        <p:spPr>
          <a:xfrm>
            <a:off x="5198229" y="5351192"/>
            <a:ext cx="722557" cy="359243"/>
          </a:xfrm>
          <a:prstGeom prst="rect">
            <a:avLst/>
          </a:prstGeom>
          <a:noFill/>
          <a:ln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4463026-2232-C5DD-7644-0852F813C14E}"/>
              </a:ext>
            </a:extLst>
          </p:cNvPr>
          <p:cNvSpPr/>
          <p:nvPr/>
        </p:nvSpPr>
        <p:spPr>
          <a:xfrm>
            <a:off x="5198229" y="6228620"/>
            <a:ext cx="722557" cy="359243"/>
          </a:xfrm>
          <a:prstGeom prst="rect">
            <a:avLst/>
          </a:prstGeom>
          <a:noFill/>
          <a:ln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C3905C0-8248-EEA6-9DA6-B0A4E2AE5090}"/>
              </a:ext>
            </a:extLst>
          </p:cNvPr>
          <p:cNvSpPr/>
          <p:nvPr/>
        </p:nvSpPr>
        <p:spPr>
          <a:xfrm>
            <a:off x="5198228" y="7116558"/>
            <a:ext cx="722557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B2E29E3-0EDB-CEF2-395F-65B44002CC88}"/>
              </a:ext>
            </a:extLst>
          </p:cNvPr>
          <p:cNvSpPr/>
          <p:nvPr/>
        </p:nvSpPr>
        <p:spPr>
          <a:xfrm>
            <a:off x="5198227" y="7983476"/>
            <a:ext cx="722557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C6DB9CA-194F-DCA6-8C3A-C7F902BE1429}"/>
              </a:ext>
            </a:extLst>
          </p:cNvPr>
          <p:cNvSpPr/>
          <p:nvPr/>
        </p:nvSpPr>
        <p:spPr>
          <a:xfrm>
            <a:off x="5198227" y="8871414"/>
            <a:ext cx="722557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A914A6-94BC-909E-8AAD-406F9B5AA091}"/>
              </a:ext>
            </a:extLst>
          </p:cNvPr>
          <p:cNvSpPr txBox="1"/>
          <p:nvPr/>
        </p:nvSpPr>
        <p:spPr>
          <a:xfrm>
            <a:off x="4421776" y="6281854"/>
            <a:ext cx="86453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BB4F3A0-BD48-BFBB-2A68-AADBBF53175E}"/>
              </a:ext>
            </a:extLst>
          </p:cNvPr>
          <p:cNvSpPr txBox="1"/>
          <p:nvPr/>
        </p:nvSpPr>
        <p:spPr>
          <a:xfrm>
            <a:off x="4419360" y="7174484"/>
            <a:ext cx="86453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4CF4562-062C-0EF4-D363-232655999967}"/>
              </a:ext>
            </a:extLst>
          </p:cNvPr>
          <p:cNvSpPr txBox="1"/>
          <p:nvPr/>
        </p:nvSpPr>
        <p:spPr>
          <a:xfrm>
            <a:off x="4416890" y="8039293"/>
            <a:ext cx="86453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992BA6D-6135-2006-4393-3F2A690F79CC}"/>
              </a:ext>
            </a:extLst>
          </p:cNvPr>
          <p:cNvSpPr txBox="1"/>
          <p:nvPr/>
        </p:nvSpPr>
        <p:spPr>
          <a:xfrm>
            <a:off x="4419312" y="8927086"/>
            <a:ext cx="86453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3C1F80-DD53-4ECC-E7F1-6647946B6426}"/>
              </a:ext>
            </a:extLst>
          </p:cNvPr>
          <p:cNvSpPr txBox="1"/>
          <p:nvPr/>
        </p:nvSpPr>
        <p:spPr>
          <a:xfrm>
            <a:off x="4270347" y="9226422"/>
            <a:ext cx="259166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C2.S5</a:t>
            </a:r>
            <a:r>
              <a:rPr lang="en-US" sz="1000" dirty="0"/>
              <a:t>=</a:t>
            </a:r>
            <a:r>
              <a:rPr lang="en-US" sz="1000" dirty="0">
                <a:solidFill>
                  <a:srgbClr val="0F9ED5"/>
                </a:solidFill>
              </a:rPr>
              <a:t>W2.S5</a:t>
            </a:r>
            <a:r>
              <a:rPr lang="en-US" sz="1000" noProof="0" dirty="0"/>
              <a:t>+</a:t>
            </a:r>
            <a:r>
              <a:rPr lang="en-US" sz="1000" dirty="0">
                <a:solidFill>
                  <a:srgbClr val="0F9ED5"/>
                </a:solidFill>
              </a:rPr>
              <a:t>W5.S5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0F9ED5"/>
                </a:solidFill>
              </a:rPr>
              <a:t>W8.S5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0F9ED5"/>
                </a:solidFill>
              </a:rPr>
              <a:t>W11.S5</a:t>
            </a:r>
            <a:br>
              <a:rPr lang="en-US" sz="1000" dirty="0">
                <a:solidFill>
                  <a:srgbClr val="A02A93"/>
                </a:solidFill>
              </a:rPr>
            </a:br>
            <a:r>
              <a:rPr lang="en-US" sz="1000" dirty="0"/>
              <a:t>+</a:t>
            </a:r>
            <a:r>
              <a:rPr lang="en-US" sz="1000" dirty="0">
                <a:solidFill>
                  <a:srgbClr val="0F9ED5"/>
                </a:solidFill>
              </a:rPr>
              <a:t>W14.S5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0F9ED5"/>
                </a:solidFill>
              </a:rPr>
              <a:t>W17.S5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0F9ED5"/>
                </a:solidFill>
              </a:rPr>
              <a:t>W20.S5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0F9ED5"/>
                </a:solidFill>
              </a:rPr>
              <a:t>W23.S5</a:t>
            </a:r>
            <a:r>
              <a:rPr lang="en-US" sz="1000" dirty="0"/>
              <a:t>+200</a:t>
            </a:r>
            <a:r>
              <a:rPr lang="en-US" sz="600" dirty="0"/>
              <a:t> Mod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047EB97-189B-FB3E-7073-018CDF959974}"/>
              </a:ext>
            </a:extLst>
          </p:cNvPr>
          <p:cNvSpPr/>
          <p:nvPr/>
        </p:nvSpPr>
        <p:spPr>
          <a:xfrm>
            <a:off x="6115478" y="9106582"/>
            <a:ext cx="119801" cy="11980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AF32116-1E6D-C400-2BA8-3A2B7D53FEB4}"/>
              </a:ext>
            </a:extLst>
          </p:cNvPr>
          <p:cNvSpPr/>
          <p:nvPr/>
        </p:nvSpPr>
        <p:spPr>
          <a:xfrm>
            <a:off x="6115478" y="8874089"/>
            <a:ext cx="119801" cy="11980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FA37527-D9A0-900D-CE96-E688EDE512BA}"/>
              </a:ext>
            </a:extLst>
          </p:cNvPr>
          <p:cNvSpPr txBox="1"/>
          <p:nvPr/>
        </p:nvSpPr>
        <p:spPr>
          <a:xfrm>
            <a:off x="4266332" y="8343112"/>
            <a:ext cx="259166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C2.S4</a:t>
            </a:r>
            <a:r>
              <a:rPr lang="en-US" sz="1000" dirty="0"/>
              <a:t>=</a:t>
            </a:r>
            <a:r>
              <a:rPr lang="en-US" sz="1000" dirty="0">
                <a:solidFill>
                  <a:srgbClr val="0F9ED5"/>
                </a:solidFill>
              </a:rPr>
              <a:t>W2.S4</a:t>
            </a:r>
            <a:r>
              <a:rPr lang="en-US" sz="1000" noProof="0" dirty="0"/>
              <a:t>+</a:t>
            </a:r>
            <a:r>
              <a:rPr lang="en-US" sz="1000" dirty="0">
                <a:solidFill>
                  <a:srgbClr val="0F9ED5"/>
                </a:solidFill>
              </a:rPr>
              <a:t>W5.S4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0F9ED5"/>
                </a:solidFill>
              </a:rPr>
              <a:t>W8.S4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0F9ED5"/>
                </a:solidFill>
              </a:rPr>
              <a:t>W11.S4</a:t>
            </a:r>
            <a:br>
              <a:rPr lang="en-US" sz="1000" dirty="0">
                <a:solidFill>
                  <a:srgbClr val="A02A93"/>
                </a:solidFill>
              </a:rPr>
            </a:br>
            <a:r>
              <a:rPr lang="en-US" sz="1000" dirty="0"/>
              <a:t>+</a:t>
            </a:r>
            <a:r>
              <a:rPr lang="en-US" sz="1000" dirty="0">
                <a:solidFill>
                  <a:srgbClr val="0F9ED5"/>
                </a:solidFill>
              </a:rPr>
              <a:t>W14.S4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0F9ED5"/>
                </a:solidFill>
              </a:rPr>
              <a:t>W17.S4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0F9ED5"/>
                </a:solidFill>
              </a:rPr>
              <a:t>W20.S4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0F9ED5"/>
                </a:solidFill>
              </a:rPr>
              <a:t>W23.S4</a:t>
            </a:r>
            <a:r>
              <a:rPr lang="en-US" sz="1000" dirty="0"/>
              <a:t>+200</a:t>
            </a:r>
            <a:r>
              <a:rPr lang="en-US" sz="600" dirty="0"/>
              <a:t> Mod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E8D83DC-4861-94BA-D5E0-99B98D08999B}"/>
              </a:ext>
            </a:extLst>
          </p:cNvPr>
          <p:cNvSpPr/>
          <p:nvPr/>
        </p:nvSpPr>
        <p:spPr>
          <a:xfrm>
            <a:off x="6133744" y="8219034"/>
            <a:ext cx="119801" cy="11980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C4ED445-460D-CFE5-397A-F687EFB42EF1}"/>
              </a:ext>
            </a:extLst>
          </p:cNvPr>
          <p:cNvSpPr/>
          <p:nvPr/>
        </p:nvSpPr>
        <p:spPr>
          <a:xfrm>
            <a:off x="6133744" y="7986541"/>
            <a:ext cx="119801" cy="11980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8FDDD01-61B2-63A5-8C11-0CFC40F407D1}"/>
              </a:ext>
            </a:extLst>
          </p:cNvPr>
          <p:cNvSpPr txBox="1"/>
          <p:nvPr/>
        </p:nvSpPr>
        <p:spPr>
          <a:xfrm>
            <a:off x="4266332" y="7475484"/>
            <a:ext cx="259166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C2.S3</a:t>
            </a:r>
            <a:r>
              <a:rPr lang="en-US" sz="1000" dirty="0"/>
              <a:t>=</a:t>
            </a:r>
            <a:r>
              <a:rPr lang="en-US" sz="1000" dirty="0">
                <a:solidFill>
                  <a:srgbClr val="0F9ED5"/>
                </a:solidFill>
              </a:rPr>
              <a:t>W2.S3</a:t>
            </a:r>
            <a:r>
              <a:rPr lang="en-US" sz="1000" noProof="0" dirty="0"/>
              <a:t>+</a:t>
            </a:r>
            <a:r>
              <a:rPr lang="en-US" sz="1000" dirty="0">
                <a:solidFill>
                  <a:srgbClr val="0F9ED5"/>
                </a:solidFill>
              </a:rPr>
              <a:t>W5.S3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0F9ED5"/>
                </a:solidFill>
              </a:rPr>
              <a:t>W8.S3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0F9ED5"/>
                </a:solidFill>
              </a:rPr>
              <a:t>W11.S3</a:t>
            </a:r>
            <a:br>
              <a:rPr lang="en-US" sz="1000" dirty="0">
                <a:solidFill>
                  <a:srgbClr val="A02A93"/>
                </a:solidFill>
              </a:rPr>
            </a:br>
            <a:r>
              <a:rPr lang="en-US" sz="1000" dirty="0"/>
              <a:t>+</a:t>
            </a:r>
            <a:r>
              <a:rPr lang="en-US" sz="1000" dirty="0">
                <a:solidFill>
                  <a:srgbClr val="0F9ED5"/>
                </a:solidFill>
              </a:rPr>
              <a:t>W14.S3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0F9ED5"/>
                </a:solidFill>
              </a:rPr>
              <a:t>W17.S3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0F9ED5"/>
                </a:solidFill>
              </a:rPr>
              <a:t>W20.S3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0F9ED5"/>
                </a:solidFill>
              </a:rPr>
              <a:t>W23.S3</a:t>
            </a:r>
            <a:r>
              <a:rPr lang="en-US" sz="1000" dirty="0"/>
              <a:t>+200</a:t>
            </a:r>
            <a:r>
              <a:rPr lang="en-US" sz="600" dirty="0"/>
              <a:t> Mod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853C891-ADA4-D41B-1A57-57C9D7B797CE}"/>
              </a:ext>
            </a:extLst>
          </p:cNvPr>
          <p:cNvSpPr/>
          <p:nvPr/>
        </p:nvSpPr>
        <p:spPr>
          <a:xfrm>
            <a:off x="6133744" y="7351406"/>
            <a:ext cx="119801" cy="11980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5529969-10C7-5D12-977A-BBE9B225A879}"/>
              </a:ext>
            </a:extLst>
          </p:cNvPr>
          <p:cNvSpPr/>
          <p:nvPr/>
        </p:nvSpPr>
        <p:spPr>
          <a:xfrm>
            <a:off x="6133744" y="7118913"/>
            <a:ext cx="119801" cy="11980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BDA44D6-17D7-3EAC-477B-8D2A17999F84}"/>
              </a:ext>
            </a:extLst>
          </p:cNvPr>
          <p:cNvSpPr txBox="1"/>
          <p:nvPr/>
        </p:nvSpPr>
        <p:spPr>
          <a:xfrm>
            <a:off x="4266332" y="6585191"/>
            <a:ext cx="259166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C2.S2</a:t>
            </a:r>
            <a:r>
              <a:rPr lang="en-US" sz="1000" dirty="0"/>
              <a:t>=</a:t>
            </a:r>
            <a:r>
              <a:rPr lang="en-US" sz="1000" dirty="0">
                <a:solidFill>
                  <a:srgbClr val="0F9ED5"/>
                </a:solidFill>
              </a:rPr>
              <a:t>W2.S2</a:t>
            </a:r>
            <a:r>
              <a:rPr lang="en-US" sz="1000" noProof="0" dirty="0"/>
              <a:t>+</a:t>
            </a:r>
            <a:r>
              <a:rPr lang="en-US" sz="1000" dirty="0">
                <a:solidFill>
                  <a:srgbClr val="0F9ED5"/>
                </a:solidFill>
              </a:rPr>
              <a:t>W5.S2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0F9ED5"/>
                </a:solidFill>
              </a:rPr>
              <a:t>W8.S2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0F9ED5"/>
                </a:solidFill>
              </a:rPr>
              <a:t>W11.S2</a:t>
            </a:r>
            <a:br>
              <a:rPr lang="en-US" sz="1000" dirty="0">
                <a:solidFill>
                  <a:srgbClr val="A02A93"/>
                </a:solidFill>
              </a:rPr>
            </a:br>
            <a:r>
              <a:rPr lang="en-US" sz="1000" dirty="0"/>
              <a:t>+</a:t>
            </a:r>
            <a:r>
              <a:rPr lang="en-US" sz="1000" dirty="0">
                <a:solidFill>
                  <a:srgbClr val="0F9ED5"/>
                </a:solidFill>
              </a:rPr>
              <a:t>W14.S2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0F9ED5"/>
                </a:solidFill>
              </a:rPr>
              <a:t>W17.S2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0F9ED5"/>
                </a:solidFill>
              </a:rPr>
              <a:t>W20.S2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0F9ED5"/>
                </a:solidFill>
              </a:rPr>
              <a:t>W23.S2</a:t>
            </a:r>
            <a:r>
              <a:rPr lang="en-US" sz="1000" dirty="0"/>
              <a:t>+200</a:t>
            </a:r>
            <a:r>
              <a:rPr lang="en-US" sz="600" dirty="0"/>
              <a:t> Mod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1A92B9-FB9F-FC70-C333-2F29F11687FE}"/>
              </a:ext>
            </a:extLst>
          </p:cNvPr>
          <p:cNvSpPr/>
          <p:nvPr/>
        </p:nvSpPr>
        <p:spPr>
          <a:xfrm>
            <a:off x="6133744" y="6461113"/>
            <a:ext cx="119801" cy="11980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1DDE6A0-1F7B-1019-DEDA-3BE79FD31FA7}"/>
              </a:ext>
            </a:extLst>
          </p:cNvPr>
          <p:cNvSpPr/>
          <p:nvPr/>
        </p:nvSpPr>
        <p:spPr>
          <a:xfrm>
            <a:off x="6133744" y="6228620"/>
            <a:ext cx="119801" cy="11980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6366EF4-0151-BDE0-60AF-C7E7E2E783DA}"/>
              </a:ext>
            </a:extLst>
          </p:cNvPr>
          <p:cNvSpPr txBox="1"/>
          <p:nvPr/>
        </p:nvSpPr>
        <p:spPr>
          <a:xfrm>
            <a:off x="4264282" y="5707763"/>
            <a:ext cx="259166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C2.S1</a:t>
            </a:r>
            <a:r>
              <a:rPr lang="en-US" sz="1000" dirty="0"/>
              <a:t>=</a:t>
            </a:r>
            <a:r>
              <a:rPr lang="en-US" sz="1000" dirty="0">
                <a:solidFill>
                  <a:srgbClr val="0F9ED5"/>
                </a:solidFill>
              </a:rPr>
              <a:t>W2.S1</a:t>
            </a:r>
            <a:r>
              <a:rPr lang="en-US" sz="1000" noProof="0" dirty="0"/>
              <a:t>+</a:t>
            </a:r>
            <a:r>
              <a:rPr lang="en-US" sz="1000" dirty="0">
                <a:solidFill>
                  <a:srgbClr val="0F9ED5"/>
                </a:solidFill>
              </a:rPr>
              <a:t>W5.S1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0F9ED5"/>
                </a:solidFill>
              </a:rPr>
              <a:t>W8.S1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0F9ED5"/>
                </a:solidFill>
              </a:rPr>
              <a:t>W11.S1</a:t>
            </a:r>
            <a:br>
              <a:rPr lang="en-US" sz="1000" dirty="0">
                <a:solidFill>
                  <a:srgbClr val="A02A93"/>
                </a:solidFill>
              </a:rPr>
            </a:br>
            <a:r>
              <a:rPr lang="en-US" sz="1000" dirty="0"/>
              <a:t>+</a:t>
            </a:r>
            <a:r>
              <a:rPr lang="en-US" sz="1000" dirty="0">
                <a:solidFill>
                  <a:srgbClr val="0F9ED5"/>
                </a:solidFill>
              </a:rPr>
              <a:t>W14.S1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0F9ED5"/>
                </a:solidFill>
              </a:rPr>
              <a:t>W17.S1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0F9ED5"/>
                </a:solidFill>
              </a:rPr>
              <a:t>W20.S1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0F9ED5"/>
                </a:solidFill>
              </a:rPr>
              <a:t>W23.S1</a:t>
            </a:r>
            <a:r>
              <a:rPr lang="en-US" sz="1000" dirty="0"/>
              <a:t>+200</a:t>
            </a:r>
            <a:r>
              <a:rPr lang="en-US" sz="600" dirty="0"/>
              <a:t> Mod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ADEC016-6486-855C-51FD-C09D43F608F7}"/>
              </a:ext>
            </a:extLst>
          </p:cNvPr>
          <p:cNvSpPr/>
          <p:nvPr/>
        </p:nvSpPr>
        <p:spPr>
          <a:xfrm>
            <a:off x="6131694" y="5583685"/>
            <a:ext cx="119801" cy="11980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0B49D2B-A3F3-A29C-BA50-EC9B6AF7D58F}"/>
              </a:ext>
            </a:extLst>
          </p:cNvPr>
          <p:cNvSpPr/>
          <p:nvPr/>
        </p:nvSpPr>
        <p:spPr>
          <a:xfrm>
            <a:off x="6131694" y="5351192"/>
            <a:ext cx="119801" cy="11980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521ECF0-C74B-6DAF-ADFC-B777A679C407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</p:spTree>
    <p:extLst>
      <p:ext uri="{BB962C8B-B14F-4D97-AF65-F5344CB8AC3E}">
        <p14:creationId xmlns:p14="http://schemas.microsoft.com/office/powerpoint/2010/main" val="588713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68096FD-C595-7CBB-D16D-CDC963C15D49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5E67941C-EDCC-6EF9-DD80-D21907A2AA65}"/>
              </a:ext>
            </a:extLst>
          </p:cNvPr>
          <p:cNvSpPr/>
          <p:nvPr/>
        </p:nvSpPr>
        <p:spPr>
          <a:xfrm>
            <a:off x="503484" y="5340646"/>
            <a:ext cx="722557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01F4ADEA-ED57-5A96-3ED8-7B74F42F5E7A}"/>
              </a:ext>
            </a:extLst>
          </p:cNvPr>
          <p:cNvSpPr/>
          <p:nvPr/>
        </p:nvSpPr>
        <p:spPr>
          <a:xfrm>
            <a:off x="503484" y="6218074"/>
            <a:ext cx="722557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071B9C17-8ACC-EA57-3956-9361E1551A76}"/>
              </a:ext>
            </a:extLst>
          </p:cNvPr>
          <p:cNvSpPr/>
          <p:nvPr/>
        </p:nvSpPr>
        <p:spPr>
          <a:xfrm>
            <a:off x="503483" y="7106012"/>
            <a:ext cx="722557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E8802721-4777-4CB6-FCB2-941EB4F41A06}"/>
              </a:ext>
            </a:extLst>
          </p:cNvPr>
          <p:cNvSpPr/>
          <p:nvPr/>
        </p:nvSpPr>
        <p:spPr>
          <a:xfrm>
            <a:off x="503482" y="7972930"/>
            <a:ext cx="722557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99C756E2-2422-C889-8E23-F289CEA90548}"/>
              </a:ext>
            </a:extLst>
          </p:cNvPr>
          <p:cNvSpPr/>
          <p:nvPr/>
        </p:nvSpPr>
        <p:spPr>
          <a:xfrm>
            <a:off x="503482" y="8860868"/>
            <a:ext cx="722557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D70A748E-69DE-2C66-B82F-9D1E6D51B6B2}"/>
              </a:ext>
            </a:extLst>
          </p:cNvPr>
          <p:cNvSpPr/>
          <p:nvPr/>
        </p:nvSpPr>
        <p:spPr>
          <a:xfrm>
            <a:off x="1995451" y="5340646"/>
            <a:ext cx="864539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BC896361-FF36-6473-4D16-D4CAC699921B}"/>
              </a:ext>
            </a:extLst>
          </p:cNvPr>
          <p:cNvSpPr/>
          <p:nvPr/>
        </p:nvSpPr>
        <p:spPr>
          <a:xfrm>
            <a:off x="1995451" y="6218074"/>
            <a:ext cx="871647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CA2EE003-A86B-BA9D-99D1-60BC58C486D3}"/>
              </a:ext>
            </a:extLst>
          </p:cNvPr>
          <p:cNvSpPr/>
          <p:nvPr/>
        </p:nvSpPr>
        <p:spPr>
          <a:xfrm>
            <a:off x="1995449" y="7106012"/>
            <a:ext cx="871649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BB14ECAF-7DBE-0431-113D-AB217E5C2F16}"/>
              </a:ext>
            </a:extLst>
          </p:cNvPr>
          <p:cNvSpPr/>
          <p:nvPr/>
        </p:nvSpPr>
        <p:spPr>
          <a:xfrm>
            <a:off x="1995449" y="7972930"/>
            <a:ext cx="87165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D3046548-8169-5987-4068-39EDFB28027A}"/>
              </a:ext>
            </a:extLst>
          </p:cNvPr>
          <p:cNvSpPr/>
          <p:nvPr/>
        </p:nvSpPr>
        <p:spPr>
          <a:xfrm>
            <a:off x="1995449" y="8860868"/>
            <a:ext cx="87165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69" name="Elbow Connector 368">
            <a:extLst>
              <a:ext uri="{FF2B5EF4-FFF2-40B4-BE49-F238E27FC236}">
                <a16:creationId xmlns:a16="http://schemas.microsoft.com/office/drawing/2014/main" id="{13473A79-81BA-FC8C-6B30-C721CAD8E019}"/>
              </a:ext>
            </a:extLst>
          </p:cNvPr>
          <p:cNvCxnSpPr>
            <a:cxnSpLocks/>
            <a:stCxn id="364" idx="1"/>
            <a:endCxn id="365" idx="1"/>
          </p:cNvCxnSpPr>
          <p:nvPr/>
        </p:nvCxnSpPr>
        <p:spPr>
          <a:xfrm rot="10800000" flipV="1">
            <a:off x="1995451" y="5520268"/>
            <a:ext cx="12700" cy="877428"/>
          </a:xfrm>
          <a:prstGeom prst="bentConnector3">
            <a:avLst>
              <a:gd name="adj1" fmla="val 2454551"/>
            </a:avLst>
          </a:prstGeom>
          <a:ln w="9525">
            <a:solidFill>
              <a:srgbClr val="4EA72E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0" name="TextBox 369">
            <a:extLst>
              <a:ext uri="{FF2B5EF4-FFF2-40B4-BE49-F238E27FC236}">
                <a16:creationId xmlns:a16="http://schemas.microsoft.com/office/drawing/2014/main" id="{4C3BACD6-CB7A-1185-FF0E-4A4732BF57CF}"/>
              </a:ext>
            </a:extLst>
          </p:cNvPr>
          <p:cNvSpPr txBox="1">
            <a:spLocks/>
          </p:cNvSpPr>
          <p:nvPr/>
        </p:nvSpPr>
        <p:spPr>
          <a:xfrm>
            <a:off x="1673726" y="6163121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>
                <a:solidFill>
                  <a:srgbClr val="4EA72E"/>
                </a:solidFill>
              </a:rPr>
              <a:t>x2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cxnSp>
        <p:nvCxnSpPr>
          <p:cNvPr id="371" name="Elbow Connector 370">
            <a:extLst>
              <a:ext uri="{FF2B5EF4-FFF2-40B4-BE49-F238E27FC236}">
                <a16:creationId xmlns:a16="http://schemas.microsoft.com/office/drawing/2014/main" id="{B7859023-CC19-7FD9-AB82-07357112E78D}"/>
              </a:ext>
            </a:extLst>
          </p:cNvPr>
          <p:cNvCxnSpPr>
            <a:cxnSpLocks/>
            <a:endCxn id="366" idx="1"/>
          </p:cNvCxnSpPr>
          <p:nvPr/>
        </p:nvCxnSpPr>
        <p:spPr>
          <a:xfrm rot="16200000" flipH="1">
            <a:off x="928758" y="6218943"/>
            <a:ext cx="1770056" cy="363326"/>
          </a:xfrm>
          <a:prstGeom prst="bentConnector2">
            <a:avLst/>
          </a:prstGeom>
          <a:ln w="9525">
            <a:solidFill>
              <a:srgbClr val="4EA72E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2" name="Elbow Connector 371">
            <a:extLst>
              <a:ext uri="{FF2B5EF4-FFF2-40B4-BE49-F238E27FC236}">
                <a16:creationId xmlns:a16="http://schemas.microsoft.com/office/drawing/2014/main" id="{2FDD5A8E-BD75-B33F-03DA-52F3AC4F07A6}"/>
              </a:ext>
            </a:extLst>
          </p:cNvPr>
          <p:cNvCxnSpPr>
            <a:cxnSpLocks/>
            <a:endCxn id="367" idx="1"/>
          </p:cNvCxnSpPr>
          <p:nvPr/>
        </p:nvCxnSpPr>
        <p:spPr>
          <a:xfrm rot="16200000" flipH="1">
            <a:off x="458764" y="6615867"/>
            <a:ext cx="2635504" cy="437866"/>
          </a:xfrm>
          <a:prstGeom prst="bentConnector2">
            <a:avLst/>
          </a:prstGeom>
          <a:ln w="9525">
            <a:solidFill>
              <a:srgbClr val="4EA72E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3" name="Elbow Connector 372">
            <a:extLst>
              <a:ext uri="{FF2B5EF4-FFF2-40B4-BE49-F238E27FC236}">
                <a16:creationId xmlns:a16="http://schemas.microsoft.com/office/drawing/2014/main" id="{F07DD8A2-E16D-0ED8-728B-93B94FCC0B92}"/>
              </a:ext>
            </a:extLst>
          </p:cNvPr>
          <p:cNvCxnSpPr>
            <a:cxnSpLocks/>
            <a:endCxn id="368" idx="1"/>
          </p:cNvCxnSpPr>
          <p:nvPr/>
        </p:nvCxnSpPr>
        <p:spPr>
          <a:xfrm rot="16200000" flipH="1">
            <a:off x="-21109" y="7023932"/>
            <a:ext cx="3524198" cy="508918"/>
          </a:xfrm>
          <a:prstGeom prst="bentConnector2">
            <a:avLst/>
          </a:prstGeom>
          <a:ln w="9525">
            <a:solidFill>
              <a:srgbClr val="4EA72E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4" name="TextBox 373">
            <a:extLst>
              <a:ext uri="{FF2B5EF4-FFF2-40B4-BE49-F238E27FC236}">
                <a16:creationId xmlns:a16="http://schemas.microsoft.com/office/drawing/2014/main" id="{E88397AF-A6E0-F620-3C58-1B8BB834CFB4}"/>
              </a:ext>
            </a:extLst>
          </p:cNvPr>
          <p:cNvSpPr txBox="1"/>
          <p:nvPr/>
        </p:nvSpPr>
        <p:spPr>
          <a:xfrm>
            <a:off x="1658936" y="7059014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x3</a:t>
            </a: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442492E5-FBEA-B949-C6BA-B1551A1A4029}"/>
              </a:ext>
            </a:extLst>
          </p:cNvPr>
          <p:cNvSpPr txBox="1"/>
          <p:nvPr/>
        </p:nvSpPr>
        <p:spPr>
          <a:xfrm>
            <a:off x="1658935" y="7924613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x4</a:t>
            </a: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03124403-64AD-C318-6156-D582D984D95E}"/>
              </a:ext>
            </a:extLst>
          </p:cNvPr>
          <p:cNvSpPr txBox="1"/>
          <p:nvPr/>
        </p:nvSpPr>
        <p:spPr>
          <a:xfrm>
            <a:off x="1644148" y="8812180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x5</a:t>
            </a:r>
          </a:p>
        </p:txBody>
      </p:sp>
      <p:cxnSp>
        <p:nvCxnSpPr>
          <p:cNvPr id="377" name="Straight Connector 376">
            <a:extLst>
              <a:ext uri="{FF2B5EF4-FFF2-40B4-BE49-F238E27FC236}">
                <a16:creationId xmlns:a16="http://schemas.microsoft.com/office/drawing/2014/main" id="{9A6A96E1-9830-044D-EB63-47C20C3D4DBE}"/>
              </a:ext>
            </a:extLst>
          </p:cNvPr>
          <p:cNvCxnSpPr>
            <a:cxnSpLocks/>
          </p:cNvCxnSpPr>
          <p:nvPr/>
        </p:nvCxnSpPr>
        <p:spPr>
          <a:xfrm>
            <a:off x="1477151" y="5520263"/>
            <a:ext cx="254357" cy="0"/>
          </a:xfrm>
          <a:prstGeom prst="line">
            <a:avLst/>
          </a:prstGeom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D3B713BE-AD85-40B0-4FE5-5C4E0FC5929A}"/>
              </a:ext>
            </a:extLst>
          </p:cNvPr>
          <p:cNvSpPr txBox="1"/>
          <p:nvPr/>
        </p:nvSpPr>
        <p:spPr>
          <a:xfrm>
            <a:off x="2852460" y="533559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A0E60E46-FB2F-B675-6C15-25171B4AD6E7}"/>
              </a:ext>
            </a:extLst>
          </p:cNvPr>
          <p:cNvSpPr/>
          <p:nvPr/>
        </p:nvSpPr>
        <p:spPr>
          <a:xfrm>
            <a:off x="3628444" y="5346903"/>
            <a:ext cx="864539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7577C829-0B44-7A94-AE1B-9506B37E0A73}"/>
              </a:ext>
            </a:extLst>
          </p:cNvPr>
          <p:cNvSpPr/>
          <p:nvPr/>
        </p:nvSpPr>
        <p:spPr>
          <a:xfrm>
            <a:off x="3628444" y="6224331"/>
            <a:ext cx="871647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156D1F46-675E-05E7-4A98-FFB9935913AD}"/>
              </a:ext>
            </a:extLst>
          </p:cNvPr>
          <p:cNvSpPr/>
          <p:nvPr/>
        </p:nvSpPr>
        <p:spPr>
          <a:xfrm>
            <a:off x="3628442" y="7112269"/>
            <a:ext cx="871649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9154664C-00B4-7681-EA21-57ACE85B655F}"/>
              </a:ext>
            </a:extLst>
          </p:cNvPr>
          <p:cNvSpPr/>
          <p:nvPr/>
        </p:nvSpPr>
        <p:spPr>
          <a:xfrm>
            <a:off x="3628442" y="7979187"/>
            <a:ext cx="87165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0DE64335-0BB6-8BE2-0D48-6B3B5615EC8E}"/>
              </a:ext>
            </a:extLst>
          </p:cNvPr>
          <p:cNvSpPr/>
          <p:nvPr/>
        </p:nvSpPr>
        <p:spPr>
          <a:xfrm>
            <a:off x="3628442" y="8867125"/>
            <a:ext cx="87165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85" name="Elbow Connector 384">
            <a:extLst>
              <a:ext uri="{FF2B5EF4-FFF2-40B4-BE49-F238E27FC236}">
                <a16:creationId xmlns:a16="http://schemas.microsoft.com/office/drawing/2014/main" id="{2656734B-FFC4-5CE9-BFBF-C7FB3111B545}"/>
              </a:ext>
            </a:extLst>
          </p:cNvPr>
          <p:cNvCxnSpPr>
            <a:cxnSpLocks/>
            <a:stCxn id="380" idx="1"/>
            <a:endCxn id="381" idx="1"/>
          </p:cNvCxnSpPr>
          <p:nvPr/>
        </p:nvCxnSpPr>
        <p:spPr>
          <a:xfrm rot="10800000" flipV="1">
            <a:off x="3628444" y="5526525"/>
            <a:ext cx="12700" cy="877428"/>
          </a:xfrm>
          <a:prstGeom prst="bentConnector3">
            <a:avLst>
              <a:gd name="adj1" fmla="val 2454543"/>
            </a:avLst>
          </a:prstGeom>
          <a:ln w="9525">
            <a:solidFill>
              <a:srgbClr val="4EA72E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6" name="TextBox 385">
            <a:extLst>
              <a:ext uri="{FF2B5EF4-FFF2-40B4-BE49-F238E27FC236}">
                <a16:creationId xmlns:a16="http://schemas.microsoft.com/office/drawing/2014/main" id="{C750C1B1-31DB-774B-169E-1BE0C4291FAA}"/>
              </a:ext>
            </a:extLst>
          </p:cNvPr>
          <p:cNvSpPr txBox="1">
            <a:spLocks/>
          </p:cNvSpPr>
          <p:nvPr/>
        </p:nvSpPr>
        <p:spPr>
          <a:xfrm>
            <a:off x="3306719" y="6169378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x4</a:t>
            </a:r>
          </a:p>
        </p:txBody>
      </p:sp>
      <p:cxnSp>
        <p:nvCxnSpPr>
          <p:cNvPr id="387" name="Elbow Connector 386">
            <a:extLst>
              <a:ext uri="{FF2B5EF4-FFF2-40B4-BE49-F238E27FC236}">
                <a16:creationId xmlns:a16="http://schemas.microsoft.com/office/drawing/2014/main" id="{37C8B93E-E3F5-9A38-B923-34A8E597F477}"/>
              </a:ext>
            </a:extLst>
          </p:cNvPr>
          <p:cNvCxnSpPr>
            <a:cxnSpLocks/>
            <a:endCxn id="382" idx="1"/>
          </p:cNvCxnSpPr>
          <p:nvPr/>
        </p:nvCxnSpPr>
        <p:spPr>
          <a:xfrm rot="16200000" flipH="1">
            <a:off x="2564523" y="6227972"/>
            <a:ext cx="1764512" cy="363326"/>
          </a:xfrm>
          <a:prstGeom prst="bentConnector2">
            <a:avLst/>
          </a:prstGeom>
          <a:ln w="9525">
            <a:solidFill>
              <a:srgbClr val="4EA72E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8" name="Elbow Connector 387">
            <a:extLst>
              <a:ext uri="{FF2B5EF4-FFF2-40B4-BE49-F238E27FC236}">
                <a16:creationId xmlns:a16="http://schemas.microsoft.com/office/drawing/2014/main" id="{6B4DFE0E-D9F5-131D-6287-9EDF0C59BF9D}"/>
              </a:ext>
            </a:extLst>
          </p:cNvPr>
          <p:cNvCxnSpPr>
            <a:cxnSpLocks/>
            <a:endCxn id="383" idx="1"/>
          </p:cNvCxnSpPr>
          <p:nvPr/>
        </p:nvCxnSpPr>
        <p:spPr>
          <a:xfrm rot="16200000" flipH="1">
            <a:off x="2091757" y="6622124"/>
            <a:ext cx="2635504" cy="437866"/>
          </a:xfrm>
          <a:prstGeom prst="bentConnector2">
            <a:avLst/>
          </a:prstGeom>
          <a:ln w="9525">
            <a:solidFill>
              <a:srgbClr val="4EA72E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9" name="Elbow Connector 388">
            <a:extLst>
              <a:ext uri="{FF2B5EF4-FFF2-40B4-BE49-F238E27FC236}">
                <a16:creationId xmlns:a16="http://schemas.microsoft.com/office/drawing/2014/main" id="{F2F03BC3-7526-0330-EEFA-8F3F38D41A5C}"/>
              </a:ext>
            </a:extLst>
          </p:cNvPr>
          <p:cNvCxnSpPr>
            <a:cxnSpLocks/>
            <a:endCxn id="384" idx="1"/>
          </p:cNvCxnSpPr>
          <p:nvPr/>
        </p:nvCxnSpPr>
        <p:spPr>
          <a:xfrm rot="16200000" flipH="1">
            <a:off x="1611883" y="7030188"/>
            <a:ext cx="3524200" cy="508918"/>
          </a:xfrm>
          <a:prstGeom prst="bentConnector2">
            <a:avLst/>
          </a:prstGeom>
          <a:ln w="9525">
            <a:solidFill>
              <a:srgbClr val="4EA72E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0" name="TextBox 389">
            <a:extLst>
              <a:ext uri="{FF2B5EF4-FFF2-40B4-BE49-F238E27FC236}">
                <a16:creationId xmlns:a16="http://schemas.microsoft.com/office/drawing/2014/main" id="{139A6212-0F52-0654-2BB3-CF03898B90A9}"/>
              </a:ext>
            </a:extLst>
          </p:cNvPr>
          <p:cNvSpPr txBox="1"/>
          <p:nvPr/>
        </p:nvSpPr>
        <p:spPr>
          <a:xfrm>
            <a:off x="3291929" y="7065271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x9</a:t>
            </a: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4F29D4EC-C4D9-68D1-C58D-A055AF97A167}"/>
              </a:ext>
            </a:extLst>
          </p:cNvPr>
          <p:cNvSpPr txBox="1"/>
          <p:nvPr/>
        </p:nvSpPr>
        <p:spPr>
          <a:xfrm>
            <a:off x="3257463" y="7930870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x16</a:t>
            </a: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72FB3210-5AA1-83A3-15DA-308998B65E9F}"/>
              </a:ext>
            </a:extLst>
          </p:cNvPr>
          <p:cNvSpPr txBox="1"/>
          <p:nvPr/>
        </p:nvSpPr>
        <p:spPr>
          <a:xfrm>
            <a:off x="3242676" y="8818437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x25</a:t>
            </a:r>
          </a:p>
        </p:txBody>
      </p:sp>
      <p:cxnSp>
        <p:nvCxnSpPr>
          <p:cNvPr id="393" name="Straight Connector 392">
            <a:extLst>
              <a:ext uri="{FF2B5EF4-FFF2-40B4-BE49-F238E27FC236}">
                <a16:creationId xmlns:a16="http://schemas.microsoft.com/office/drawing/2014/main" id="{BACBDF31-7A52-7B9E-60EE-824C5553C58D}"/>
              </a:ext>
            </a:extLst>
          </p:cNvPr>
          <p:cNvCxnSpPr>
            <a:cxnSpLocks/>
          </p:cNvCxnSpPr>
          <p:nvPr/>
        </p:nvCxnSpPr>
        <p:spPr>
          <a:xfrm>
            <a:off x="3110144" y="5526520"/>
            <a:ext cx="254357" cy="0"/>
          </a:xfrm>
          <a:prstGeom prst="line">
            <a:avLst/>
          </a:prstGeom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4" name="TextBox 393">
            <a:extLst>
              <a:ext uri="{FF2B5EF4-FFF2-40B4-BE49-F238E27FC236}">
                <a16:creationId xmlns:a16="http://schemas.microsoft.com/office/drawing/2014/main" id="{F80E1085-C32C-1BAA-B144-7DC8D4C04C84}"/>
              </a:ext>
            </a:extLst>
          </p:cNvPr>
          <p:cNvSpPr txBox="1"/>
          <p:nvPr/>
        </p:nvSpPr>
        <p:spPr>
          <a:xfrm>
            <a:off x="2855680" y="621493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5" name="TextBox 394">
            <a:extLst>
              <a:ext uri="{FF2B5EF4-FFF2-40B4-BE49-F238E27FC236}">
                <a16:creationId xmlns:a16="http://schemas.microsoft.com/office/drawing/2014/main" id="{6DDD8B72-D558-6B94-3513-01B486C94AB5}"/>
              </a:ext>
            </a:extLst>
          </p:cNvPr>
          <p:cNvSpPr txBox="1"/>
          <p:nvPr/>
        </p:nvSpPr>
        <p:spPr>
          <a:xfrm>
            <a:off x="2855680" y="7097781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8FD7DD8F-F907-0BE5-64BD-52C3E71BC6B4}"/>
              </a:ext>
            </a:extLst>
          </p:cNvPr>
          <p:cNvSpPr txBox="1"/>
          <p:nvPr/>
        </p:nvSpPr>
        <p:spPr>
          <a:xfrm>
            <a:off x="2855680" y="797093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7" name="TextBox 396">
            <a:extLst>
              <a:ext uri="{FF2B5EF4-FFF2-40B4-BE49-F238E27FC236}">
                <a16:creationId xmlns:a16="http://schemas.microsoft.com/office/drawing/2014/main" id="{CD357D82-4758-24A2-CAD6-D18CE8CF162C}"/>
              </a:ext>
            </a:extLst>
          </p:cNvPr>
          <p:cNvSpPr txBox="1"/>
          <p:nvPr/>
        </p:nvSpPr>
        <p:spPr>
          <a:xfrm>
            <a:off x="2855680" y="885654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7A26B3B5-4609-AD14-6E88-25069151DE9A}"/>
              </a:ext>
            </a:extLst>
          </p:cNvPr>
          <p:cNvSpPr txBox="1"/>
          <p:nvPr/>
        </p:nvSpPr>
        <p:spPr>
          <a:xfrm>
            <a:off x="1221210" y="533559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3675884A-97E3-73C8-A1DB-010796F547C7}"/>
              </a:ext>
            </a:extLst>
          </p:cNvPr>
          <p:cNvSpPr txBox="1"/>
          <p:nvPr/>
        </p:nvSpPr>
        <p:spPr>
          <a:xfrm>
            <a:off x="1224430" y="621493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3DD64A71-5982-3F67-20E4-1392D9C3DB79}"/>
              </a:ext>
            </a:extLst>
          </p:cNvPr>
          <p:cNvSpPr txBox="1"/>
          <p:nvPr/>
        </p:nvSpPr>
        <p:spPr>
          <a:xfrm>
            <a:off x="1224430" y="7097781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5B060534-9D9C-7BB5-43CA-C78F0DE09897}"/>
              </a:ext>
            </a:extLst>
          </p:cNvPr>
          <p:cNvSpPr txBox="1"/>
          <p:nvPr/>
        </p:nvSpPr>
        <p:spPr>
          <a:xfrm>
            <a:off x="1224430" y="797093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3FBD1E96-1E03-E82B-7C7A-CA7400EEC0F9}"/>
              </a:ext>
            </a:extLst>
          </p:cNvPr>
          <p:cNvSpPr txBox="1"/>
          <p:nvPr/>
        </p:nvSpPr>
        <p:spPr>
          <a:xfrm>
            <a:off x="1224430" y="885654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B2B9DA2B-AF46-3A33-9929-CC3AAB3FC818}"/>
              </a:ext>
            </a:extLst>
          </p:cNvPr>
          <p:cNvSpPr txBox="1"/>
          <p:nvPr/>
        </p:nvSpPr>
        <p:spPr>
          <a:xfrm>
            <a:off x="4421776" y="5397152"/>
            <a:ext cx="86453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7673E26F-8B50-563C-3A5A-7EA5B45C761B}"/>
              </a:ext>
            </a:extLst>
          </p:cNvPr>
          <p:cNvSpPr/>
          <p:nvPr/>
        </p:nvSpPr>
        <p:spPr>
          <a:xfrm>
            <a:off x="5198229" y="5351192"/>
            <a:ext cx="722557" cy="359243"/>
          </a:xfrm>
          <a:prstGeom prst="rect">
            <a:avLst/>
          </a:prstGeom>
          <a:noFill/>
          <a:ln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5655D3A3-5663-9436-DF3E-EEEFBD3593B9}"/>
              </a:ext>
            </a:extLst>
          </p:cNvPr>
          <p:cNvSpPr/>
          <p:nvPr/>
        </p:nvSpPr>
        <p:spPr>
          <a:xfrm>
            <a:off x="5198229" y="6228620"/>
            <a:ext cx="722557" cy="359243"/>
          </a:xfrm>
          <a:prstGeom prst="rect">
            <a:avLst/>
          </a:prstGeom>
          <a:noFill/>
          <a:ln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2AAFF0C3-947E-091D-BC5B-1426A0A476FA}"/>
              </a:ext>
            </a:extLst>
          </p:cNvPr>
          <p:cNvSpPr/>
          <p:nvPr/>
        </p:nvSpPr>
        <p:spPr>
          <a:xfrm>
            <a:off x="5198228" y="7116558"/>
            <a:ext cx="722557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55BA792B-FFCF-B586-1C42-1A6F32F343C0}"/>
              </a:ext>
            </a:extLst>
          </p:cNvPr>
          <p:cNvSpPr/>
          <p:nvPr/>
        </p:nvSpPr>
        <p:spPr>
          <a:xfrm>
            <a:off x="5198227" y="7983476"/>
            <a:ext cx="722557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C066EFB2-79F0-535D-4E58-9DA3F3D6AE2E}"/>
              </a:ext>
            </a:extLst>
          </p:cNvPr>
          <p:cNvSpPr/>
          <p:nvPr/>
        </p:nvSpPr>
        <p:spPr>
          <a:xfrm>
            <a:off x="5198227" y="8871414"/>
            <a:ext cx="722557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1307BD5-F396-46C8-7AB4-A73590B5FF2C}"/>
              </a:ext>
            </a:extLst>
          </p:cNvPr>
          <p:cNvSpPr txBox="1"/>
          <p:nvPr/>
        </p:nvSpPr>
        <p:spPr>
          <a:xfrm>
            <a:off x="234965" y="88449"/>
            <a:ext cx="5696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Manua</a:t>
            </a:r>
            <a:r>
              <a:rPr lang="en-US" dirty="0"/>
              <a:t>l Sharing 3-of-5 24 words – Page 12</a:t>
            </a:r>
            <a:endParaRPr lang="en-US" noProof="0" dirty="0"/>
          </a:p>
        </p:txBody>
      </p: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DF333819-92C5-6152-3260-2A0F38010E0C}"/>
              </a:ext>
            </a:extLst>
          </p:cNvPr>
          <p:cNvCxnSpPr>
            <a:cxnSpLocks/>
            <a:stCxn id="357" idx="1"/>
            <a:endCxn id="361" idx="1"/>
          </p:cNvCxnSpPr>
          <p:nvPr/>
        </p:nvCxnSpPr>
        <p:spPr>
          <a:xfrm rot="10800000" flipV="1">
            <a:off x="503482" y="5520268"/>
            <a:ext cx="2" cy="3520222"/>
          </a:xfrm>
          <a:prstGeom prst="bentConnector3">
            <a:avLst>
              <a:gd name="adj1" fmla="val 11430100000"/>
            </a:avLst>
          </a:prstGeom>
          <a:ln w="9525">
            <a:solidFill>
              <a:srgbClr val="4EA72E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56DD3FE2-3A48-7ADF-BDEF-FF35E11A4606}"/>
              </a:ext>
            </a:extLst>
          </p:cNvPr>
          <p:cNvSpPr txBox="1">
            <a:spLocks/>
          </p:cNvSpPr>
          <p:nvPr/>
        </p:nvSpPr>
        <p:spPr>
          <a:xfrm rot="16200000">
            <a:off x="-111112" y="7162524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copy     to      all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A2434A-41C2-7EA8-48B3-E733A234E46E}"/>
              </a:ext>
            </a:extLst>
          </p:cNvPr>
          <p:cNvSpPr/>
          <p:nvPr/>
        </p:nvSpPr>
        <p:spPr>
          <a:xfrm>
            <a:off x="513992" y="715020"/>
            <a:ext cx="722557" cy="359243"/>
          </a:xfrm>
          <a:prstGeom prst="rect">
            <a:avLst/>
          </a:prstGeom>
          <a:noFill/>
          <a:ln w="28575">
            <a:solidFill>
              <a:srgbClr val="4EA72E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9DED56-8F83-D518-7E10-F66F0392E9FF}"/>
              </a:ext>
            </a:extLst>
          </p:cNvPr>
          <p:cNvSpPr txBox="1"/>
          <p:nvPr/>
        </p:nvSpPr>
        <p:spPr>
          <a:xfrm>
            <a:off x="201600" y="519850"/>
            <a:ext cx="1335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8183A5-EFD1-97CE-D003-7571F697B8A7}"/>
              </a:ext>
            </a:extLst>
          </p:cNvPr>
          <p:cNvSpPr txBox="1"/>
          <p:nvPr/>
        </p:nvSpPr>
        <p:spPr>
          <a:xfrm>
            <a:off x="1472400" y="5198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W3.R1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C07FCC-8944-9EEE-6FAE-15F78221325C}"/>
              </a:ext>
            </a:extLst>
          </p:cNvPr>
          <p:cNvSpPr/>
          <p:nvPr/>
        </p:nvSpPr>
        <p:spPr>
          <a:xfrm>
            <a:off x="2005959" y="715020"/>
            <a:ext cx="864539" cy="359243"/>
          </a:xfrm>
          <a:prstGeom prst="rect">
            <a:avLst/>
          </a:prstGeom>
          <a:noFill/>
          <a:ln w="28575">
            <a:solidFill>
              <a:srgbClr val="4EA72E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904AC10-5E32-F1C2-F7DA-205D996C1A20}"/>
              </a:ext>
            </a:extLst>
          </p:cNvPr>
          <p:cNvSpPr txBox="1"/>
          <p:nvPr/>
        </p:nvSpPr>
        <p:spPr>
          <a:xfrm>
            <a:off x="3129886" y="518889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W3.R2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8B7CF90-1E58-6413-3ED4-F8B900CD0A70}"/>
              </a:ext>
            </a:extLst>
          </p:cNvPr>
          <p:cNvSpPr/>
          <p:nvPr/>
        </p:nvSpPr>
        <p:spPr>
          <a:xfrm>
            <a:off x="3638952" y="721277"/>
            <a:ext cx="864539" cy="359243"/>
          </a:xfrm>
          <a:prstGeom prst="rect">
            <a:avLst/>
          </a:prstGeom>
          <a:noFill/>
          <a:ln w="28575">
            <a:solidFill>
              <a:srgbClr val="4EA72E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DE378CF-5B1A-C941-B6EE-7881CA367B4A}"/>
              </a:ext>
            </a:extLst>
          </p:cNvPr>
          <p:cNvSpPr/>
          <p:nvPr/>
        </p:nvSpPr>
        <p:spPr>
          <a:xfrm>
            <a:off x="510944" y="1288044"/>
            <a:ext cx="722557" cy="359243"/>
          </a:xfrm>
          <a:prstGeom prst="rect">
            <a:avLst/>
          </a:prstGeom>
          <a:noFill/>
          <a:ln w="28575">
            <a:solidFill>
              <a:srgbClr val="4EA72E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0125250-9DBF-EB6C-8BCD-F9AD72510235}"/>
              </a:ext>
            </a:extLst>
          </p:cNvPr>
          <p:cNvSpPr txBox="1"/>
          <p:nvPr/>
        </p:nvSpPr>
        <p:spPr>
          <a:xfrm>
            <a:off x="201600" y="1092250"/>
            <a:ext cx="1335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CA4278F-3DA0-EB64-BB8F-3FC954E5475A}"/>
              </a:ext>
            </a:extLst>
          </p:cNvPr>
          <p:cNvSpPr txBox="1"/>
          <p:nvPr/>
        </p:nvSpPr>
        <p:spPr>
          <a:xfrm>
            <a:off x="1472400" y="1092250"/>
            <a:ext cx="1911599" cy="24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W6.R1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923389A4-3E87-CA75-8818-AF35A8A7FA9C}"/>
              </a:ext>
            </a:extLst>
          </p:cNvPr>
          <p:cNvSpPr/>
          <p:nvPr/>
        </p:nvSpPr>
        <p:spPr>
          <a:xfrm>
            <a:off x="2002911" y="1288044"/>
            <a:ext cx="864539" cy="359243"/>
          </a:xfrm>
          <a:prstGeom prst="rect">
            <a:avLst/>
          </a:prstGeom>
          <a:noFill/>
          <a:ln w="28575">
            <a:solidFill>
              <a:srgbClr val="4EA72E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FB4A84C-4B28-D416-8D17-AD45A7BD9D1D}"/>
              </a:ext>
            </a:extLst>
          </p:cNvPr>
          <p:cNvSpPr txBox="1"/>
          <p:nvPr/>
        </p:nvSpPr>
        <p:spPr>
          <a:xfrm>
            <a:off x="3128886" y="10922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W6.R2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2B9F0DA-C93B-1DF4-4EA9-6405D628B9E5}"/>
              </a:ext>
            </a:extLst>
          </p:cNvPr>
          <p:cNvSpPr/>
          <p:nvPr/>
        </p:nvSpPr>
        <p:spPr>
          <a:xfrm>
            <a:off x="3635904" y="1294301"/>
            <a:ext cx="864539" cy="359243"/>
          </a:xfrm>
          <a:prstGeom prst="rect">
            <a:avLst/>
          </a:prstGeom>
          <a:noFill/>
          <a:ln w="28575">
            <a:solidFill>
              <a:srgbClr val="4EA72E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2E6CB18-01B3-F9D5-BC6D-1C505ACBDDDE}"/>
              </a:ext>
            </a:extLst>
          </p:cNvPr>
          <p:cNvSpPr/>
          <p:nvPr/>
        </p:nvSpPr>
        <p:spPr>
          <a:xfrm>
            <a:off x="510944" y="1864116"/>
            <a:ext cx="722557" cy="359243"/>
          </a:xfrm>
          <a:prstGeom prst="rect">
            <a:avLst/>
          </a:prstGeom>
          <a:noFill/>
          <a:ln w="28575">
            <a:solidFill>
              <a:srgbClr val="4EA72E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1425589-71CD-2F74-FDF0-3AD1696DA758}"/>
              </a:ext>
            </a:extLst>
          </p:cNvPr>
          <p:cNvSpPr txBox="1"/>
          <p:nvPr/>
        </p:nvSpPr>
        <p:spPr>
          <a:xfrm>
            <a:off x="201600" y="1668250"/>
            <a:ext cx="1335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W9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B4EAE93-7BFD-DE80-DABF-514CF3B0F373}"/>
              </a:ext>
            </a:extLst>
          </p:cNvPr>
          <p:cNvSpPr txBox="1"/>
          <p:nvPr/>
        </p:nvSpPr>
        <p:spPr>
          <a:xfrm>
            <a:off x="1472400" y="16682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W9.R1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FD62791C-2D8A-CC0E-CD2F-3E28A67B43CE}"/>
              </a:ext>
            </a:extLst>
          </p:cNvPr>
          <p:cNvSpPr/>
          <p:nvPr/>
        </p:nvSpPr>
        <p:spPr>
          <a:xfrm>
            <a:off x="2002911" y="1864116"/>
            <a:ext cx="864539" cy="359243"/>
          </a:xfrm>
          <a:prstGeom prst="rect">
            <a:avLst/>
          </a:prstGeom>
          <a:noFill/>
          <a:ln w="28575">
            <a:solidFill>
              <a:srgbClr val="4EA72E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301271B-09D7-5C94-F0FC-DCC3F1DA8D78}"/>
              </a:ext>
            </a:extLst>
          </p:cNvPr>
          <p:cNvSpPr txBox="1"/>
          <p:nvPr/>
        </p:nvSpPr>
        <p:spPr>
          <a:xfrm>
            <a:off x="3128886" y="1668250"/>
            <a:ext cx="1911599" cy="24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W9.R2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655AFD9D-2975-2577-B471-5984C74D84A6}"/>
              </a:ext>
            </a:extLst>
          </p:cNvPr>
          <p:cNvSpPr/>
          <p:nvPr/>
        </p:nvSpPr>
        <p:spPr>
          <a:xfrm>
            <a:off x="3635904" y="1870373"/>
            <a:ext cx="864539" cy="359243"/>
          </a:xfrm>
          <a:prstGeom prst="rect">
            <a:avLst/>
          </a:prstGeom>
          <a:noFill/>
          <a:ln w="28575">
            <a:solidFill>
              <a:srgbClr val="4EA72E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E083C5F6-88DA-D621-B779-A09E9EC87B34}"/>
              </a:ext>
            </a:extLst>
          </p:cNvPr>
          <p:cNvSpPr/>
          <p:nvPr/>
        </p:nvSpPr>
        <p:spPr>
          <a:xfrm>
            <a:off x="507896" y="2437140"/>
            <a:ext cx="722557" cy="359243"/>
          </a:xfrm>
          <a:prstGeom prst="rect">
            <a:avLst/>
          </a:prstGeom>
          <a:noFill/>
          <a:ln w="28575">
            <a:solidFill>
              <a:srgbClr val="4EA72E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FDCBDD77-64EA-95FC-4D9B-2ACBF02B0C53}"/>
              </a:ext>
            </a:extLst>
          </p:cNvPr>
          <p:cNvSpPr txBox="1"/>
          <p:nvPr/>
        </p:nvSpPr>
        <p:spPr>
          <a:xfrm>
            <a:off x="202254" y="2241018"/>
            <a:ext cx="1335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W12</a:t>
            </a:r>
          </a:p>
        </p:txBody>
      </p:sp>
      <p:sp>
        <p:nvSpPr>
          <p:cNvPr id="517" name="TextBox 516">
            <a:extLst>
              <a:ext uri="{FF2B5EF4-FFF2-40B4-BE49-F238E27FC236}">
                <a16:creationId xmlns:a16="http://schemas.microsoft.com/office/drawing/2014/main" id="{22C6856C-450D-D07A-9C14-9E5599B6D3F4}"/>
              </a:ext>
            </a:extLst>
          </p:cNvPr>
          <p:cNvSpPr txBox="1"/>
          <p:nvPr/>
        </p:nvSpPr>
        <p:spPr>
          <a:xfrm>
            <a:off x="1472400" y="22406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W12.R1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C7CCEA7D-ABA7-7936-4028-0CDA92D69C15}"/>
              </a:ext>
            </a:extLst>
          </p:cNvPr>
          <p:cNvSpPr/>
          <p:nvPr/>
        </p:nvSpPr>
        <p:spPr>
          <a:xfrm>
            <a:off x="1999863" y="2437140"/>
            <a:ext cx="864539" cy="359243"/>
          </a:xfrm>
          <a:prstGeom prst="rect">
            <a:avLst/>
          </a:prstGeom>
          <a:noFill/>
          <a:ln w="28575">
            <a:solidFill>
              <a:srgbClr val="4EA72E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0EEBF712-2B68-7122-603F-9EF00F418E28}"/>
              </a:ext>
            </a:extLst>
          </p:cNvPr>
          <p:cNvSpPr txBox="1"/>
          <p:nvPr/>
        </p:nvSpPr>
        <p:spPr>
          <a:xfrm>
            <a:off x="3128886" y="22406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W12.R2</a:t>
            </a:r>
          </a:p>
        </p:txBody>
      </p:sp>
      <p:sp>
        <p:nvSpPr>
          <p:cNvPr id="521" name="Rectangle 520">
            <a:extLst>
              <a:ext uri="{FF2B5EF4-FFF2-40B4-BE49-F238E27FC236}">
                <a16:creationId xmlns:a16="http://schemas.microsoft.com/office/drawing/2014/main" id="{8E8BD289-AEE2-F328-D93F-8A7DD76523C1}"/>
              </a:ext>
            </a:extLst>
          </p:cNvPr>
          <p:cNvSpPr/>
          <p:nvPr/>
        </p:nvSpPr>
        <p:spPr>
          <a:xfrm>
            <a:off x="3632856" y="2443397"/>
            <a:ext cx="864539" cy="359243"/>
          </a:xfrm>
          <a:prstGeom prst="rect">
            <a:avLst/>
          </a:prstGeom>
          <a:noFill/>
          <a:ln w="28575">
            <a:solidFill>
              <a:srgbClr val="4EA72E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B758955F-0708-CDB9-B25C-A2A5208E5D0E}"/>
              </a:ext>
            </a:extLst>
          </p:cNvPr>
          <p:cNvSpPr/>
          <p:nvPr/>
        </p:nvSpPr>
        <p:spPr>
          <a:xfrm>
            <a:off x="510944" y="3016260"/>
            <a:ext cx="722557" cy="359243"/>
          </a:xfrm>
          <a:prstGeom prst="rect">
            <a:avLst/>
          </a:prstGeom>
          <a:noFill/>
          <a:ln w="28575">
            <a:solidFill>
              <a:srgbClr val="4EA72E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TextBox 530">
            <a:extLst>
              <a:ext uri="{FF2B5EF4-FFF2-40B4-BE49-F238E27FC236}">
                <a16:creationId xmlns:a16="http://schemas.microsoft.com/office/drawing/2014/main" id="{3DA51055-2519-ECA3-F46A-7F8C1989BBFD}"/>
              </a:ext>
            </a:extLst>
          </p:cNvPr>
          <p:cNvSpPr txBox="1"/>
          <p:nvPr/>
        </p:nvSpPr>
        <p:spPr>
          <a:xfrm>
            <a:off x="201600" y="2820250"/>
            <a:ext cx="1335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W15</a:t>
            </a:r>
          </a:p>
        </p:txBody>
      </p:sp>
      <p:sp>
        <p:nvSpPr>
          <p:cNvPr id="532" name="TextBox 531">
            <a:extLst>
              <a:ext uri="{FF2B5EF4-FFF2-40B4-BE49-F238E27FC236}">
                <a16:creationId xmlns:a16="http://schemas.microsoft.com/office/drawing/2014/main" id="{897C9736-DDB2-E12F-6D3F-48A6AB9CEDD6}"/>
              </a:ext>
            </a:extLst>
          </p:cNvPr>
          <p:cNvSpPr txBox="1"/>
          <p:nvPr/>
        </p:nvSpPr>
        <p:spPr>
          <a:xfrm>
            <a:off x="1472400" y="28202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W15.R1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CBD14E79-E285-5E6E-DF96-1C3C8FFDFD67}"/>
              </a:ext>
            </a:extLst>
          </p:cNvPr>
          <p:cNvSpPr/>
          <p:nvPr/>
        </p:nvSpPr>
        <p:spPr>
          <a:xfrm>
            <a:off x="2002911" y="3016260"/>
            <a:ext cx="864539" cy="359243"/>
          </a:xfrm>
          <a:prstGeom prst="rect">
            <a:avLst/>
          </a:prstGeom>
          <a:noFill/>
          <a:ln w="28575">
            <a:solidFill>
              <a:srgbClr val="4EA72E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5" name="TextBox 534">
            <a:extLst>
              <a:ext uri="{FF2B5EF4-FFF2-40B4-BE49-F238E27FC236}">
                <a16:creationId xmlns:a16="http://schemas.microsoft.com/office/drawing/2014/main" id="{98970D89-2754-FDF8-3B35-914C57D80763}"/>
              </a:ext>
            </a:extLst>
          </p:cNvPr>
          <p:cNvSpPr txBox="1"/>
          <p:nvPr/>
        </p:nvSpPr>
        <p:spPr>
          <a:xfrm>
            <a:off x="3128886" y="28202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W15.R2</a:t>
            </a:r>
          </a:p>
        </p:txBody>
      </p:sp>
      <p:sp>
        <p:nvSpPr>
          <p:cNvPr id="536" name="Rectangle 535">
            <a:extLst>
              <a:ext uri="{FF2B5EF4-FFF2-40B4-BE49-F238E27FC236}">
                <a16:creationId xmlns:a16="http://schemas.microsoft.com/office/drawing/2014/main" id="{A5F50D4C-4893-1815-D70A-CAC59A91B958}"/>
              </a:ext>
            </a:extLst>
          </p:cNvPr>
          <p:cNvSpPr/>
          <p:nvPr/>
        </p:nvSpPr>
        <p:spPr>
          <a:xfrm>
            <a:off x="3635904" y="3022517"/>
            <a:ext cx="864539" cy="359243"/>
          </a:xfrm>
          <a:prstGeom prst="rect">
            <a:avLst/>
          </a:prstGeom>
          <a:noFill/>
          <a:ln w="28575">
            <a:solidFill>
              <a:srgbClr val="4EA72E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2B734736-F32A-AC0B-E815-076C2B4B365A}"/>
              </a:ext>
            </a:extLst>
          </p:cNvPr>
          <p:cNvSpPr/>
          <p:nvPr/>
        </p:nvSpPr>
        <p:spPr>
          <a:xfrm>
            <a:off x="507896" y="3589284"/>
            <a:ext cx="722557" cy="359243"/>
          </a:xfrm>
          <a:prstGeom prst="rect">
            <a:avLst/>
          </a:prstGeom>
          <a:noFill/>
          <a:ln w="28575">
            <a:solidFill>
              <a:srgbClr val="4EA72E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360DE95F-0B7F-D1D1-EB99-1AF7121889F9}"/>
              </a:ext>
            </a:extLst>
          </p:cNvPr>
          <p:cNvSpPr txBox="1"/>
          <p:nvPr/>
        </p:nvSpPr>
        <p:spPr>
          <a:xfrm>
            <a:off x="201600" y="3392650"/>
            <a:ext cx="1335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W18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7AF73E6C-1218-D6FD-B11E-7CEBD5BC290F}"/>
              </a:ext>
            </a:extLst>
          </p:cNvPr>
          <p:cNvSpPr txBox="1"/>
          <p:nvPr/>
        </p:nvSpPr>
        <p:spPr>
          <a:xfrm>
            <a:off x="1472400" y="33926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W18.R1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705EDCCE-C815-9C76-60B3-C72E626274AB}"/>
              </a:ext>
            </a:extLst>
          </p:cNvPr>
          <p:cNvSpPr/>
          <p:nvPr/>
        </p:nvSpPr>
        <p:spPr>
          <a:xfrm>
            <a:off x="1999863" y="3589284"/>
            <a:ext cx="864539" cy="359243"/>
          </a:xfrm>
          <a:prstGeom prst="rect">
            <a:avLst/>
          </a:prstGeom>
          <a:noFill/>
          <a:ln w="28575">
            <a:solidFill>
              <a:srgbClr val="4EA72E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726DBB26-4483-1557-49DF-343D7610398F}"/>
              </a:ext>
            </a:extLst>
          </p:cNvPr>
          <p:cNvSpPr txBox="1"/>
          <p:nvPr/>
        </p:nvSpPr>
        <p:spPr>
          <a:xfrm>
            <a:off x="3128886" y="33926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W18.R2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6317E778-BEBD-C517-CE6E-6B8B747DBAD0}"/>
              </a:ext>
            </a:extLst>
          </p:cNvPr>
          <p:cNvSpPr/>
          <p:nvPr/>
        </p:nvSpPr>
        <p:spPr>
          <a:xfrm>
            <a:off x="3632856" y="3595541"/>
            <a:ext cx="864539" cy="359243"/>
          </a:xfrm>
          <a:prstGeom prst="rect">
            <a:avLst/>
          </a:prstGeom>
          <a:noFill/>
          <a:ln w="28575">
            <a:solidFill>
              <a:srgbClr val="4EA72E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9E0A4354-24D5-4015-920C-E84AFD9FD0D6}"/>
              </a:ext>
            </a:extLst>
          </p:cNvPr>
          <p:cNvSpPr/>
          <p:nvPr/>
        </p:nvSpPr>
        <p:spPr>
          <a:xfrm>
            <a:off x="507896" y="4165356"/>
            <a:ext cx="722557" cy="359243"/>
          </a:xfrm>
          <a:prstGeom prst="rect">
            <a:avLst/>
          </a:prstGeom>
          <a:noFill/>
          <a:ln w="28575">
            <a:solidFill>
              <a:srgbClr val="4EA72E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EBC13AA3-70F7-62ED-CF08-E02B13509EFA}"/>
              </a:ext>
            </a:extLst>
          </p:cNvPr>
          <p:cNvSpPr txBox="1"/>
          <p:nvPr/>
        </p:nvSpPr>
        <p:spPr>
          <a:xfrm>
            <a:off x="201600" y="3968650"/>
            <a:ext cx="1335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W21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ED814556-F969-6F95-E3B6-37A8EC019EA8}"/>
              </a:ext>
            </a:extLst>
          </p:cNvPr>
          <p:cNvSpPr txBox="1"/>
          <p:nvPr/>
        </p:nvSpPr>
        <p:spPr>
          <a:xfrm>
            <a:off x="1472400" y="39686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W21.R1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CDA04FBD-8BFF-9098-80D6-DC1F6528275F}"/>
              </a:ext>
            </a:extLst>
          </p:cNvPr>
          <p:cNvSpPr/>
          <p:nvPr/>
        </p:nvSpPr>
        <p:spPr>
          <a:xfrm>
            <a:off x="1999863" y="4165356"/>
            <a:ext cx="864539" cy="359243"/>
          </a:xfrm>
          <a:prstGeom prst="rect">
            <a:avLst/>
          </a:prstGeom>
          <a:noFill/>
          <a:ln w="28575">
            <a:solidFill>
              <a:srgbClr val="4EA72E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043733EE-0F1E-A34C-A4CA-BD3F766AE8A8}"/>
              </a:ext>
            </a:extLst>
          </p:cNvPr>
          <p:cNvSpPr txBox="1"/>
          <p:nvPr/>
        </p:nvSpPr>
        <p:spPr>
          <a:xfrm>
            <a:off x="3128886" y="39686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W21.R2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4F2AB258-73AD-B2ED-327E-9D10140645EC}"/>
              </a:ext>
            </a:extLst>
          </p:cNvPr>
          <p:cNvSpPr/>
          <p:nvPr/>
        </p:nvSpPr>
        <p:spPr>
          <a:xfrm>
            <a:off x="3632856" y="4171613"/>
            <a:ext cx="864539" cy="359243"/>
          </a:xfrm>
          <a:prstGeom prst="rect">
            <a:avLst/>
          </a:prstGeom>
          <a:noFill/>
          <a:ln w="28575">
            <a:solidFill>
              <a:srgbClr val="4EA72E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1A8E729D-33C0-0995-9B26-14BDA76C60DC}"/>
              </a:ext>
            </a:extLst>
          </p:cNvPr>
          <p:cNvSpPr/>
          <p:nvPr/>
        </p:nvSpPr>
        <p:spPr>
          <a:xfrm>
            <a:off x="504848" y="4738380"/>
            <a:ext cx="722557" cy="359243"/>
          </a:xfrm>
          <a:prstGeom prst="rect">
            <a:avLst/>
          </a:prstGeom>
          <a:noFill/>
          <a:ln w="28575">
            <a:solidFill>
              <a:srgbClr val="4EA72E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E137AE66-9CC1-E2A5-0D82-B5D9047C6F74}"/>
              </a:ext>
            </a:extLst>
          </p:cNvPr>
          <p:cNvSpPr txBox="1"/>
          <p:nvPr/>
        </p:nvSpPr>
        <p:spPr>
          <a:xfrm>
            <a:off x="201600" y="4541050"/>
            <a:ext cx="1335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W24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FA663DCC-8124-9D40-2899-1D785A7C9787}"/>
              </a:ext>
            </a:extLst>
          </p:cNvPr>
          <p:cNvSpPr txBox="1"/>
          <p:nvPr/>
        </p:nvSpPr>
        <p:spPr>
          <a:xfrm>
            <a:off x="1473421" y="4542251"/>
            <a:ext cx="19128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W24.R1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274CCD79-1D3D-F64A-0E54-CEFA3C8E3363}"/>
              </a:ext>
            </a:extLst>
          </p:cNvPr>
          <p:cNvSpPr/>
          <p:nvPr/>
        </p:nvSpPr>
        <p:spPr>
          <a:xfrm>
            <a:off x="1996815" y="4738380"/>
            <a:ext cx="864539" cy="359243"/>
          </a:xfrm>
          <a:prstGeom prst="rect">
            <a:avLst/>
          </a:prstGeom>
          <a:noFill/>
          <a:ln w="28575">
            <a:solidFill>
              <a:srgbClr val="4EA72E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4CA2FFB5-19AC-2AD7-C2EB-C129D0244775}"/>
              </a:ext>
            </a:extLst>
          </p:cNvPr>
          <p:cNvSpPr txBox="1"/>
          <p:nvPr/>
        </p:nvSpPr>
        <p:spPr>
          <a:xfrm>
            <a:off x="3128886" y="45410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W24.R2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1F324988-5B78-E1A8-2DB4-4395F5BCD941}"/>
              </a:ext>
            </a:extLst>
          </p:cNvPr>
          <p:cNvSpPr/>
          <p:nvPr/>
        </p:nvSpPr>
        <p:spPr>
          <a:xfrm>
            <a:off x="3629808" y="4744637"/>
            <a:ext cx="864539" cy="359243"/>
          </a:xfrm>
          <a:prstGeom prst="rect">
            <a:avLst/>
          </a:prstGeom>
          <a:noFill/>
          <a:ln w="28575">
            <a:solidFill>
              <a:srgbClr val="4EA72E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126BB0AF-EB62-F199-E2D3-A14E13A08061}"/>
              </a:ext>
            </a:extLst>
          </p:cNvPr>
          <p:cNvSpPr txBox="1"/>
          <p:nvPr/>
        </p:nvSpPr>
        <p:spPr>
          <a:xfrm>
            <a:off x="55425" y="5148769"/>
            <a:ext cx="16227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Sum All Above </a:t>
            </a:r>
            <a:r>
              <a:rPr lang="en-US" sz="1000" b="1" dirty="0"/>
              <a:t>+ 300</a:t>
            </a:r>
            <a:endParaRPr lang="en-US" sz="1000" b="1" noProof="0" dirty="0"/>
          </a:p>
        </p:txBody>
      </p:sp>
      <p:sp>
        <p:nvSpPr>
          <p:cNvPr id="665" name="TextBox 664">
            <a:extLst>
              <a:ext uri="{FF2B5EF4-FFF2-40B4-BE49-F238E27FC236}">
                <a16:creationId xmlns:a16="http://schemas.microsoft.com/office/drawing/2014/main" id="{24098E5B-F8BD-0EE1-90B5-7355840EAA42}"/>
              </a:ext>
            </a:extLst>
          </p:cNvPr>
          <p:cNvSpPr txBox="1"/>
          <p:nvPr/>
        </p:nvSpPr>
        <p:spPr>
          <a:xfrm>
            <a:off x="1783069" y="5138060"/>
            <a:ext cx="1288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Sum All Above</a:t>
            </a:r>
            <a:endParaRPr lang="en-US" sz="1000" noProof="0" dirty="0"/>
          </a:p>
        </p:txBody>
      </p:sp>
      <p:sp>
        <p:nvSpPr>
          <p:cNvPr id="666" name="TextBox 665">
            <a:extLst>
              <a:ext uri="{FF2B5EF4-FFF2-40B4-BE49-F238E27FC236}">
                <a16:creationId xmlns:a16="http://schemas.microsoft.com/office/drawing/2014/main" id="{3805FF1E-D174-3563-30E4-72EA8DFAF3EB}"/>
              </a:ext>
            </a:extLst>
          </p:cNvPr>
          <p:cNvSpPr txBox="1"/>
          <p:nvPr/>
        </p:nvSpPr>
        <p:spPr>
          <a:xfrm>
            <a:off x="3415380" y="5139683"/>
            <a:ext cx="1288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Sum All Above</a:t>
            </a:r>
            <a:endParaRPr lang="en-US" sz="1000" noProof="0" dirty="0"/>
          </a:p>
        </p:txBody>
      </p:sp>
      <p:sp>
        <p:nvSpPr>
          <p:cNvPr id="667" name="TextBox 666">
            <a:extLst>
              <a:ext uri="{FF2B5EF4-FFF2-40B4-BE49-F238E27FC236}">
                <a16:creationId xmlns:a16="http://schemas.microsoft.com/office/drawing/2014/main" id="{FA3D45E8-87B4-5A6E-26F6-F965939F0E28}"/>
              </a:ext>
            </a:extLst>
          </p:cNvPr>
          <p:cNvSpPr txBox="1"/>
          <p:nvPr/>
        </p:nvSpPr>
        <p:spPr>
          <a:xfrm>
            <a:off x="4421776" y="6281854"/>
            <a:ext cx="86453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68" name="TextBox 667">
            <a:extLst>
              <a:ext uri="{FF2B5EF4-FFF2-40B4-BE49-F238E27FC236}">
                <a16:creationId xmlns:a16="http://schemas.microsoft.com/office/drawing/2014/main" id="{9F8FD84A-6C2F-0EC5-BAF8-9CB23675AD0E}"/>
              </a:ext>
            </a:extLst>
          </p:cNvPr>
          <p:cNvSpPr txBox="1"/>
          <p:nvPr/>
        </p:nvSpPr>
        <p:spPr>
          <a:xfrm>
            <a:off x="4419360" y="7174484"/>
            <a:ext cx="86453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69" name="TextBox 668">
            <a:extLst>
              <a:ext uri="{FF2B5EF4-FFF2-40B4-BE49-F238E27FC236}">
                <a16:creationId xmlns:a16="http://schemas.microsoft.com/office/drawing/2014/main" id="{6D3BF60C-848E-C702-A2FB-9C66749892B5}"/>
              </a:ext>
            </a:extLst>
          </p:cNvPr>
          <p:cNvSpPr txBox="1"/>
          <p:nvPr/>
        </p:nvSpPr>
        <p:spPr>
          <a:xfrm>
            <a:off x="4416890" y="8039293"/>
            <a:ext cx="86453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70" name="TextBox 669">
            <a:extLst>
              <a:ext uri="{FF2B5EF4-FFF2-40B4-BE49-F238E27FC236}">
                <a16:creationId xmlns:a16="http://schemas.microsoft.com/office/drawing/2014/main" id="{7214127B-7614-097D-ECB0-1C6BC0CC235F}"/>
              </a:ext>
            </a:extLst>
          </p:cNvPr>
          <p:cNvSpPr txBox="1"/>
          <p:nvPr/>
        </p:nvSpPr>
        <p:spPr>
          <a:xfrm>
            <a:off x="4419312" y="8927086"/>
            <a:ext cx="86453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pic>
        <p:nvPicPr>
          <p:cNvPr id="685" name="Picture 684" descr="A logo of a griffin&#10;&#10;AI-generated content may be incorrect.">
            <a:extLst>
              <a:ext uri="{FF2B5EF4-FFF2-40B4-BE49-F238E27FC236}">
                <a16:creationId xmlns:a16="http://schemas.microsoft.com/office/drawing/2014/main" id="{DDBC17E8-B859-67CF-D4CF-13232A41B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481" y="141553"/>
            <a:ext cx="544198" cy="544198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58EDD3-62B3-41D1-337C-F11F41334F67}"/>
              </a:ext>
            </a:extLst>
          </p:cNvPr>
          <p:cNvSpPr txBox="1"/>
          <p:nvPr/>
        </p:nvSpPr>
        <p:spPr>
          <a:xfrm>
            <a:off x="5209482" y="778664"/>
            <a:ext cx="96779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From Page 2</a:t>
            </a:r>
            <a:endParaRPr lang="en-US" sz="1000" dirty="0">
              <a:solidFill>
                <a:srgbClr val="4EA72E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2EA07C4-DF06-E69C-8FC8-920AE4DC17CF}"/>
              </a:ext>
            </a:extLst>
          </p:cNvPr>
          <p:cNvCxnSpPr>
            <a:cxnSpLocks/>
          </p:cNvCxnSpPr>
          <p:nvPr/>
        </p:nvCxnSpPr>
        <p:spPr>
          <a:xfrm flipH="1" flipV="1">
            <a:off x="4654301" y="906682"/>
            <a:ext cx="603823" cy="876"/>
          </a:xfrm>
          <a:prstGeom prst="straightConnector1">
            <a:avLst/>
          </a:prstGeom>
          <a:ln>
            <a:solidFill>
              <a:srgbClr val="4EA72E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AD0C78A-E490-05AE-B0E6-4C2336004E94}"/>
              </a:ext>
            </a:extLst>
          </p:cNvPr>
          <p:cNvSpPr txBox="1"/>
          <p:nvPr/>
        </p:nvSpPr>
        <p:spPr>
          <a:xfrm>
            <a:off x="5215845" y="1337050"/>
            <a:ext cx="96779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From Page 3</a:t>
            </a:r>
            <a:endParaRPr lang="en-US" sz="1000" dirty="0">
              <a:solidFill>
                <a:srgbClr val="4EA72E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E451CEC-2723-DC37-5511-C023A036CCED}"/>
              </a:ext>
            </a:extLst>
          </p:cNvPr>
          <p:cNvCxnSpPr>
            <a:cxnSpLocks/>
          </p:cNvCxnSpPr>
          <p:nvPr/>
        </p:nvCxnSpPr>
        <p:spPr>
          <a:xfrm flipH="1" flipV="1">
            <a:off x="4660664" y="1465068"/>
            <a:ext cx="603823" cy="876"/>
          </a:xfrm>
          <a:prstGeom prst="straightConnector1">
            <a:avLst/>
          </a:prstGeom>
          <a:ln>
            <a:solidFill>
              <a:srgbClr val="4EA72E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9CAE842-F0A0-1B43-5EAD-38BAF745247F}"/>
              </a:ext>
            </a:extLst>
          </p:cNvPr>
          <p:cNvSpPr txBox="1"/>
          <p:nvPr/>
        </p:nvSpPr>
        <p:spPr>
          <a:xfrm>
            <a:off x="5241339" y="1913050"/>
            <a:ext cx="96779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From Page 4</a:t>
            </a:r>
            <a:endParaRPr lang="en-US" sz="1000" dirty="0">
              <a:solidFill>
                <a:srgbClr val="4EA72E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42CD77D-5F64-1FC3-406C-00859E3FFA93}"/>
              </a:ext>
            </a:extLst>
          </p:cNvPr>
          <p:cNvCxnSpPr>
            <a:cxnSpLocks/>
          </p:cNvCxnSpPr>
          <p:nvPr/>
        </p:nvCxnSpPr>
        <p:spPr>
          <a:xfrm flipH="1" flipV="1">
            <a:off x="4686158" y="2041068"/>
            <a:ext cx="603823" cy="876"/>
          </a:xfrm>
          <a:prstGeom prst="straightConnector1">
            <a:avLst/>
          </a:prstGeom>
          <a:ln>
            <a:solidFill>
              <a:srgbClr val="4EA72E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55D67C8-FB12-1465-1E70-E8F3783E5980}"/>
              </a:ext>
            </a:extLst>
          </p:cNvPr>
          <p:cNvSpPr txBox="1"/>
          <p:nvPr/>
        </p:nvSpPr>
        <p:spPr>
          <a:xfrm>
            <a:off x="5216323" y="2486871"/>
            <a:ext cx="96779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From Page 5</a:t>
            </a:r>
            <a:endParaRPr lang="en-US" sz="1000" dirty="0">
              <a:solidFill>
                <a:srgbClr val="4EA72E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AA17346-0BE8-E60D-8B10-7AD89CB4BEF3}"/>
              </a:ext>
            </a:extLst>
          </p:cNvPr>
          <p:cNvCxnSpPr>
            <a:cxnSpLocks/>
          </p:cNvCxnSpPr>
          <p:nvPr/>
        </p:nvCxnSpPr>
        <p:spPr>
          <a:xfrm flipH="1" flipV="1">
            <a:off x="4661142" y="2614889"/>
            <a:ext cx="603823" cy="876"/>
          </a:xfrm>
          <a:prstGeom prst="straightConnector1">
            <a:avLst/>
          </a:prstGeom>
          <a:ln>
            <a:solidFill>
              <a:srgbClr val="4EA72E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CDD8786-868C-DF9E-1911-A4328AE7FF46}"/>
              </a:ext>
            </a:extLst>
          </p:cNvPr>
          <p:cNvSpPr txBox="1"/>
          <p:nvPr/>
        </p:nvSpPr>
        <p:spPr>
          <a:xfrm>
            <a:off x="5244389" y="3052046"/>
            <a:ext cx="96779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From Page 6</a:t>
            </a:r>
            <a:endParaRPr lang="en-US" sz="1000" dirty="0">
              <a:solidFill>
                <a:srgbClr val="4EA72E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A8D635B-3CAC-FDC4-F27C-CD3902865A67}"/>
              </a:ext>
            </a:extLst>
          </p:cNvPr>
          <p:cNvCxnSpPr>
            <a:cxnSpLocks/>
          </p:cNvCxnSpPr>
          <p:nvPr/>
        </p:nvCxnSpPr>
        <p:spPr>
          <a:xfrm flipH="1" flipV="1">
            <a:off x="4689208" y="3180064"/>
            <a:ext cx="603823" cy="876"/>
          </a:xfrm>
          <a:prstGeom prst="straightConnector1">
            <a:avLst/>
          </a:prstGeom>
          <a:ln>
            <a:solidFill>
              <a:srgbClr val="4EA72E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0FC09C9-B7F6-7431-3CE9-7C5DF51B4E6A}"/>
              </a:ext>
            </a:extLst>
          </p:cNvPr>
          <p:cNvSpPr txBox="1"/>
          <p:nvPr/>
        </p:nvSpPr>
        <p:spPr>
          <a:xfrm>
            <a:off x="5249497" y="3611512"/>
            <a:ext cx="96779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From Page 7</a:t>
            </a:r>
            <a:endParaRPr lang="en-US" sz="1000" dirty="0">
              <a:solidFill>
                <a:srgbClr val="4EA72E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8C0B2CF-5413-0094-095E-505F43EC0169}"/>
              </a:ext>
            </a:extLst>
          </p:cNvPr>
          <p:cNvCxnSpPr>
            <a:cxnSpLocks/>
          </p:cNvCxnSpPr>
          <p:nvPr/>
        </p:nvCxnSpPr>
        <p:spPr>
          <a:xfrm flipH="1" flipV="1">
            <a:off x="4694316" y="3739530"/>
            <a:ext cx="603823" cy="876"/>
          </a:xfrm>
          <a:prstGeom prst="straightConnector1">
            <a:avLst/>
          </a:prstGeom>
          <a:ln>
            <a:solidFill>
              <a:srgbClr val="4EA72E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19ADAA9-DB8F-5C83-5088-6AF61F543499}"/>
              </a:ext>
            </a:extLst>
          </p:cNvPr>
          <p:cNvSpPr txBox="1"/>
          <p:nvPr/>
        </p:nvSpPr>
        <p:spPr>
          <a:xfrm>
            <a:off x="5249498" y="4204238"/>
            <a:ext cx="96779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From Page 8</a:t>
            </a:r>
            <a:endParaRPr lang="en-US" sz="1000" dirty="0">
              <a:solidFill>
                <a:srgbClr val="4EA72E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FC7F86E-C2FF-A4D1-D46F-E0F66325139E}"/>
              </a:ext>
            </a:extLst>
          </p:cNvPr>
          <p:cNvCxnSpPr>
            <a:cxnSpLocks/>
          </p:cNvCxnSpPr>
          <p:nvPr/>
        </p:nvCxnSpPr>
        <p:spPr>
          <a:xfrm flipH="1" flipV="1">
            <a:off x="4694317" y="4332256"/>
            <a:ext cx="603823" cy="876"/>
          </a:xfrm>
          <a:prstGeom prst="straightConnector1">
            <a:avLst/>
          </a:prstGeom>
          <a:ln>
            <a:solidFill>
              <a:srgbClr val="4EA72E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3A20842-3330-B1B3-0981-B2219D942CAB}"/>
              </a:ext>
            </a:extLst>
          </p:cNvPr>
          <p:cNvSpPr txBox="1"/>
          <p:nvPr/>
        </p:nvSpPr>
        <p:spPr>
          <a:xfrm>
            <a:off x="5249497" y="4790298"/>
            <a:ext cx="96779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From Page 9</a:t>
            </a:r>
            <a:endParaRPr lang="en-US" sz="1000" dirty="0">
              <a:solidFill>
                <a:srgbClr val="4EA72E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27BC21B-FEAB-7E21-0B02-D0A7EC4C8BDC}"/>
              </a:ext>
            </a:extLst>
          </p:cNvPr>
          <p:cNvCxnSpPr>
            <a:cxnSpLocks/>
          </p:cNvCxnSpPr>
          <p:nvPr/>
        </p:nvCxnSpPr>
        <p:spPr>
          <a:xfrm flipH="1" flipV="1">
            <a:off x="4694316" y="4918316"/>
            <a:ext cx="603823" cy="876"/>
          </a:xfrm>
          <a:prstGeom prst="straightConnector1">
            <a:avLst/>
          </a:prstGeom>
          <a:ln>
            <a:solidFill>
              <a:srgbClr val="4EA72E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1963F98-3B82-8216-1E81-B65F8C5C18DA}"/>
              </a:ext>
            </a:extLst>
          </p:cNvPr>
          <p:cNvSpPr txBox="1"/>
          <p:nvPr/>
        </p:nvSpPr>
        <p:spPr>
          <a:xfrm>
            <a:off x="251727" y="339889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</a:t>
            </a:r>
            <a:r>
              <a:rPr lang="en-US" sz="800" b="1" dirty="0"/>
              <a:t>Mod</a:t>
            </a:r>
            <a:r>
              <a:rPr lang="en-US" sz="800" dirty="0"/>
              <a:t>, divide by 2053, subtract the number before the dot, multiply the result by 2053. Roud the result.</a:t>
            </a:r>
            <a:endParaRPr lang="en-US" sz="600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5C6B55-6D16-301D-B4A6-3697DF6EA668}"/>
              </a:ext>
            </a:extLst>
          </p:cNvPr>
          <p:cNvSpPr txBox="1"/>
          <p:nvPr/>
        </p:nvSpPr>
        <p:spPr>
          <a:xfrm>
            <a:off x="4270347" y="9226422"/>
            <a:ext cx="259166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C3.S5</a:t>
            </a:r>
            <a:r>
              <a:rPr lang="en-US" sz="1000" dirty="0"/>
              <a:t>=</a:t>
            </a:r>
            <a:r>
              <a:rPr lang="en-US" sz="1000" dirty="0">
                <a:solidFill>
                  <a:srgbClr val="4EA72E"/>
                </a:solidFill>
              </a:rPr>
              <a:t>W3.S5</a:t>
            </a:r>
            <a:r>
              <a:rPr lang="en-US" sz="1000" noProof="0" dirty="0"/>
              <a:t>+</a:t>
            </a:r>
            <a:r>
              <a:rPr lang="en-US" sz="1000" dirty="0">
                <a:solidFill>
                  <a:srgbClr val="4EA72E"/>
                </a:solidFill>
              </a:rPr>
              <a:t>W6.S5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4EA72E"/>
                </a:solidFill>
              </a:rPr>
              <a:t>W9.S5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4EA72E"/>
                </a:solidFill>
              </a:rPr>
              <a:t>W12.S5</a:t>
            </a:r>
            <a:br>
              <a:rPr lang="en-US" sz="1000" dirty="0">
                <a:solidFill>
                  <a:srgbClr val="A02A93"/>
                </a:solidFill>
              </a:rPr>
            </a:br>
            <a:r>
              <a:rPr lang="en-US" sz="1000" dirty="0"/>
              <a:t>+</a:t>
            </a:r>
            <a:r>
              <a:rPr lang="en-US" sz="1000" dirty="0">
                <a:solidFill>
                  <a:srgbClr val="4EA72E"/>
                </a:solidFill>
              </a:rPr>
              <a:t>W15.S5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4EA72E"/>
                </a:solidFill>
              </a:rPr>
              <a:t>W18.S5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4EA72E"/>
                </a:solidFill>
              </a:rPr>
              <a:t>W21.S5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4EA72E"/>
                </a:solidFill>
              </a:rPr>
              <a:t>W24.S5</a:t>
            </a:r>
            <a:r>
              <a:rPr lang="en-US" sz="1000" dirty="0"/>
              <a:t>+300</a:t>
            </a:r>
            <a:r>
              <a:rPr lang="en-US" sz="600" dirty="0"/>
              <a:t> Mod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56D155A-B225-CA07-027F-7DD770CA5FF7}"/>
              </a:ext>
            </a:extLst>
          </p:cNvPr>
          <p:cNvSpPr/>
          <p:nvPr/>
        </p:nvSpPr>
        <p:spPr>
          <a:xfrm>
            <a:off x="6115478" y="9106582"/>
            <a:ext cx="119801" cy="11980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6C05237-9C33-1DD7-D4A6-5C7BCC45F7B8}"/>
              </a:ext>
            </a:extLst>
          </p:cNvPr>
          <p:cNvSpPr/>
          <p:nvPr/>
        </p:nvSpPr>
        <p:spPr>
          <a:xfrm>
            <a:off x="6115478" y="8874089"/>
            <a:ext cx="119801" cy="11980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7E002E-141E-D869-5A43-51C7DC970A1A}"/>
              </a:ext>
            </a:extLst>
          </p:cNvPr>
          <p:cNvSpPr txBox="1"/>
          <p:nvPr/>
        </p:nvSpPr>
        <p:spPr>
          <a:xfrm>
            <a:off x="4266332" y="8343112"/>
            <a:ext cx="259166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C3.S4</a:t>
            </a:r>
            <a:r>
              <a:rPr lang="en-US" sz="1000" dirty="0"/>
              <a:t>=</a:t>
            </a:r>
            <a:r>
              <a:rPr lang="en-US" sz="1000" dirty="0">
                <a:solidFill>
                  <a:srgbClr val="4EA72E"/>
                </a:solidFill>
              </a:rPr>
              <a:t>W3.S4</a:t>
            </a:r>
            <a:r>
              <a:rPr lang="en-US" sz="1000" noProof="0" dirty="0"/>
              <a:t>+</a:t>
            </a:r>
            <a:r>
              <a:rPr lang="en-US" sz="1000" dirty="0">
                <a:solidFill>
                  <a:srgbClr val="4EA72E"/>
                </a:solidFill>
              </a:rPr>
              <a:t>W6.S4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4EA72E"/>
                </a:solidFill>
              </a:rPr>
              <a:t>W9.S4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4EA72E"/>
                </a:solidFill>
              </a:rPr>
              <a:t>W12.S4</a:t>
            </a:r>
            <a:br>
              <a:rPr lang="en-US" sz="1000" dirty="0">
                <a:solidFill>
                  <a:srgbClr val="A02A93"/>
                </a:solidFill>
              </a:rPr>
            </a:br>
            <a:r>
              <a:rPr lang="en-US" sz="1000" dirty="0"/>
              <a:t>+</a:t>
            </a:r>
            <a:r>
              <a:rPr lang="en-US" sz="1000" dirty="0">
                <a:solidFill>
                  <a:srgbClr val="4EA72E"/>
                </a:solidFill>
              </a:rPr>
              <a:t>W15.S4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4EA72E"/>
                </a:solidFill>
              </a:rPr>
              <a:t>W18.S4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4EA72E"/>
                </a:solidFill>
              </a:rPr>
              <a:t>W21.S4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4EA72E"/>
                </a:solidFill>
              </a:rPr>
              <a:t>W24.S4</a:t>
            </a:r>
            <a:r>
              <a:rPr lang="en-US" sz="1000" dirty="0"/>
              <a:t>+300</a:t>
            </a:r>
            <a:r>
              <a:rPr lang="en-US" sz="600" dirty="0"/>
              <a:t> Mod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D41422B-36FA-0472-2481-6AFB305B9C4E}"/>
              </a:ext>
            </a:extLst>
          </p:cNvPr>
          <p:cNvSpPr/>
          <p:nvPr/>
        </p:nvSpPr>
        <p:spPr>
          <a:xfrm>
            <a:off x="6133744" y="8219034"/>
            <a:ext cx="119801" cy="11980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C078250-B0CE-CA23-78CA-99D43297A2E9}"/>
              </a:ext>
            </a:extLst>
          </p:cNvPr>
          <p:cNvSpPr/>
          <p:nvPr/>
        </p:nvSpPr>
        <p:spPr>
          <a:xfrm>
            <a:off x="6133744" y="7986541"/>
            <a:ext cx="119801" cy="11980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A98814-6CBD-7097-2C8F-6A1A09970DC2}"/>
              </a:ext>
            </a:extLst>
          </p:cNvPr>
          <p:cNvSpPr txBox="1"/>
          <p:nvPr/>
        </p:nvSpPr>
        <p:spPr>
          <a:xfrm>
            <a:off x="4266332" y="7475484"/>
            <a:ext cx="259166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C3.S3</a:t>
            </a:r>
            <a:r>
              <a:rPr lang="en-US" sz="1000" dirty="0"/>
              <a:t>=</a:t>
            </a:r>
            <a:r>
              <a:rPr lang="en-US" sz="1000" dirty="0">
                <a:solidFill>
                  <a:srgbClr val="4EA72E"/>
                </a:solidFill>
              </a:rPr>
              <a:t>W3.S3</a:t>
            </a:r>
            <a:r>
              <a:rPr lang="en-US" sz="1000" noProof="0" dirty="0"/>
              <a:t>+</a:t>
            </a:r>
            <a:r>
              <a:rPr lang="en-US" sz="1000" dirty="0">
                <a:solidFill>
                  <a:srgbClr val="4EA72E"/>
                </a:solidFill>
              </a:rPr>
              <a:t>W6.S3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4EA72E"/>
                </a:solidFill>
              </a:rPr>
              <a:t>W9.S3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4EA72E"/>
                </a:solidFill>
              </a:rPr>
              <a:t>W12.S3</a:t>
            </a:r>
            <a:br>
              <a:rPr lang="en-US" sz="1000" dirty="0">
                <a:solidFill>
                  <a:srgbClr val="A02A93"/>
                </a:solidFill>
              </a:rPr>
            </a:br>
            <a:r>
              <a:rPr lang="en-US" sz="1000" dirty="0"/>
              <a:t>+</a:t>
            </a:r>
            <a:r>
              <a:rPr lang="en-US" sz="1000" dirty="0">
                <a:solidFill>
                  <a:srgbClr val="4EA72E"/>
                </a:solidFill>
              </a:rPr>
              <a:t>W15.S3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4EA72E"/>
                </a:solidFill>
              </a:rPr>
              <a:t>W18.S3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4EA72E"/>
                </a:solidFill>
              </a:rPr>
              <a:t>W21.S3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4EA72E"/>
                </a:solidFill>
              </a:rPr>
              <a:t>W24.S3</a:t>
            </a:r>
            <a:r>
              <a:rPr lang="en-US" sz="1000" dirty="0"/>
              <a:t>+300</a:t>
            </a:r>
            <a:r>
              <a:rPr lang="en-US" sz="600" dirty="0"/>
              <a:t> Mod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A86DF74-F282-284F-C774-F06F11B1D999}"/>
              </a:ext>
            </a:extLst>
          </p:cNvPr>
          <p:cNvSpPr/>
          <p:nvPr/>
        </p:nvSpPr>
        <p:spPr>
          <a:xfrm>
            <a:off x="6133744" y="7351406"/>
            <a:ext cx="119801" cy="11980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594E578-3610-3BC3-304F-512D516A142F}"/>
              </a:ext>
            </a:extLst>
          </p:cNvPr>
          <p:cNvSpPr/>
          <p:nvPr/>
        </p:nvSpPr>
        <p:spPr>
          <a:xfrm>
            <a:off x="6133744" y="7118913"/>
            <a:ext cx="119801" cy="11980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15ED7D0-E406-F553-E995-AF59F39DAF60}"/>
              </a:ext>
            </a:extLst>
          </p:cNvPr>
          <p:cNvSpPr txBox="1"/>
          <p:nvPr/>
        </p:nvSpPr>
        <p:spPr>
          <a:xfrm>
            <a:off x="4266332" y="6585191"/>
            <a:ext cx="259166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C3.S2</a:t>
            </a:r>
            <a:r>
              <a:rPr lang="en-US" sz="1000" dirty="0"/>
              <a:t>=</a:t>
            </a:r>
            <a:r>
              <a:rPr lang="en-US" sz="1000" dirty="0">
                <a:solidFill>
                  <a:srgbClr val="4EA72E"/>
                </a:solidFill>
              </a:rPr>
              <a:t>W3.S2</a:t>
            </a:r>
            <a:r>
              <a:rPr lang="en-US" sz="1000" noProof="0" dirty="0"/>
              <a:t>+</a:t>
            </a:r>
            <a:r>
              <a:rPr lang="en-US" sz="1000" dirty="0">
                <a:solidFill>
                  <a:srgbClr val="4EA72E"/>
                </a:solidFill>
              </a:rPr>
              <a:t>W6.S2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4EA72E"/>
                </a:solidFill>
              </a:rPr>
              <a:t>W9.S2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4EA72E"/>
                </a:solidFill>
              </a:rPr>
              <a:t>W12.S2</a:t>
            </a:r>
            <a:br>
              <a:rPr lang="en-US" sz="1000" dirty="0">
                <a:solidFill>
                  <a:srgbClr val="A02A93"/>
                </a:solidFill>
              </a:rPr>
            </a:br>
            <a:r>
              <a:rPr lang="en-US" sz="1000" dirty="0"/>
              <a:t>+</a:t>
            </a:r>
            <a:r>
              <a:rPr lang="en-US" sz="1000" dirty="0">
                <a:solidFill>
                  <a:srgbClr val="4EA72E"/>
                </a:solidFill>
              </a:rPr>
              <a:t>W15.S2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4EA72E"/>
                </a:solidFill>
              </a:rPr>
              <a:t>W18.S2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4EA72E"/>
                </a:solidFill>
              </a:rPr>
              <a:t>W21.S2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4EA72E"/>
                </a:solidFill>
              </a:rPr>
              <a:t>W24.S2</a:t>
            </a:r>
            <a:r>
              <a:rPr lang="en-US" sz="1000" dirty="0"/>
              <a:t>+300</a:t>
            </a:r>
            <a:r>
              <a:rPr lang="en-US" sz="600" dirty="0"/>
              <a:t> Mod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8867AB0-826F-DABD-0AD0-D67CF3928019}"/>
              </a:ext>
            </a:extLst>
          </p:cNvPr>
          <p:cNvSpPr/>
          <p:nvPr/>
        </p:nvSpPr>
        <p:spPr>
          <a:xfrm>
            <a:off x="6133744" y="6461113"/>
            <a:ext cx="119801" cy="11980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E38B9BE-3DEF-9052-EC5E-6D59A1BDEAA0}"/>
              </a:ext>
            </a:extLst>
          </p:cNvPr>
          <p:cNvSpPr/>
          <p:nvPr/>
        </p:nvSpPr>
        <p:spPr>
          <a:xfrm>
            <a:off x="6133744" y="6228620"/>
            <a:ext cx="119801" cy="11980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74EB330-FA2C-70AE-43D4-E8577FABD1B8}"/>
              </a:ext>
            </a:extLst>
          </p:cNvPr>
          <p:cNvSpPr txBox="1"/>
          <p:nvPr/>
        </p:nvSpPr>
        <p:spPr>
          <a:xfrm>
            <a:off x="4264282" y="5707763"/>
            <a:ext cx="259166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C3.S1</a:t>
            </a:r>
            <a:r>
              <a:rPr lang="en-US" sz="1000" dirty="0"/>
              <a:t>=</a:t>
            </a:r>
            <a:r>
              <a:rPr lang="en-US" sz="1000" dirty="0">
                <a:solidFill>
                  <a:srgbClr val="4EA72E"/>
                </a:solidFill>
              </a:rPr>
              <a:t>W3.S1</a:t>
            </a:r>
            <a:r>
              <a:rPr lang="en-US" sz="1000" noProof="0" dirty="0"/>
              <a:t>+</a:t>
            </a:r>
            <a:r>
              <a:rPr lang="en-US" sz="1000" dirty="0">
                <a:solidFill>
                  <a:srgbClr val="4EA72E"/>
                </a:solidFill>
              </a:rPr>
              <a:t>W6.S1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4EA72E"/>
                </a:solidFill>
              </a:rPr>
              <a:t>W9.S1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4EA72E"/>
                </a:solidFill>
              </a:rPr>
              <a:t>W12.S1</a:t>
            </a:r>
            <a:br>
              <a:rPr lang="en-US" sz="1000" dirty="0">
                <a:solidFill>
                  <a:srgbClr val="A02A93"/>
                </a:solidFill>
              </a:rPr>
            </a:br>
            <a:r>
              <a:rPr lang="en-US" sz="1000" dirty="0"/>
              <a:t>+</a:t>
            </a:r>
            <a:r>
              <a:rPr lang="en-US" sz="1000" dirty="0">
                <a:solidFill>
                  <a:srgbClr val="4EA72E"/>
                </a:solidFill>
              </a:rPr>
              <a:t>W15.S1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4EA72E"/>
                </a:solidFill>
              </a:rPr>
              <a:t>W18.S1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4EA72E"/>
                </a:solidFill>
              </a:rPr>
              <a:t>W21.S1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4EA72E"/>
                </a:solidFill>
              </a:rPr>
              <a:t>W24.S1</a:t>
            </a:r>
            <a:r>
              <a:rPr lang="en-US" sz="1000" dirty="0"/>
              <a:t>+300</a:t>
            </a:r>
            <a:r>
              <a:rPr lang="en-US" sz="600" dirty="0"/>
              <a:t> Mod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E212FF1-A9F9-EB8E-DAA3-FDF9C6F8B211}"/>
              </a:ext>
            </a:extLst>
          </p:cNvPr>
          <p:cNvSpPr/>
          <p:nvPr/>
        </p:nvSpPr>
        <p:spPr>
          <a:xfrm>
            <a:off x="6131694" y="5583685"/>
            <a:ext cx="119801" cy="11980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BE07912-AEE0-E76F-DA59-8BB945249377}"/>
              </a:ext>
            </a:extLst>
          </p:cNvPr>
          <p:cNvSpPr/>
          <p:nvPr/>
        </p:nvSpPr>
        <p:spPr>
          <a:xfrm>
            <a:off x="6131694" y="5351192"/>
            <a:ext cx="119801" cy="11980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7B03846-B14F-A170-CD1C-01C4290DD039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</p:spTree>
    <p:extLst>
      <p:ext uri="{BB962C8B-B14F-4D97-AF65-F5344CB8AC3E}">
        <p14:creationId xmlns:p14="http://schemas.microsoft.com/office/powerpoint/2010/main" val="3484127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TextBox 687">
            <a:extLst>
              <a:ext uri="{FF2B5EF4-FFF2-40B4-BE49-F238E27FC236}">
                <a16:creationId xmlns:a16="http://schemas.microsoft.com/office/drawing/2014/main" id="{E1DC9817-302F-0DA4-1E0A-43E8EC845C54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5E67941C-EDCC-6EF9-DD80-D21907A2AA65}"/>
              </a:ext>
            </a:extLst>
          </p:cNvPr>
          <p:cNvSpPr/>
          <p:nvPr/>
        </p:nvSpPr>
        <p:spPr>
          <a:xfrm>
            <a:off x="503484" y="5340646"/>
            <a:ext cx="722557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01F4ADEA-ED57-5A96-3ED8-7B74F42F5E7A}"/>
              </a:ext>
            </a:extLst>
          </p:cNvPr>
          <p:cNvSpPr/>
          <p:nvPr/>
        </p:nvSpPr>
        <p:spPr>
          <a:xfrm>
            <a:off x="503484" y="6218074"/>
            <a:ext cx="72255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071B9C17-8ACC-EA57-3956-9361E1551A76}"/>
              </a:ext>
            </a:extLst>
          </p:cNvPr>
          <p:cNvSpPr/>
          <p:nvPr/>
        </p:nvSpPr>
        <p:spPr>
          <a:xfrm>
            <a:off x="503483" y="7106012"/>
            <a:ext cx="72255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E8802721-4777-4CB6-FCB2-941EB4F41A06}"/>
              </a:ext>
            </a:extLst>
          </p:cNvPr>
          <p:cNvSpPr/>
          <p:nvPr/>
        </p:nvSpPr>
        <p:spPr>
          <a:xfrm>
            <a:off x="503482" y="7972930"/>
            <a:ext cx="72255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99C756E2-2422-C889-8E23-F289CEA90548}"/>
              </a:ext>
            </a:extLst>
          </p:cNvPr>
          <p:cNvSpPr/>
          <p:nvPr/>
        </p:nvSpPr>
        <p:spPr>
          <a:xfrm>
            <a:off x="503482" y="8860868"/>
            <a:ext cx="72255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D70A748E-69DE-2C66-B82F-9D1E6D51B6B2}"/>
              </a:ext>
            </a:extLst>
          </p:cNvPr>
          <p:cNvSpPr/>
          <p:nvPr/>
        </p:nvSpPr>
        <p:spPr>
          <a:xfrm>
            <a:off x="1995451" y="5340646"/>
            <a:ext cx="864539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BC896361-FF36-6473-4D16-D4CAC699921B}"/>
              </a:ext>
            </a:extLst>
          </p:cNvPr>
          <p:cNvSpPr/>
          <p:nvPr/>
        </p:nvSpPr>
        <p:spPr>
          <a:xfrm>
            <a:off x="1995451" y="6218074"/>
            <a:ext cx="87164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CA2EE003-A86B-BA9D-99D1-60BC58C486D3}"/>
              </a:ext>
            </a:extLst>
          </p:cNvPr>
          <p:cNvSpPr/>
          <p:nvPr/>
        </p:nvSpPr>
        <p:spPr>
          <a:xfrm>
            <a:off x="1995449" y="7106012"/>
            <a:ext cx="871649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BB14ECAF-7DBE-0431-113D-AB217E5C2F16}"/>
              </a:ext>
            </a:extLst>
          </p:cNvPr>
          <p:cNvSpPr/>
          <p:nvPr/>
        </p:nvSpPr>
        <p:spPr>
          <a:xfrm>
            <a:off x="1995449" y="7972930"/>
            <a:ext cx="871650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D3046548-8169-5987-4068-39EDFB28027A}"/>
              </a:ext>
            </a:extLst>
          </p:cNvPr>
          <p:cNvSpPr/>
          <p:nvPr/>
        </p:nvSpPr>
        <p:spPr>
          <a:xfrm>
            <a:off x="1995449" y="8860868"/>
            <a:ext cx="871650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69" name="Elbow Connector 368">
            <a:extLst>
              <a:ext uri="{FF2B5EF4-FFF2-40B4-BE49-F238E27FC236}">
                <a16:creationId xmlns:a16="http://schemas.microsoft.com/office/drawing/2014/main" id="{13473A79-81BA-FC8C-6B30-C721CAD8E019}"/>
              </a:ext>
            </a:extLst>
          </p:cNvPr>
          <p:cNvCxnSpPr>
            <a:cxnSpLocks/>
            <a:stCxn id="364" idx="1"/>
            <a:endCxn id="365" idx="1"/>
          </p:cNvCxnSpPr>
          <p:nvPr/>
        </p:nvCxnSpPr>
        <p:spPr>
          <a:xfrm rot="10800000" flipV="1">
            <a:off x="1995451" y="5520268"/>
            <a:ext cx="12700" cy="877428"/>
          </a:xfrm>
          <a:prstGeom prst="bentConnector3">
            <a:avLst>
              <a:gd name="adj1" fmla="val 2454551"/>
            </a:avLst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0" name="TextBox 369">
            <a:extLst>
              <a:ext uri="{FF2B5EF4-FFF2-40B4-BE49-F238E27FC236}">
                <a16:creationId xmlns:a16="http://schemas.microsoft.com/office/drawing/2014/main" id="{4C3BACD6-CB7A-1185-FF0E-4A4732BF57CF}"/>
              </a:ext>
            </a:extLst>
          </p:cNvPr>
          <p:cNvSpPr txBox="1">
            <a:spLocks/>
          </p:cNvSpPr>
          <p:nvPr/>
        </p:nvSpPr>
        <p:spPr>
          <a:xfrm>
            <a:off x="1673726" y="6163121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x2</a:t>
            </a:r>
          </a:p>
        </p:txBody>
      </p:sp>
      <p:cxnSp>
        <p:nvCxnSpPr>
          <p:cNvPr id="371" name="Elbow Connector 370">
            <a:extLst>
              <a:ext uri="{FF2B5EF4-FFF2-40B4-BE49-F238E27FC236}">
                <a16:creationId xmlns:a16="http://schemas.microsoft.com/office/drawing/2014/main" id="{B7859023-CC19-7FD9-AB82-07357112E78D}"/>
              </a:ext>
            </a:extLst>
          </p:cNvPr>
          <p:cNvCxnSpPr>
            <a:cxnSpLocks/>
            <a:endCxn id="366" idx="1"/>
          </p:cNvCxnSpPr>
          <p:nvPr/>
        </p:nvCxnSpPr>
        <p:spPr>
          <a:xfrm rot="16200000" flipH="1">
            <a:off x="928758" y="6218943"/>
            <a:ext cx="1770056" cy="363326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2" name="Elbow Connector 371">
            <a:extLst>
              <a:ext uri="{FF2B5EF4-FFF2-40B4-BE49-F238E27FC236}">
                <a16:creationId xmlns:a16="http://schemas.microsoft.com/office/drawing/2014/main" id="{2FDD5A8E-BD75-B33F-03DA-52F3AC4F07A6}"/>
              </a:ext>
            </a:extLst>
          </p:cNvPr>
          <p:cNvCxnSpPr>
            <a:cxnSpLocks/>
            <a:endCxn id="367" idx="1"/>
          </p:cNvCxnSpPr>
          <p:nvPr/>
        </p:nvCxnSpPr>
        <p:spPr>
          <a:xfrm rot="16200000" flipH="1">
            <a:off x="458764" y="6615867"/>
            <a:ext cx="2635504" cy="437866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3" name="Elbow Connector 372">
            <a:extLst>
              <a:ext uri="{FF2B5EF4-FFF2-40B4-BE49-F238E27FC236}">
                <a16:creationId xmlns:a16="http://schemas.microsoft.com/office/drawing/2014/main" id="{F07DD8A2-E16D-0ED8-728B-93B94FCC0B92}"/>
              </a:ext>
            </a:extLst>
          </p:cNvPr>
          <p:cNvCxnSpPr>
            <a:cxnSpLocks/>
            <a:endCxn id="368" idx="1"/>
          </p:cNvCxnSpPr>
          <p:nvPr/>
        </p:nvCxnSpPr>
        <p:spPr>
          <a:xfrm rot="16200000" flipH="1">
            <a:off x="-21109" y="7023932"/>
            <a:ext cx="3524198" cy="508918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4" name="TextBox 373">
            <a:extLst>
              <a:ext uri="{FF2B5EF4-FFF2-40B4-BE49-F238E27FC236}">
                <a16:creationId xmlns:a16="http://schemas.microsoft.com/office/drawing/2014/main" id="{E88397AF-A6E0-F620-3C58-1B8BB834CFB4}"/>
              </a:ext>
            </a:extLst>
          </p:cNvPr>
          <p:cNvSpPr txBox="1"/>
          <p:nvPr/>
        </p:nvSpPr>
        <p:spPr>
          <a:xfrm>
            <a:off x="1658936" y="7059014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x3</a:t>
            </a: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442492E5-FBEA-B949-C6BA-B1551A1A4029}"/>
              </a:ext>
            </a:extLst>
          </p:cNvPr>
          <p:cNvSpPr txBox="1"/>
          <p:nvPr/>
        </p:nvSpPr>
        <p:spPr>
          <a:xfrm>
            <a:off x="1658935" y="7924613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x4</a:t>
            </a: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03124403-64AD-C318-6156-D582D984D95E}"/>
              </a:ext>
            </a:extLst>
          </p:cNvPr>
          <p:cNvSpPr txBox="1"/>
          <p:nvPr/>
        </p:nvSpPr>
        <p:spPr>
          <a:xfrm>
            <a:off x="1644148" y="8812180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x5</a:t>
            </a:r>
          </a:p>
        </p:txBody>
      </p:sp>
      <p:cxnSp>
        <p:nvCxnSpPr>
          <p:cNvPr id="377" name="Straight Connector 376">
            <a:extLst>
              <a:ext uri="{FF2B5EF4-FFF2-40B4-BE49-F238E27FC236}">
                <a16:creationId xmlns:a16="http://schemas.microsoft.com/office/drawing/2014/main" id="{9A6A96E1-9830-044D-EB63-47C20C3D4DBE}"/>
              </a:ext>
            </a:extLst>
          </p:cNvPr>
          <p:cNvCxnSpPr>
            <a:cxnSpLocks/>
          </p:cNvCxnSpPr>
          <p:nvPr/>
        </p:nvCxnSpPr>
        <p:spPr>
          <a:xfrm>
            <a:off x="1477151" y="5520263"/>
            <a:ext cx="254357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D3B713BE-AD85-40B0-4FE5-5C4E0FC5929A}"/>
              </a:ext>
            </a:extLst>
          </p:cNvPr>
          <p:cNvSpPr txBox="1"/>
          <p:nvPr/>
        </p:nvSpPr>
        <p:spPr>
          <a:xfrm>
            <a:off x="2852460" y="533559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A0E60E46-FB2F-B675-6C15-25171B4AD6E7}"/>
              </a:ext>
            </a:extLst>
          </p:cNvPr>
          <p:cNvSpPr/>
          <p:nvPr/>
        </p:nvSpPr>
        <p:spPr>
          <a:xfrm>
            <a:off x="3628444" y="5346903"/>
            <a:ext cx="864539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7577C829-0B44-7A94-AE1B-9506B37E0A73}"/>
              </a:ext>
            </a:extLst>
          </p:cNvPr>
          <p:cNvSpPr/>
          <p:nvPr/>
        </p:nvSpPr>
        <p:spPr>
          <a:xfrm>
            <a:off x="3628444" y="6224331"/>
            <a:ext cx="87164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156D1F46-675E-05E7-4A98-FFB9935913AD}"/>
              </a:ext>
            </a:extLst>
          </p:cNvPr>
          <p:cNvSpPr/>
          <p:nvPr/>
        </p:nvSpPr>
        <p:spPr>
          <a:xfrm>
            <a:off x="3628442" y="7112269"/>
            <a:ext cx="871649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9154664C-00B4-7681-EA21-57ACE85B655F}"/>
              </a:ext>
            </a:extLst>
          </p:cNvPr>
          <p:cNvSpPr/>
          <p:nvPr/>
        </p:nvSpPr>
        <p:spPr>
          <a:xfrm>
            <a:off x="3628442" y="7979187"/>
            <a:ext cx="871650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0DE64335-0BB6-8BE2-0D48-6B3B5615EC8E}"/>
              </a:ext>
            </a:extLst>
          </p:cNvPr>
          <p:cNvSpPr/>
          <p:nvPr/>
        </p:nvSpPr>
        <p:spPr>
          <a:xfrm>
            <a:off x="3628442" y="8867125"/>
            <a:ext cx="871650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85" name="Elbow Connector 384">
            <a:extLst>
              <a:ext uri="{FF2B5EF4-FFF2-40B4-BE49-F238E27FC236}">
                <a16:creationId xmlns:a16="http://schemas.microsoft.com/office/drawing/2014/main" id="{2656734B-FFC4-5CE9-BFBF-C7FB3111B545}"/>
              </a:ext>
            </a:extLst>
          </p:cNvPr>
          <p:cNvCxnSpPr>
            <a:cxnSpLocks/>
            <a:stCxn id="380" idx="1"/>
            <a:endCxn id="381" idx="1"/>
          </p:cNvCxnSpPr>
          <p:nvPr/>
        </p:nvCxnSpPr>
        <p:spPr>
          <a:xfrm rot="10800000" flipV="1">
            <a:off x="3628444" y="5526525"/>
            <a:ext cx="12700" cy="877428"/>
          </a:xfrm>
          <a:prstGeom prst="bentConnector3">
            <a:avLst>
              <a:gd name="adj1" fmla="val 2454543"/>
            </a:avLst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6" name="TextBox 385">
            <a:extLst>
              <a:ext uri="{FF2B5EF4-FFF2-40B4-BE49-F238E27FC236}">
                <a16:creationId xmlns:a16="http://schemas.microsoft.com/office/drawing/2014/main" id="{C750C1B1-31DB-774B-169E-1BE0C4291FAA}"/>
              </a:ext>
            </a:extLst>
          </p:cNvPr>
          <p:cNvSpPr txBox="1">
            <a:spLocks/>
          </p:cNvSpPr>
          <p:nvPr/>
        </p:nvSpPr>
        <p:spPr>
          <a:xfrm>
            <a:off x="3306719" y="6169378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x4</a:t>
            </a:r>
          </a:p>
        </p:txBody>
      </p:sp>
      <p:cxnSp>
        <p:nvCxnSpPr>
          <p:cNvPr id="387" name="Elbow Connector 386">
            <a:extLst>
              <a:ext uri="{FF2B5EF4-FFF2-40B4-BE49-F238E27FC236}">
                <a16:creationId xmlns:a16="http://schemas.microsoft.com/office/drawing/2014/main" id="{37C8B93E-E3F5-9A38-B923-34A8E597F477}"/>
              </a:ext>
            </a:extLst>
          </p:cNvPr>
          <p:cNvCxnSpPr>
            <a:cxnSpLocks/>
            <a:endCxn id="382" idx="1"/>
          </p:cNvCxnSpPr>
          <p:nvPr/>
        </p:nvCxnSpPr>
        <p:spPr>
          <a:xfrm rot="16200000" flipH="1">
            <a:off x="2564523" y="6227972"/>
            <a:ext cx="1764512" cy="363326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8" name="Elbow Connector 387">
            <a:extLst>
              <a:ext uri="{FF2B5EF4-FFF2-40B4-BE49-F238E27FC236}">
                <a16:creationId xmlns:a16="http://schemas.microsoft.com/office/drawing/2014/main" id="{6B4DFE0E-D9F5-131D-6287-9EDF0C59BF9D}"/>
              </a:ext>
            </a:extLst>
          </p:cNvPr>
          <p:cNvCxnSpPr>
            <a:cxnSpLocks/>
            <a:endCxn id="383" idx="1"/>
          </p:cNvCxnSpPr>
          <p:nvPr/>
        </p:nvCxnSpPr>
        <p:spPr>
          <a:xfrm rot="16200000" flipH="1">
            <a:off x="2091757" y="6622124"/>
            <a:ext cx="2635504" cy="437866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9" name="Elbow Connector 388">
            <a:extLst>
              <a:ext uri="{FF2B5EF4-FFF2-40B4-BE49-F238E27FC236}">
                <a16:creationId xmlns:a16="http://schemas.microsoft.com/office/drawing/2014/main" id="{F2F03BC3-7526-0330-EEFA-8F3F38D41A5C}"/>
              </a:ext>
            </a:extLst>
          </p:cNvPr>
          <p:cNvCxnSpPr>
            <a:cxnSpLocks/>
            <a:endCxn id="384" idx="1"/>
          </p:cNvCxnSpPr>
          <p:nvPr/>
        </p:nvCxnSpPr>
        <p:spPr>
          <a:xfrm rot="16200000" flipH="1">
            <a:off x="1611883" y="7030188"/>
            <a:ext cx="3524200" cy="508918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0" name="TextBox 389">
            <a:extLst>
              <a:ext uri="{FF2B5EF4-FFF2-40B4-BE49-F238E27FC236}">
                <a16:creationId xmlns:a16="http://schemas.microsoft.com/office/drawing/2014/main" id="{139A6212-0F52-0654-2BB3-CF03898B90A9}"/>
              </a:ext>
            </a:extLst>
          </p:cNvPr>
          <p:cNvSpPr txBox="1"/>
          <p:nvPr/>
        </p:nvSpPr>
        <p:spPr>
          <a:xfrm>
            <a:off x="3291929" y="7065271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x9</a:t>
            </a: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4F29D4EC-C4D9-68D1-C58D-A055AF97A167}"/>
              </a:ext>
            </a:extLst>
          </p:cNvPr>
          <p:cNvSpPr txBox="1"/>
          <p:nvPr/>
        </p:nvSpPr>
        <p:spPr>
          <a:xfrm>
            <a:off x="3257463" y="7930870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x16</a:t>
            </a: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72FB3210-5AA1-83A3-15DA-308998B65E9F}"/>
              </a:ext>
            </a:extLst>
          </p:cNvPr>
          <p:cNvSpPr txBox="1"/>
          <p:nvPr/>
        </p:nvSpPr>
        <p:spPr>
          <a:xfrm>
            <a:off x="3242676" y="8818437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x25</a:t>
            </a:r>
          </a:p>
        </p:txBody>
      </p:sp>
      <p:cxnSp>
        <p:nvCxnSpPr>
          <p:cNvPr id="393" name="Straight Connector 392">
            <a:extLst>
              <a:ext uri="{FF2B5EF4-FFF2-40B4-BE49-F238E27FC236}">
                <a16:creationId xmlns:a16="http://schemas.microsoft.com/office/drawing/2014/main" id="{BACBDF31-7A52-7B9E-60EE-824C5553C58D}"/>
              </a:ext>
            </a:extLst>
          </p:cNvPr>
          <p:cNvCxnSpPr>
            <a:cxnSpLocks/>
          </p:cNvCxnSpPr>
          <p:nvPr/>
        </p:nvCxnSpPr>
        <p:spPr>
          <a:xfrm>
            <a:off x="3110144" y="5526520"/>
            <a:ext cx="254357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4" name="TextBox 393">
            <a:extLst>
              <a:ext uri="{FF2B5EF4-FFF2-40B4-BE49-F238E27FC236}">
                <a16:creationId xmlns:a16="http://schemas.microsoft.com/office/drawing/2014/main" id="{F80E1085-C32C-1BAA-B144-7DC8D4C04C84}"/>
              </a:ext>
            </a:extLst>
          </p:cNvPr>
          <p:cNvSpPr txBox="1"/>
          <p:nvPr/>
        </p:nvSpPr>
        <p:spPr>
          <a:xfrm>
            <a:off x="2855680" y="621493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5" name="TextBox 394">
            <a:extLst>
              <a:ext uri="{FF2B5EF4-FFF2-40B4-BE49-F238E27FC236}">
                <a16:creationId xmlns:a16="http://schemas.microsoft.com/office/drawing/2014/main" id="{6DDD8B72-D558-6B94-3513-01B486C94AB5}"/>
              </a:ext>
            </a:extLst>
          </p:cNvPr>
          <p:cNvSpPr txBox="1"/>
          <p:nvPr/>
        </p:nvSpPr>
        <p:spPr>
          <a:xfrm>
            <a:off x="2855680" y="7097781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8FD7DD8F-F907-0BE5-64BD-52C3E71BC6B4}"/>
              </a:ext>
            </a:extLst>
          </p:cNvPr>
          <p:cNvSpPr txBox="1"/>
          <p:nvPr/>
        </p:nvSpPr>
        <p:spPr>
          <a:xfrm>
            <a:off x="2855680" y="797093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7" name="TextBox 396">
            <a:extLst>
              <a:ext uri="{FF2B5EF4-FFF2-40B4-BE49-F238E27FC236}">
                <a16:creationId xmlns:a16="http://schemas.microsoft.com/office/drawing/2014/main" id="{CD357D82-4758-24A2-CAD6-D18CE8CF162C}"/>
              </a:ext>
            </a:extLst>
          </p:cNvPr>
          <p:cNvSpPr txBox="1"/>
          <p:nvPr/>
        </p:nvSpPr>
        <p:spPr>
          <a:xfrm>
            <a:off x="2855680" y="885654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7A26B3B5-4609-AD14-6E88-25069151DE9A}"/>
              </a:ext>
            </a:extLst>
          </p:cNvPr>
          <p:cNvSpPr txBox="1"/>
          <p:nvPr/>
        </p:nvSpPr>
        <p:spPr>
          <a:xfrm>
            <a:off x="1221210" y="533559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3675884A-97E3-73C8-A1DB-010796F547C7}"/>
              </a:ext>
            </a:extLst>
          </p:cNvPr>
          <p:cNvSpPr txBox="1"/>
          <p:nvPr/>
        </p:nvSpPr>
        <p:spPr>
          <a:xfrm>
            <a:off x="1224430" y="621493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3DD64A71-5982-3F67-20E4-1392D9C3DB79}"/>
              </a:ext>
            </a:extLst>
          </p:cNvPr>
          <p:cNvSpPr txBox="1"/>
          <p:nvPr/>
        </p:nvSpPr>
        <p:spPr>
          <a:xfrm>
            <a:off x="1224430" y="7097781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5B060534-9D9C-7BB5-43CA-C78F0DE09897}"/>
              </a:ext>
            </a:extLst>
          </p:cNvPr>
          <p:cNvSpPr txBox="1"/>
          <p:nvPr/>
        </p:nvSpPr>
        <p:spPr>
          <a:xfrm>
            <a:off x="1224430" y="797093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3FBD1E96-1E03-E82B-7C7A-CA7400EEC0F9}"/>
              </a:ext>
            </a:extLst>
          </p:cNvPr>
          <p:cNvSpPr txBox="1"/>
          <p:nvPr/>
        </p:nvSpPr>
        <p:spPr>
          <a:xfrm>
            <a:off x="1224430" y="885654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B2B9DA2B-AF46-3A33-9929-CC3AAB3FC818}"/>
              </a:ext>
            </a:extLst>
          </p:cNvPr>
          <p:cNvSpPr txBox="1"/>
          <p:nvPr/>
        </p:nvSpPr>
        <p:spPr>
          <a:xfrm>
            <a:off x="4421776" y="5335597"/>
            <a:ext cx="86453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noProof="0" dirty="0"/>
              <a:t>+1 </a:t>
            </a:r>
            <a:r>
              <a:rPr lang="en-US" sz="1000" noProof="0" dirty="0"/>
              <a:t>Mod =</a:t>
            </a: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7673E26F-8B50-563C-3A5A-7EA5B45C761B}"/>
              </a:ext>
            </a:extLst>
          </p:cNvPr>
          <p:cNvSpPr/>
          <p:nvPr/>
        </p:nvSpPr>
        <p:spPr>
          <a:xfrm>
            <a:off x="5198229" y="5351192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5655D3A3-5663-9436-DF3E-EEEFBD3593B9}"/>
              </a:ext>
            </a:extLst>
          </p:cNvPr>
          <p:cNvSpPr/>
          <p:nvPr/>
        </p:nvSpPr>
        <p:spPr>
          <a:xfrm>
            <a:off x="5198229" y="6228620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2AAFF0C3-947E-091D-BC5B-1426A0A476FA}"/>
              </a:ext>
            </a:extLst>
          </p:cNvPr>
          <p:cNvSpPr/>
          <p:nvPr/>
        </p:nvSpPr>
        <p:spPr>
          <a:xfrm>
            <a:off x="5198228" y="7116558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55BA792B-FFCF-B586-1C42-1A6F32F343C0}"/>
              </a:ext>
            </a:extLst>
          </p:cNvPr>
          <p:cNvSpPr/>
          <p:nvPr/>
        </p:nvSpPr>
        <p:spPr>
          <a:xfrm>
            <a:off x="5198227" y="7983476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C066EFB2-79F0-535D-4E58-9DA3F3D6AE2E}"/>
              </a:ext>
            </a:extLst>
          </p:cNvPr>
          <p:cNvSpPr/>
          <p:nvPr/>
        </p:nvSpPr>
        <p:spPr>
          <a:xfrm>
            <a:off x="5198227" y="8871414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1307BD5-F396-46C8-7AB4-A73590B5FF2C}"/>
              </a:ext>
            </a:extLst>
          </p:cNvPr>
          <p:cNvSpPr txBox="1"/>
          <p:nvPr/>
        </p:nvSpPr>
        <p:spPr>
          <a:xfrm>
            <a:off x="234965" y="88449"/>
            <a:ext cx="5696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Manua</a:t>
            </a:r>
            <a:r>
              <a:rPr lang="en-US" dirty="0"/>
              <a:t>l Sharing 3-of-5 24 words – Page 13</a:t>
            </a:r>
            <a:endParaRPr lang="en-US" noProof="0" dirty="0"/>
          </a:p>
        </p:txBody>
      </p: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DF333819-92C5-6152-3260-2A0F38010E0C}"/>
              </a:ext>
            </a:extLst>
          </p:cNvPr>
          <p:cNvCxnSpPr>
            <a:cxnSpLocks/>
            <a:stCxn id="357" idx="1"/>
            <a:endCxn id="361" idx="1"/>
          </p:cNvCxnSpPr>
          <p:nvPr/>
        </p:nvCxnSpPr>
        <p:spPr>
          <a:xfrm rot="10800000" flipV="1">
            <a:off x="503482" y="5520268"/>
            <a:ext cx="2" cy="3520222"/>
          </a:xfrm>
          <a:prstGeom prst="bentConnector3">
            <a:avLst>
              <a:gd name="adj1" fmla="val 11430100000"/>
            </a:avLst>
          </a:prstGeom>
          <a:ln w="9525">
            <a:solidFill>
              <a:srgbClr val="A02A93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56DD3FE2-3A48-7ADF-BDEF-FF35E11A4606}"/>
              </a:ext>
            </a:extLst>
          </p:cNvPr>
          <p:cNvSpPr txBox="1">
            <a:spLocks/>
          </p:cNvSpPr>
          <p:nvPr/>
        </p:nvSpPr>
        <p:spPr>
          <a:xfrm rot="16200000">
            <a:off x="-111112" y="7162524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copy     to      all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A2434A-41C2-7EA8-48B3-E733A234E46E}"/>
              </a:ext>
            </a:extLst>
          </p:cNvPr>
          <p:cNvSpPr/>
          <p:nvPr/>
        </p:nvSpPr>
        <p:spPr>
          <a:xfrm>
            <a:off x="513992" y="715020"/>
            <a:ext cx="722557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9DED56-8F83-D518-7E10-F66F0392E9FF}"/>
              </a:ext>
            </a:extLst>
          </p:cNvPr>
          <p:cNvSpPr txBox="1"/>
          <p:nvPr/>
        </p:nvSpPr>
        <p:spPr>
          <a:xfrm>
            <a:off x="201600" y="519850"/>
            <a:ext cx="1335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W2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W3</a:t>
            </a:r>
            <a:endParaRPr lang="en-US" sz="1000" noProof="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8183A5-EFD1-97CE-D003-7571F697B8A7}"/>
              </a:ext>
            </a:extLst>
          </p:cNvPr>
          <p:cNvSpPr txBox="1"/>
          <p:nvPr/>
        </p:nvSpPr>
        <p:spPr>
          <a:xfrm>
            <a:off x="1472400" y="5198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97132"/>
                </a:solidFill>
              </a:rPr>
              <a:t>W1.R1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W2.R1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W3.R1</a:t>
            </a:r>
            <a:endParaRPr lang="en-US" sz="1000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C07FCC-8944-9EEE-6FAE-15F78221325C}"/>
              </a:ext>
            </a:extLst>
          </p:cNvPr>
          <p:cNvSpPr/>
          <p:nvPr/>
        </p:nvSpPr>
        <p:spPr>
          <a:xfrm>
            <a:off x="2005959" y="715020"/>
            <a:ext cx="864539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904AC10-5E32-F1C2-F7DA-205D996C1A20}"/>
              </a:ext>
            </a:extLst>
          </p:cNvPr>
          <p:cNvSpPr txBox="1"/>
          <p:nvPr/>
        </p:nvSpPr>
        <p:spPr>
          <a:xfrm>
            <a:off x="3129886" y="518889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W1.R2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W2.R2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W3.R2</a:t>
            </a:r>
            <a:endParaRPr lang="en-US" sz="1000" noProof="0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8B7CF90-1E58-6413-3ED4-F8B900CD0A70}"/>
              </a:ext>
            </a:extLst>
          </p:cNvPr>
          <p:cNvSpPr/>
          <p:nvPr/>
        </p:nvSpPr>
        <p:spPr>
          <a:xfrm>
            <a:off x="3638952" y="721277"/>
            <a:ext cx="864539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DE378CF-5B1A-C941-B6EE-7881CA367B4A}"/>
              </a:ext>
            </a:extLst>
          </p:cNvPr>
          <p:cNvSpPr/>
          <p:nvPr/>
        </p:nvSpPr>
        <p:spPr>
          <a:xfrm>
            <a:off x="510944" y="1288044"/>
            <a:ext cx="722557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0125250-9DBF-EB6C-8BCD-F9AD72510235}"/>
              </a:ext>
            </a:extLst>
          </p:cNvPr>
          <p:cNvSpPr txBox="1"/>
          <p:nvPr/>
        </p:nvSpPr>
        <p:spPr>
          <a:xfrm>
            <a:off x="201600" y="1092250"/>
            <a:ext cx="1335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W4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W5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W6</a:t>
            </a:r>
            <a:endParaRPr lang="en-US" sz="1000" noProof="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CA4278F-3DA0-EB64-BB8F-3FC954E5475A}"/>
              </a:ext>
            </a:extLst>
          </p:cNvPr>
          <p:cNvSpPr txBox="1"/>
          <p:nvPr/>
        </p:nvSpPr>
        <p:spPr>
          <a:xfrm>
            <a:off x="1472400" y="1092250"/>
            <a:ext cx="1911599" cy="24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97132"/>
                </a:solidFill>
              </a:rPr>
              <a:t>W4.R1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W5.R1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W6.R1</a:t>
            </a:r>
            <a:endParaRPr lang="en-US" sz="1000" noProof="0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923389A4-3E87-CA75-8818-AF35A8A7FA9C}"/>
              </a:ext>
            </a:extLst>
          </p:cNvPr>
          <p:cNvSpPr/>
          <p:nvPr/>
        </p:nvSpPr>
        <p:spPr>
          <a:xfrm>
            <a:off x="2002911" y="1288044"/>
            <a:ext cx="864539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FB4A84C-4B28-D416-8D17-AD45A7BD9D1D}"/>
              </a:ext>
            </a:extLst>
          </p:cNvPr>
          <p:cNvSpPr txBox="1"/>
          <p:nvPr/>
        </p:nvSpPr>
        <p:spPr>
          <a:xfrm>
            <a:off x="3128886" y="10922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W4.R2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W5.R2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W6.R2</a:t>
            </a:r>
            <a:endParaRPr lang="en-US" sz="1000" noProof="0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2B9F0DA-C93B-1DF4-4EA9-6405D628B9E5}"/>
              </a:ext>
            </a:extLst>
          </p:cNvPr>
          <p:cNvSpPr/>
          <p:nvPr/>
        </p:nvSpPr>
        <p:spPr>
          <a:xfrm>
            <a:off x="3635904" y="1294301"/>
            <a:ext cx="864539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2E6CB18-01B3-F9D5-BC6D-1C505ACBDDDE}"/>
              </a:ext>
            </a:extLst>
          </p:cNvPr>
          <p:cNvSpPr/>
          <p:nvPr/>
        </p:nvSpPr>
        <p:spPr>
          <a:xfrm>
            <a:off x="510944" y="1864116"/>
            <a:ext cx="722557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1425589-71CD-2F74-FDF0-3AD1696DA758}"/>
              </a:ext>
            </a:extLst>
          </p:cNvPr>
          <p:cNvSpPr txBox="1"/>
          <p:nvPr/>
        </p:nvSpPr>
        <p:spPr>
          <a:xfrm>
            <a:off x="201600" y="1668250"/>
            <a:ext cx="1335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W7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W8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W9</a:t>
            </a:r>
            <a:endParaRPr lang="en-US" sz="1000" noProof="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B4EAE93-7BFD-DE80-DABF-514CF3B0F373}"/>
              </a:ext>
            </a:extLst>
          </p:cNvPr>
          <p:cNvSpPr txBox="1"/>
          <p:nvPr/>
        </p:nvSpPr>
        <p:spPr>
          <a:xfrm>
            <a:off x="1472400" y="16682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97132"/>
                </a:solidFill>
              </a:rPr>
              <a:t>W7.R1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W8.R1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W9.R1</a:t>
            </a:r>
            <a:endParaRPr lang="en-US" sz="1000" noProof="0" dirty="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FD62791C-2D8A-CC0E-CD2F-3E28A67B43CE}"/>
              </a:ext>
            </a:extLst>
          </p:cNvPr>
          <p:cNvSpPr/>
          <p:nvPr/>
        </p:nvSpPr>
        <p:spPr>
          <a:xfrm>
            <a:off x="2002911" y="1864116"/>
            <a:ext cx="864539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301271B-09D7-5C94-F0FC-DCC3F1DA8D78}"/>
              </a:ext>
            </a:extLst>
          </p:cNvPr>
          <p:cNvSpPr txBox="1"/>
          <p:nvPr/>
        </p:nvSpPr>
        <p:spPr>
          <a:xfrm>
            <a:off x="3128886" y="1668250"/>
            <a:ext cx="1911599" cy="24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W7.R2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W8.R2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W9.R2</a:t>
            </a:r>
            <a:endParaRPr lang="en-US" sz="1000" noProof="0" dirty="0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655AFD9D-2975-2577-B471-5984C74D84A6}"/>
              </a:ext>
            </a:extLst>
          </p:cNvPr>
          <p:cNvSpPr/>
          <p:nvPr/>
        </p:nvSpPr>
        <p:spPr>
          <a:xfrm>
            <a:off x="3635904" y="1870373"/>
            <a:ext cx="864539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E083C5F6-88DA-D621-B779-A09E9EC87B34}"/>
              </a:ext>
            </a:extLst>
          </p:cNvPr>
          <p:cNvSpPr/>
          <p:nvPr/>
        </p:nvSpPr>
        <p:spPr>
          <a:xfrm>
            <a:off x="507896" y="2437140"/>
            <a:ext cx="722557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FDCBDD77-64EA-95FC-4D9B-2ACBF02B0C53}"/>
              </a:ext>
            </a:extLst>
          </p:cNvPr>
          <p:cNvSpPr txBox="1"/>
          <p:nvPr/>
        </p:nvSpPr>
        <p:spPr>
          <a:xfrm>
            <a:off x="202254" y="2241018"/>
            <a:ext cx="1335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W10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W11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W12</a:t>
            </a:r>
            <a:endParaRPr lang="en-US" sz="1000" noProof="0" dirty="0"/>
          </a:p>
        </p:txBody>
      </p:sp>
      <p:sp>
        <p:nvSpPr>
          <p:cNvPr id="517" name="TextBox 516">
            <a:extLst>
              <a:ext uri="{FF2B5EF4-FFF2-40B4-BE49-F238E27FC236}">
                <a16:creationId xmlns:a16="http://schemas.microsoft.com/office/drawing/2014/main" id="{22C6856C-450D-D07A-9C14-9E5599B6D3F4}"/>
              </a:ext>
            </a:extLst>
          </p:cNvPr>
          <p:cNvSpPr txBox="1"/>
          <p:nvPr/>
        </p:nvSpPr>
        <p:spPr>
          <a:xfrm>
            <a:off x="1472400" y="22406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97132"/>
                </a:solidFill>
              </a:rPr>
              <a:t>W10.R1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W11.R1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W12.R1</a:t>
            </a:r>
            <a:endParaRPr lang="en-US" sz="1000" noProof="0" dirty="0"/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C7CCEA7D-ABA7-7936-4028-0CDA92D69C15}"/>
              </a:ext>
            </a:extLst>
          </p:cNvPr>
          <p:cNvSpPr/>
          <p:nvPr/>
        </p:nvSpPr>
        <p:spPr>
          <a:xfrm>
            <a:off x="1999863" y="2437140"/>
            <a:ext cx="864539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0EEBF712-2B68-7122-603F-9EF00F418E28}"/>
              </a:ext>
            </a:extLst>
          </p:cNvPr>
          <p:cNvSpPr txBox="1"/>
          <p:nvPr/>
        </p:nvSpPr>
        <p:spPr>
          <a:xfrm>
            <a:off x="3128886" y="22406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W10.R2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W11.R2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W12.R2</a:t>
            </a:r>
            <a:endParaRPr lang="en-US" sz="1000" noProof="0" dirty="0"/>
          </a:p>
        </p:txBody>
      </p:sp>
      <p:sp>
        <p:nvSpPr>
          <p:cNvPr id="521" name="Rectangle 520">
            <a:extLst>
              <a:ext uri="{FF2B5EF4-FFF2-40B4-BE49-F238E27FC236}">
                <a16:creationId xmlns:a16="http://schemas.microsoft.com/office/drawing/2014/main" id="{8E8BD289-AEE2-F328-D93F-8A7DD76523C1}"/>
              </a:ext>
            </a:extLst>
          </p:cNvPr>
          <p:cNvSpPr/>
          <p:nvPr/>
        </p:nvSpPr>
        <p:spPr>
          <a:xfrm>
            <a:off x="3632856" y="2443397"/>
            <a:ext cx="864539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B758955F-0708-CDB9-B25C-A2A5208E5D0E}"/>
              </a:ext>
            </a:extLst>
          </p:cNvPr>
          <p:cNvSpPr/>
          <p:nvPr/>
        </p:nvSpPr>
        <p:spPr>
          <a:xfrm>
            <a:off x="510944" y="3016260"/>
            <a:ext cx="722557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1" name="TextBox 530">
            <a:extLst>
              <a:ext uri="{FF2B5EF4-FFF2-40B4-BE49-F238E27FC236}">
                <a16:creationId xmlns:a16="http://schemas.microsoft.com/office/drawing/2014/main" id="{3DA51055-2519-ECA3-F46A-7F8C1989BBFD}"/>
              </a:ext>
            </a:extLst>
          </p:cNvPr>
          <p:cNvSpPr txBox="1"/>
          <p:nvPr/>
        </p:nvSpPr>
        <p:spPr>
          <a:xfrm>
            <a:off x="201600" y="2820250"/>
            <a:ext cx="1335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W13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W14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W15</a:t>
            </a:r>
            <a:endParaRPr lang="en-US" sz="1000" noProof="0" dirty="0"/>
          </a:p>
        </p:txBody>
      </p:sp>
      <p:sp>
        <p:nvSpPr>
          <p:cNvPr id="532" name="TextBox 531">
            <a:extLst>
              <a:ext uri="{FF2B5EF4-FFF2-40B4-BE49-F238E27FC236}">
                <a16:creationId xmlns:a16="http://schemas.microsoft.com/office/drawing/2014/main" id="{897C9736-DDB2-E12F-6D3F-48A6AB9CEDD6}"/>
              </a:ext>
            </a:extLst>
          </p:cNvPr>
          <p:cNvSpPr txBox="1"/>
          <p:nvPr/>
        </p:nvSpPr>
        <p:spPr>
          <a:xfrm>
            <a:off x="1472400" y="28202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97132"/>
                </a:solidFill>
              </a:rPr>
              <a:t>W13.R1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W14.R1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W15.R1</a:t>
            </a:r>
            <a:endParaRPr lang="en-US" sz="1000" noProof="0" dirty="0"/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CBD14E79-E285-5E6E-DF96-1C3C8FFDFD67}"/>
              </a:ext>
            </a:extLst>
          </p:cNvPr>
          <p:cNvSpPr/>
          <p:nvPr/>
        </p:nvSpPr>
        <p:spPr>
          <a:xfrm>
            <a:off x="2002911" y="3016260"/>
            <a:ext cx="864539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5" name="TextBox 534">
            <a:extLst>
              <a:ext uri="{FF2B5EF4-FFF2-40B4-BE49-F238E27FC236}">
                <a16:creationId xmlns:a16="http://schemas.microsoft.com/office/drawing/2014/main" id="{98970D89-2754-FDF8-3B35-914C57D80763}"/>
              </a:ext>
            </a:extLst>
          </p:cNvPr>
          <p:cNvSpPr txBox="1"/>
          <p:nvPr/>
        </p:nvSpPr>
        <p:spPr>
          <a:xfrm>
            <a:off x="3128886" y="28202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W13.R2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W14.R2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W15.R2</a:t>
            </a:r>
            <a:endParaRPr lang="en-US" sz="1000" noProof="0" dirty="0"/>
          </a:p>
        </p:txBody>
      </p:sp>
      <p:sp>
        <p:nvSpPr>
          <p:cNvPr id="536" name="Rectangle 535">
            <a:extLst>
              <a:ext uri="{FF2B5EF4-FFF2-40B4-BE49-F238E27FC236}">
                <a16:creationId xmlns:a16="http://schemas.microsoft.com/office/drawing/2014/main" id="{A5F50D4C-4893-1815-D70A-CAC59A91B958}"/>
              </a:ext>
            </a:extLst>
          </p:cNvPr>
          <p:cNvSpPr/>
          <p:nvPr/>
        </p:nvSpPr>
        <p:spPr>
          <a:xfrm>
            <a:off x="3635904" y="3022517"/>
            <a:ext cx="864539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2B734736-F32A-AC0B-E815-076C2B4B365A}"/>
              </a:ext>
            </a:extLst>
          </p:cNvPr>
          <p:cNvSpPr/>
          <p:nvPr/>
        </p:nvSpPr>
        <p:spPr>
          <a:xfrm>
            <a:off x="507896" y="3589284"/>
            <a:ext cx="722557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360DE95F-0B7F-D1D1-EB99-1AF7121889F9}"/>
              </a:ext>
            </a:extLst>
          </p:cNvPr>
          <p:cNvSpPr txBox="1"/>
          <p:nvPr/>
        </p:nvSpPr>
        <p:spPr>
          <a:xfrm>
            <a:off x="201600" y="3392650"/>
            <a:ext cx="1335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W16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W17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W18</a:t>
            </a:r>
            <a:endParaRPr lang="en-US" sz="1000" noProof="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7AF73E6C-1218-D6FD-B11E-7CEBD5BC290F}"/>
              </a:ext>
            </a:extLst>
          </p:cNvPr>
          <p:cNvSpPr txBox="1"/>
          <p:nvPr/>
        </p:nvSpPr>
        <p:spPr>
          <a:xfrm>
            <a:off x="1472400" y="33926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97132"/>
                </a:solidFill>
              </a:rPr>
              <a:t>W16.R1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W17.R1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W18.R1</a:t>
            </a:r>
            <a:endParaRPr lang="en-US" sz="1000" noProof="0" dirty="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705EDCCE-C815-9C76-60B3-C72E626274AB}"/>
              </a:ext>
            </a:extLst>
          </p:cNvPr>
          <p:cNvSpPr/>
          <p:nvPr/>
        </p:nvSpPr>
        <p:spPr>
          <a:xfrm>
            <a:off x="1999863" y="3589284"/>
            <a:ext cx="864539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726DBB26-4483-1557-49DF-343D7610398F}"/>
              </a:ext>
            </a:extLst>
          </p:cNvPr>
          <p:cNvSpPr txBox="1"/>
          <p:nvPr/>
        </p:nvSpPr>
        <p:spPr>
          <a:xfrm>
            <a:off x="3128886" y="33926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W16.R2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W17.R2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W18.R2</a:t>
            </a:r>
            <a:endParaRPr lang="en-US" sz="1000" noProof="0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6317E778-BEBD-C517-CE6E-6B8B747DBAD0}"/>
              </a:ext>
            </a:extLst>
          </p:cNvPr>
          <p:cNvSpPr/>
          <p:nvPr/>
        </p:nvSpPr>
        <p:spPr>
          <a:xfrm>
            <a:off x="3632856" y="3595541"/>
            <a:ext cx="864539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9E0A4354-24D5-4015-920C-E84AFD9FD0D6}"/>
              </a:ext>
            </a:extLst>
          </p:cNvPr>
          <p:cNvSpPr/>
          <p:nvPr/>
        </p:nvSpPr>
        <p:spPr>
          <a:xfrm>
            <a:off x="507896" y="4165356"/>
            <a:ext cx="722557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EBC13AA3-70F7-62ED-CF08-E02B13509EFA}"/>
              </a:ext>
            </a:extLst>
          </p:cNvPr>
          <p:cNvSpPr txBox="1"/>
          <p:nvPr/>
        </p:nvSpPr>
        <p:spPr>
          <a:xfrm>
            <a:off x="201600" y="3968650"/>
            <a:ext cx="1335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W19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W20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W21</a:t>
            </a:r>
            <a:endParaRPr lang="en-US" sz="1000" noProof="0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ED814556-F969-6F95-E3B6-37A8EC019EA8}"/>
              </a:ext>
            </a:extLst>
          </p:cNvPr>
          <p:cNvSpPr txBox="1"/>
          <p:nvPr/>
        </p:nvSpPr>
        <p:spPr>
          <a:xfrm>
            <a:off x="1472400" y="39686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97132"/>
                </a:solidFill>
              </a:rPr>
              <a:t>W19.R1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W20.R1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W21.R1</a:t>
            </a:r>
            <a:endParaRPr lang="en-US" sz="1000" noProof="0" dirty="0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CDA04FBD-8BFF-9098-80D6-DC1F6528275F}"/>
              </a:ext>
            </a:extLst>
          </p:cNvPr>
          <p:cNvSpPr/>
          <p:nvPr/>
        </p:nvSpPr>
        <p:spPr>
          <a:xfrm>
            <a:off x="1999863" y="4165356"/>
            <a:ext cx="864539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043733EE-0F1E-A34C-A4CA-BD3F766AE8A8}"/>
              </a:ext>
            </a:extLst>
          </p:cNvPr>
          <p:cNvSpPr txBox="1"/>
          <p:nvPr/>
        </p:nvSpPr>
        <p:spPr>
          <a:xfrm>
            <a:off x="3128886" y="39686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W19.R2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W20.R2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W21.R2</a:t>
            </a:r>
            <a:endParaRPr lang="en-US" sz="1000" noProof="0" dirty="0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4F2AB258-73AD-B2ED-327E-9D10140645EC}"/>
              </a:ext>
            </a:extLst>
          </p:cNvPr>
          <p:cNvSpPr/>
          <p:nvPr/>
        </p:nvSpPr>
        <p:spPr>
          <a:xfrm>
            <a:off x="3632856" y="4171613"/>
            <a:ext cx="864539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1A8E729D-33C0-0995-9B26-14BDA76C60DC}"/>
              </a:ext>
            </a:extLst>
          </p:cNvPr>
          <p:cNvSpPr/>
          <p:nvPr/>
        </p:nvSpPr>
        <p:spPr>
          <a:xfrm>
            <a:off x="504848" y="4738380"/>
            <a:ext cx="722557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E137AE66-9CC1-E2A5-0D82-B5D9047C6F74}"/>
              </a:ext>
            </a:extLst>
          </p:cNvPr>
          <p:cNvSpPr txBox="1"/>
          <p:nvPr/>
        </p:nvSpPr>
        <p:spPr>
          <a:xfrm>
            <a:off x="201600" y="4541050"/>
            <a:ext cx="1335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W22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W23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W24</a:t>
            </a:r>
            <a:endParaRPr lang="en-US" sz="1000" noProof="0" dirty="0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FA663DCC-8124-9D40-2899-1D785A7C9787}"/>
              </a:ext>
            </a:extLst>
          </p:cNvPr>
          <p:cNvSpPr txBox="1"/>
          <p:nvPr/>
        </p:nvSpPr>
        <p:spPr>
          <a:xfrm>
            <a:off x="1473421" y="4542251"/>
            <a:ext cx="19128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97132"/>
                </a:solidFill>
              </a:rPr>
              <a:t>W22.R1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W23.R1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W24.R1</a:t>
            </a:r>
            <a:endParaRPr lang="en-US" sz="1000" noProof="0" dirty="0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274CCD79-1D3D-F64A-0E54-CEFA3C8E3363}"/>
              </a:ext>
            </a:extLst>
          </p:cNvPr>
          <p:cNvSpPr/>
          <p:nvPr/>
        </p:nvSpPr>
        <p:spPr>
          <a:xfrm>
            <a:off x="1996815" y="4738380"/>
            <a:ext cx="864539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4CA2FFB5-19AC-2AD7-C2EB-C129D0244775}"/>
              </a:ext>
            </a:extLst>
          </p:cNvPr>
          <p:cNvSpPr txBox="1"/>
          <p:nvPr/>
        </p:nvSpPr>
        <p:spPr>
          <a:xfrm>
            <a:off x="3128886" y="4541050"/>
            <a:ext cx="191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W22.R2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W23.R2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W24.R2</a:t>
            </a:r>
            <a:endParaRPr lang="en-US" sz="1000" noProof="0" dirty="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1F324988-5B78-E1A8-2DB4-4395F5BCD941}"/>
              </a:ext>
            </a:extLst>
          </p:cNvPr>
          <p:cNvSpPr/>
          <p:nvPr/>
        </p:nvSpPr>
        <p:spPr>
          <a:xfrm>
            <a:off x="3629808" y="4744637"/>
            <a:ext cx="864539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126BB0AF-EB62-F199-E2D3-A14E13A08061}"/>
              </a:ext>
            </a:extLst>
          </p:cNvPr>
          <p:cNvSpPr txBox="1"/>
          <p:nvPr/>
        </p:nvSpPr>
        <p:spPr>
          <a:xfrm>
            <a:off x="55425" y="5148769"/>
            <a:ext cx="16227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Sum All Above </a:t>
            </a:r>
            <a:r>
              <a:rPr lang="en-US" sz="1000" b="1" dirty="0"/>
              <a:t>+ 636</a:t>
            </a:r>
            <a:endParaRPr lang="en-US" sz="1000" b="1" noProof="0" dirty="0"/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ED23C926-9E27-BB88-C20E-9B8F3A2D94E8}"/>
              </a:ext>
            </a:extLst>
          </p:cNvPr>
          <p:cNvSpPr txBox="1"/>
          <p:nvPr/>
        </p:nvSpPr>
        <p:spPr>
          <a:xfrm>
            <a:off x="4500492" y="5703471"/>
            <a:ext cx="233250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GIC.S1</a:t>
            </a:r>
            <a:r>
              <a:rPr lang="en-US" sz="1000" dirty="0"/>
              <a:t>=</a:t>
            </a:r>
            <a:r>
              <a:rPr lang="en-US" sz="1000" noProof="0" dirty="0">
                <a:solidFill>
                  <a:srgbClr val="A02A93"/>
                </a:solidFill>
              </a:rPr>
              <a:t>R1.S1</a:t>
            </a:r>
            <a:r>
              <a:rPr lang="en-US" sz="1000" noProof="0" dirty="0"/>
              <a:t>+</a:t>
            </a:r>
            <a:r>
              <a:rPr lang="en-US" sz="1000" dirty="0">
                <a:solidFill>
                  <a:srgbClr val="A02A93"/>
                </a:solidFill>
              </a:rPr>
              <a:t>R2.S1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A02A93"/>
                </a:solidFill>
              </a:rPr>
              <a:t>R3.S1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A02A93"/>
                </a:solidFill>
              </a:rPr>
              <a:t>R4.S1</a:t>
            </a:r>
            <a:br>
              <a:rPr lang="en-US" sz="1000" dirty="0">
                <a:solidFill>
                  <a:srgbClr val="A02A93"/>
                </a:solidFill>
              </a:rPr>
            </a:br>
            <a:r>
              <a:rPr lang="en-US" sz="1000" dirty="0"/>
              <a:t>+</a:t>
            </a:r>
            <a:r>
              <a:rPr lang="en-US" sz="1000" dirty="0">
                <a:solidFill>
                  <a:srgbClr val="A02A93"/>
                </a:solidFill>
              </a:rPr>
              <a:t>R5.S1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A02A93"/>
                </a:solidFill>
              </a:rPr>
              <a:t>R6.S1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A02A93"/>
                </a:solidFill>
              </a:rPr>
              <a:t>R7.S1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A02A93"/>
                </a:solidFill>
              </a:rPr>
              <a:t>R8.S1</a:t>
            </a:r>
            <a:r>
              <a:rPr lang="en-US" sz="1000" dirty="0"/>
              <a:t>+600+1</a:t>
            </a:r>
            <a:r>
              <a:rPr lang="en-US" sz="600" dirty="0"/>
              <a:t> Mod</a:t>
            </a:r>
          </a:p>
        </p:txBody>
      </p:sp>
      <p:sp>
        <p:nvSpPr>
          <p:cNvPr id="665" name="TextBox 664">
            <a:extLst>
              <a:ext uri="{FF2B5EF4-FFF2-40B4-BE49-F238E27FC236}">
                <a16:creationId xmlns:a16="http://schemas.microsoft.com/office/drawing/2014/main" id="{24098E5B-F8BD-0EE1-90B5-7355840EAA42}"/>
              </a:ext>
            </a:extLst>
          </p:cNvPr>
          <p:cNvSpPr txBox="1"/>
          <p:nvPr/>
        </p:nvSpPr>
        <p:spPr>
          <a:xfrm>
            <a:off x="1783069" y="5138060"/>
            <a:ext cx="1288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Sum All Above</a:t>
            </a:r>
            <a:endParaRPr lang="en-US" sz="1000" noProof="0" dirty="0"/>
          </a:p>
        </p:txBody>
      </p:sp>
      <p:sp>
        <p:nvSpPr>
          <p:cNvPr id="666" name="TextBox 665">
            <a:extLst>
              <a:ext uri="{FF2B5EF4-FFF2-40B4-BE49-F238E27FC236}">
                <a16:creationId xmlns:a16="http://schemas.microsoft.com/office/drawing/2014/main" id="{3805FF1E-D174-3563-30E4-72EA8DFAF3EB}"/>
              </a:ext>
            </a:extLst>
          </p:cNvPr>
          <p:cNvSpPr txBox="1"/>
          <p:nvPr/>
        </p:nvSpPr>
        <p:spPr>
          <a:xfrm>
            <a:off x="3415380" y="5139683"/>
            <a:ext cx="1288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Sum All Above</a:t>
            </a:r>
            <a:endParaRPr lang="en-US" sz="1000" noProof="0" dirty="0"/>
          </a:p>
        </p:txBody>
      </p:sp>
      <p:sp>
        <p:nvSpPr>
          <p:cNvPr id="667" name="TextBox 666">
            <a:extLst>
              <a:ext uri="{FF2B5EF4-FFF2-40B4-BE49-F238E27FC236}">
                <a16:creationId xmlns:a16="http://schemas.microsoft.com/office/drawing/2014/main" id="{FA3D45E8-87B4-5A6E-26F6-F965939F0E28}"/>
              </a:ext>
            </a:extLst>
          </p:cNvPr>
          <p:cNvSpPr txBox="1"/>
          <p:nvPr/>
        </p:nvSpPr>
        <p:spPr>
          <a:xfrm>
            <a:off x="4421776" y="6220299"/>
            <a:ext cx="86453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noProof="0" dirty="0"/>
              <a:t>+2 </a:t>
            </a:r>
            <a:r>
              <a:rPr lang="en-US" sz="1000" noProof="0" dirty="0"/>
              <a:t>Mod =</a:t>
            </a:r>
          </a:p>
        </p:txBody>
      </p:sp>
      <p:sp>
        <p:nvSpPr>
          <p:cNvPr id="668" name="TextBox 667">
            <a:extLst>
              <a:ext uri="{FF2B5EF4-FFF2-40B4-BE49-F238E27FC236}">
                <a16:creationId xmlns:a16="http://schemas.microsoft.com/office/drawing/2014/main" id="{9F8FD84A-6C2F-0EC5-BAF8-9CB23675AD0E}"/>
              </a:ext>
            </a:extLst>
          </p:cNvPr>
          <p:cNvSpPr txBox="1"/>
          <p:nvPr/>
        </p:nvSpPr>
        <p:spPr>
          <a:xfrm>
            <a:off x="4419360" y="7112929"/>
            <a:ext cx="86453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noProof="0" dirty="0"/>
              <a:t>+3 </a:t>
            </a:r>
            <a:r>
              <a:rPr lang="en-US" sz="1000" noProof="0" dirty="0"/>
              <a:t>Mod =</a:t>
            </a:r>
          </a:p>
        </p:txBody>
      </p:sp>
      <p:sp>
        <p:nvSpPr>
          <p:cNvPr id="669" name="TextBox 668">
            <a:extLst>
              <a:ext uri="{FF2B5EF4-FFF2-40B4-BE49-F238E27FC236}">
                <a16:creationId xmlns:a16="http://schemas.microsoft.com/office/drawing/2014/main" id="{6D3BF60C-848E-C702-A2FB-9C66749892B5}"/>
              </a:ext>
            </a:extLst>
          </p:cNvPr>
          <p:cNvSpPr txBox="1"/>
          <p:nvPr/>
        </p:nvSpPr>
        <p:spPr>
          <a:xfrm>
            <a:off x="4416890" y="7977738"/>
            <a:ext cx="86453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noProof="0" dirty="0"/>
              <a:t>+4 </a:t>
            </a:r>
            <a:r>
              <a:rPr lang="en-US" sz="1000" noProof="0" dirty="0"/>
              <a:t>Mod =</a:t>
            </a:r>
          </a:p>
        </p:txBody>
      </p:sp>
      <p:sp>
        <p:nvSpPr>
          <p:cNvPr id="670" name="TextBox 669">
            <a:extLst>
              <a:ext uri="{FF2B5EF4-FFF2-40B4-BE49-F238E27FC236}">
                <a16:creationId xmlns:a16="http://schemas.microsoft.com/office/drawing/2014/main" id="{7214127B-7614-097D-ECB0-1C6BC0CC235F}"/>
              </a:ext>
            </a:extLst>
          </p:cNvPr>
          <p:cNvSpPr txBox="1"/>
          <p:nvPr/>
        </p:nvSpPr>
        <p:spPr>
          <a:xfrm>
            <a:off x="4419312" y="8865531"/>
            <a:ext cx="86453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noProof="0" dirty="0"/>
              <a:t>+5 </a:t>
            </a:r>
            <a:r>
              <a:rPr lang="en-US" sz="1000" noProof="0" dirty="0"/>
              <a:t>Mod =</a:t>
            </a:r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F1253599-F76D-9052-EC5F-8BA1E0013864}"/>
              </a:ext>
            </a:extLst>
          </p:cNvPr>
          <p:cNvSpPr/>
          <p:nvPr/>
        </p:nvSpPr>
        <p:spPr>
          <a:xfrm>
            <a:off x="6108742" y="5579396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2" name="Rectangle 671">
            <a:extLst>
              <a:ext uri="{FF2B5EF4-FFF2-40B4-BE49-F238E27FC236}">
                <a16:creationId xmlns:a16="http://schemas.microsoft.com/office/drawing/2014/main" id="{DBA1A99B-96A2-383B-5A7C-B4BF0B9A16E8}"/>
              </a:ext>
            </a:extLst>
          </p:cNvPr>
          <p:cNvSpPr/>
          <p:nvPr/>
        </p:nvSpPr>
        <p:spPr>
          <a:xfrm>
            <a:off x="6108742" y="5346903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85" name="Picture 684" descr="A logo of a griffin&#10;&#10;AI-generated content may be incorrect.">
            <a:extLst>
              <a:ext uri="{FF2B5EF4-FFF2-40B4-BE49-F238E27FC236}">
                <a16:creationId xmlns:a16="http://schemas.microsoft.com/office/drawing/2014/main" id="{DDBC17E8-B859-67CF-D4CF-13232A41B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481" y="141553"/>
            <a:ext cx="544198" cy="544198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58EDD3-62B3-41D1-337C-F11F41334F67}"/>
              </a:ext>
            </a:extLst>
          </p:cNvPr>
          <p:cNvSpPr txBox="1"/>
          <p:nvPr/>
        </p:nvSpPr>
        <p:spPr>
          <a:xfrm>
            <a:off x="5209482" y="778664"/>
            <a:ext cx="96779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From Page 2</a:t>
            </a:r>
            <a:endParaRPr lang="en-US" sz="10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2EA07C4-DF06-E69C-8FC8-920AE4DC17CF}"/>
              </a:ext>
            </a:extLst>
          </p:cNvPr>
          <p:cNvCxnSpPr>
            <a:cxnSpLocks/>
          </p:cNvCxnSpPr>
          <p:nvPr/>
        </p:nvCxnSpPr>
        <p:spPr>
          <a:xfrm flipH="1" flipV="1">
            <a:off x="4654301" y="906682"/>
            <a:ext cx="603823" cy="876"/>
          </a:xfrm>
          <a:prstGeom prst="straightConnector1">
            <a:avLst/>
          </a:prstGeom>
          <a:ln>
            <a:solidFill>
              <a:srgbClr val="A02A93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AD0C78A-E490-05AE-B0E6-4C2336004E94}"/>
              </a:ext>
            </a:extLst>
          </p:cNvPr>
          <p:cNvSpPr txBox="1"/>
          <p:nvPr/>
        </p:nvSpPr>
        <p:spPr>
          <a:xfrm>
            <a:off x="5215845" y="1337050"/>
            <a:ext cx="96779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From Page 3</a:t>
            </a:r>
            <a:endParaRPr lang="en-US" sz="10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E451CEC-2723-DC37-5511-C023A036CCED}"/>
              </a:ext>
            </a:extLst>
          </p:cNvPr>
          <p:cNvCxnSpPr>
            <a:cxnSpLocks/>
          </p:cNvCxnSpPr>
          <p:nvPr/>
        </p:nvCxnSpPr>
        <p:spPr>
          <a:xfrm flipH="1" flipV="1">
            <a:off x="4660664" y="1465068"/>
            <a:ext cx="603823" cy="876"/>
          </a:xfrm>
          <a:prstGeom prst="straightConnector1">
            <a:avLst/>
          </a:prstGeom>
          <a:ln>
            <a:solidFill>
              <a:srgbClr val="A02A93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9CAE842-F0A0-1B43-5EAD-38BAF745247F}"/>
              </a:ext>
            </a:extLst>
          </p:cNvPr>
          <p:cNvSpPr txBox="1"/>
          <p:nvPr/>
        </p:nvSpPr>
        <p:spPr>
          <a:xfrm>
            <a:off x="5241339" y="1913050"/>
            <a:ext cx="96779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From Page 4</a:t>
            </a:r>
            <a:endParaRPr lang="en-US" sz="10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42CD77D-5F64-1FC3-406C-00859E3FFA93}"/>
              </a:ext>
            </a:extLst>
          </p:cNvPr>
          <p:cNvCxnSpPr>
            <a:cxnSpLocks/>
          </p:cNvCxnSpPr>
          <p:nvPr/>
        </p:nvCxnSpPr>
        <p:spPr>
          <a:xfrm flipH="1" flipV="1">
            <a:off x="4686158" y="2041068"/>
            <a:ext cx="603823" cy="876"/>
          </a:xfrm>
          <a:prstGeom prst="straightConnector1">
            <a:avLst/>
          </a:prstGeom>
          <a:ln>
            <a:solidFill>
              <a:srgbClr val="A02A93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55D67C8-FB12-1465-1E70-E8F3783E5980}"/>
              </a:ext>
            </a:extLst>
          </p:cNvPr>
          <p:cNvSpPr txBox="1"/>
          <p:nvPr/>
        </p:nvSpPr>
        <p:spPr>
          <a:xfrm>
            <a:off x="5216323" y="2486871"/>
            <a:ext cx="96779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From Page 5</a:t>
            </a:r>
            <a:endParaRPr lang="en-US" sz="10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AA17346-0BE8-E60D-8B10-7AD89CB4BEF3}"/>
              </a:ext>
            </a:extLst>
          </p:cNvPr>
          <p:cNvCxnSpPr>
            <a:cxnSpLocks/>
          </p:cNvCxnSpPr>
          <p:nvPr/>
        </p:nvCxnSpPr>
        <p:spPr>
          <a:xfrm flipH="1" flipV="1">
            <a:off x="4661142" y="2614889"/>
            <a:ext cx="603823" cy="876"/>
          </a:xfrm>
          <a:prstGeom prst="straightConnector1">
            <a:avLst/>
          </a:prstGeom>
          <a:ln>
            <a:solidFill>
              <a:srgbClr val="A02A93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CDD8786-868C-DF9E-1911-A4328AE7FF46}"/>
              </a:ext>
            </a:extLst>
          </p:cNvPr>
          <p:cNvSpPr txBox="1"/>
          <p:nvPr/>
        </p:nvSpPr>
        <p:spPr>
          <a:xfrm>
            <a:off x="5244389" y="3052046"/>
            <a:ext cx="96779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From Page 6</a:t>
            </a:r>
            <a:endParaRPr lang="en-US" sz="10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A8D635B-3CAC-FDC4-F27C-CD3902865A67}"/>
              </a:ext>
            </a:extLst>
          </p:cNvPr>
          <p:cNvCxnSpPr>
            <a:cxnSpLocks/>
          </p:cNvCxnSpPr>
          <p:nvPr/>
        </p:nvCxnSpPr>
        <p:spPr>
          <a:xfrm flipH="1" flipV="1">
            <a:off x="4689208" y="3180064"/>
            <a:ext cx="603823" cy="876"/>
          </a:xfrm>
          <a:prstGeom prst="straightConnector1">
            <a:avLst/>
          </a:prstGeom>
          <a:ln>
            <a:solidFill>
              <a:srgbClr val="A02A93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0FC09C9-B7F6-7431-3CE9-7C5DF51B4E6A}"/>
              </a:ext>
            </a:extLst>
          </p:cNvPr>
          <p:cNvSpPr txBox="1"/>
          <p:nvPr/>
        </p:nvSpPr>
        <p:spPr>
          <a:xfrm>
            <a:off x="5249497" y="3611512"/>
            <a:ext cx="96779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From Page 7</a:t>
            </a:r>
            <a:endParaRPr lang="en-US" sz="10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8C0B2CF-5413-0094-095E-505F43EC0169}"/>
              </a:ext>
            </a:extLst>
          </p:cNvPr>
          <p:cNvCxnSpPr>
            <a:cxnSpLocks/>
          </p:cNvCxnSpPr>
          <p:nvPr/>
        </p:nvCxnSpPr>
        <p:spPr>
          <a:xfrm flipH="1" flipV="1">
            <a:off x="4694316" y="3739530"/>
            <a:ext cx="603823" cy="876"/>
          </a:xfrm>
          <a:prstGeom prst="straightConnector1">
            <a:avLst/>
          </a:prstGeom>
          <a:ln>
            <a:solidFill>
              <a:srgbClr val="A02A93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19ADAA9-DB8F-5C83-5088-6AF61F543499}"/>
              </a:ext>
            </a:extLst>
          </p:cNvPr>
          <p:cNvSpPr txBox="1"/>
          <p:nvPr/>
        </p:nvSpPr>
        <p:spPr>
          <a:xfrm>
            <a:off x="5249498" y="4204238"/>
            <a:ext cx="96779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From Page 8</a:t>
            </a:r>
            <a:endParaRPr lang="en-US" sz="100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FC7F86E-C2FF-A4D1-D46F-E0F66325139E}"/>
              </a:ext>
            </a:extLst>
          </p:cNvPr>
          <p:cNvCxnSpPr>
            <a:cxnSpLocks/>
          </p:cNvCxnSpPr>
          <p:nvPr/>
        </p:nvCxnSpPr>
        <p:spPr>
          <a:xfrm flipH="1" flipV="1">
            <a:off x="4694317" y="4332256"/>
            <a:ext cx="603823" cy="876"/>
          </a:xfrm>
          <a:prstGeom prst="straightConnector1">
            <a:avLst/>
          </a:prstGeom>
          <a:ln>
            <a:solidFill>
              <a:srgbClr val="A02A93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3A20842-3330-B1B3-0981-B2219D942CAB}"/>
              </a:ext>
            </a:extLst>
          </p:cNvPr>
          <p:cNvSpPr txBox="1"/>
          <p:nvPr/>
        </p:nvSpPr>
        <p:spPr>
          <a:xfrm>
            <a:off x="5249497" y="4790298"/>
            <a:ext cx="96779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From Page 9</a:t>
            </a:r>
            <a:endParaRPr lang="en-US" sz="10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27BC21B-FEAB-7E21-0B02-D0A7EC4C8BDC}"/>
              </a:ext>
            </a:extLst>
          </p:cNvPr>
          <p:cNvCxnSpPr>
            <a:cxnSpLocks/>
          </p:cNvCxnSpPr>
          <p:nvPr/>
        </p:nvCxnSpPr>
        <p:spPr>
          <a:xfrm flipH="1" flipV="1">
            <a:off x="4694316" y="4918316"/>
            <a:ext cx="603823" cy="876"/>
          </a:xfrm>
          <a:prstGeom prst="straightConnector1">
            <a:avLst/>
          </a:prstGeom>
          <a:ln>
            <a:solidFill>
              <a:srgbClr val="A02A93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1963F98-3B82-8216-1E81-B65F8C5C18DA}"/>
              </a:ext>
            </a:extLst>
          </p:cNvPr>
          <p:cNvSpPr txBox="1"/>
          <p:nvPr/>
        </p:nvSpPr>
        <p:spPr>
          <a:xfrm>
            <a:off x="251727" y="339889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</a:t>
            </a:r>
            <a:r>
              <a:rPr lang="en-US" sz="800" b="1" dirty="0"/>
              <a:t>Mod</a:t>
            </a:r>
            <a:r>
              <a:rPr lang="en-US" sz="800" dirty="0"/>
              <a:t>, divide by 2053, subtract the number before the dot, multiply the result by 2053. Roud the result.</a:t>
            </a:r>
            <a:endParaRPr lang="en-US" sz="6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8AB611-1BD4-386D-ABED-CC4D6BF4F06D}"/>
              </a:ext>
            </a:extLst>
          </p:cNvPr>
          <p:cNvSpPr txBox="1"/>
          <p:nvPr/>
        </p:nvSpPr>
        <p:spPr>
          <a:xfrm>
            <a:off x="4500091" y="6582226"/>
            <a:ext cx="233250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GIC.S2</a:t>
            </a:r>
            <a:r>
              <a:rPr lang="en-US" sz="1000" dirty="0"/>
              <a:t>=</a:t>
            </a:r>
            <a:r>
              <a:rPr lang="en-US" sz="1000" noProof="0" dirty="0">
                <a:solidFill>
                  <a:srgbClr val="A02A93"/>
                </a:solidFill>
              </a:rPr>
              <a:t>R1.S2</a:t>
            </a:r>
            <a:r>
              <a:rPr lang="en-US" sz="1000" noProof="0" dirty="0"/>
              <a:t>+</a:t>
            </a:r>
            <a:r>
              <a:rPr lang="en-US" sz="1000" dirty="0">
                <a:solidFill>
                  <a:srgbClr val="A02A93"/>
                </a:solidFill>
              </a:rPr>
              <a:t>R2.S2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A02A93"/>
                </a:solidFill>
              </a:rPr>
              <a:t>R3.S2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A02A93"/>
                </a:solidFill>
              </a:rPr>
              <a:t>R4.S2</a:t>
            </a:r>
            <a:br>
              <a:rPr lang="en-US" sz="1000" dirty="0">
                <a:solidFill>
                  <a:srgbClr val="A02A93"/>
                </a:solidFill>
              </a:rPr>
            </a:br>
            <a:r>
              <a:rPr lang="en-US" sz="1000" dirty="0"/>
              <a:t>+</a:t>
            </a:r>
            <a:r>
              <a:rPr lang="en-US" sz="1000" dirty="0">
                <a:solidFill>
                  <a:srgbClr val="A02A93"/>
                </a:solidFill>
              </a:rPr>
              <a:t>R5.S2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A02A93"/>
                </a:solidFill>
              </a:rPr>
              <a:t>R6.S2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A02A93"/>
                </a:solidFill>
              </a:rPr>
              <a:t>R7.S2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A02A93"/>
                </a:solidFill>
              </a:rPr>
              <a:t>R8.S2</a:t>
            </a:r>
            <a:r>
              <a:rPr lang="en-US" sz="1000" dirty="0"/>
              <a:t>+600+2</a:t>
            </a:r>
            <a:r>
              <a:rPr lang="en-US" sz="600" dirty="0"/>
              <a:t> Mod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BF5166-C98E-1A81-6A96-A64E5771329D}"/>
              </a:ext>
            </a:extLst>
          </p:cNvPr>
          <p:cNvSpPr/>
          <p:nvPr/>
        </p:nvSpPr>
        <p:spPr>
          <a:xfrm>
            <a:off x="6108341" y="6458151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C4EDEC0-3336-EA36-FE6C-5E85DF81E447}"/>
              </a:ext>
            </a:extLst>
          </p:cNvPr>
          <p:cNvSpPr/>
          <p:nvPr/>
        </p:nvSpPr>
        <p:spPr>
          <a:xfrm>
            <a:off x="6108341" y="6225658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A44D87-BB73-33C2-B9A3-EC9B5AC013B4}"/>
              </a:ext>
            </a:extLst>
          </p:cNvPr>
          <p:cNvSpPr txBox="1"/>
          <p:nvPr/>
        </p:nvSpPr>
        <p:spPr>
          <a:xfrm>
            <a:off x="4500091" y="7475801"/>
            <a:ext cx="233250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GIC.S3</a:t>
            </a:r>
            <a:r>
              <a:rPr lang="en-US" sz="1000" dirty="0"/>
              <a:t>=</a:t>
            </a:r>
            <a:r>
              <a:rPr lang="en-US" sz="1000" noProof="0" dirty="0">
                <a:solidFill>
                  <a:srgbClr val="A02A93"/>
                </a:solidFill>
              </a:rPr>
              <a:t>R1.S3</a:t>
            </a:r>
            <a:r>
              <a:rPr lang="en-US" sz="1000" noProof="0" dirty="0"/>
              <a:t>+</a:t>
            </a:r>
            <a:r>
              <a:rPr lang="en-US" sz="1000" dirty="0">
                <a:solidFill>
                  <a:srgbClr val="A02A93"/>
                </a:solidFill>
              </a:rPr>
              <a:t>R2.S3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A02A93"/>
                </a:solidFill>
              </a:rPr>
              <a:t>R3.S3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A02A93"/>
                </a:solidFill>
              </a:rPr>
              <a:t>R4.S3</a:t>
            </a:r>
            <a:br>
              <a:rPr lang="en-US" sz="1000" dirty="0">
                <a:solidFill>
                  <a:srgbClr val="A02A93"/>
                </a:solidFill>
              </a:rPr>
            </a:br>
            <a:r>
              <a:rPr lang="en-US" sz="1000" dirty="0"/>
              <a:t>+</a:t>
            </a:r>
            <a:r>
              <a:rPr lang="en-US" sz="1000" dirty="0">
                <a:solidFill>
                  <a:srgbClr val="A02A93"/>
                </a:solidFill>
              </a:rPr>
              <a:t>R5.S3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A02A93"/>
                </a:solidFill>
              </a:rPr>
              <a:t>R6.S3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A02A93"/>
                </a:solidFill>
              </a:rPr>
              <a:t>R7.S3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A02A93"/>
                </a:solidFill>
              </a:rPr>
              <a:t>R8.S3</a:t>
            </a:r>
            <a:r>
              <a:rPr lang="en-US" sz="1000" dirty="0"/>
              <a:t>+600+3</a:t>
            </a:r>
            <a:r>
              <a:rPr lang="en-US" sz="600" dirty="0"/>
              <a:t> Mod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70A96D1-1316-8214-B0E4-F43C4B58739C}"/>
              </a:ext>
            </a:extLst>
          </p:cNvPr>
          <p:cNvSpPr/>
          <p:nvPr/>
        </p:nvSpPr>
        <p:spPr>
          <a:xfrm>
            <a:off x="6108341" y="7351726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E9C2703-42C9-E2D9-B213-1647B7DD43C5}"/>
              </a:ext>
            </a:extLst>
          </p:cNvPr>
          <p:cNvSpPr/>
          <p:nvPr/>
        </p:nvSpPr>
        <p:spPr>
          <a:xfrm>
            <a:off x="6108341" y="7119233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8290BE-40A8-2FB4-9429-432FBC4EFC68}"/>
              </a:ext>
            </a:extLst>
          </p:cNvPr>
          <p:cNvSpPr txBox="1"/>
          <p:nvPr/>
        </p:nvSpPr>
        <p:spPr>
          <a:xfrm>
            <a:off x="4500091" y="8340270"/>
            <a:ext cx="233250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GIC.S4</a:t>
            </a:r>
            <a:r>
              <a:rPr lang="en-US" sz="1000" dirty="0"/>
              <a:t>=</a:t>
            </a:r>
            <a:r>
              <a:rPr lang="en-US" sz="1000" noProof="0" dirty="0">
                <a:solidFill>
                  <a:srgbClr val="A02A93"/>
                </a:solidFill>
              </a:rPr>
              <a:t>R1.S4</a:t>
            </a:r>
            <a:r>
              <a:rPr lang="en-US" sz="1000" noProof="0" dirty="0"/>
              <a:t>+</a:t>
            </a:r>
            <a:r>
              <a:rPr lang="en-US" sz="1000" dirty="0">
                <a:solidFill>
                  <a:srgbClr val="A02A93"/>
                </a:solidFill>
              </a:rPr>
              <a:t>R2.S4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A02A93"/>
                </a:solidFill>
              </a:rPr>
              <a:t>R3.S4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A02A93"/>
                </a:solidFill>
              </a:rPr>
              <a:t>R4.S4</a:t>
            </a:r>
            <a:br>
              <a:rPr lang="en-US" sz="1000" dirty="0">
                <a:solidFill>
                  <a:srgbClr val="A02A93"/>
                </a:solidFill>
              </a:rPr>
            </a:br>
            <a:r>
              <a:rPr lang="en-US" sz="1000" dirty="0"/>
              <a:t>+</a:t>
            </a:r>
            <a:r>
              <a:rPr lang="en-US" sz="1000" dirty="0">
                <a:solidFill>
                  <a:srgbClr val="A02A93"/>
                </a:solidFill>
              </a:rPr>
              <a:t>R5.S4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A02A93"/>
                </a:solidFill>
              </a:rPr>
              <a:t>R6.S4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A02A93"/>
                </a:solidFill>
              </a:rPr>
              <a:t>R7.S4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A02A93"/>
                </a:solidFill>
              </a:rPr>
              <a:t>R8.S4</a:t>
            </a:r>
            <a:r>
              <a:rPr lang="en-US" sz="1000" dirty="0"/>
              <a:t>+600+4</a:t>
            </a:r>
            <a:r>
              <a:rPr lang="en-US" sz="600" dirty="0"/>
              <a:t> Mod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AF6742A-7F00-FFDA-AF82-9005DACB8A9B}"/>
              </a:ext>
            </a:extLst>
          </p:cNvPr>
          <p:cNvSpPr/>
          <p:nvPr/>
        </p:nvSpPr>
        <p:spPr>
          <a:xfrm>
            <a:off x="6108341" y="8216195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C97CFF9-84B4-9C1A-175B-93C5D21CAFD9}"/>
              </a:ext>
            </a:extLst>
          </p:cNvPr>
          <p:cNvSpPr/>
          <p:nvPr/>
        </p:nvSpPr>
        <p:spPr>
          <a:xfrm>
            <a:off x="6108341" y="7983702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0E48DF-857F-BF77-84E0-B1BD488E4C0A}"/>
              </a:ext>
            </a:extLst>
          </p:cNvPr>
          <p:cNvSpPr txBox="1"/>
          <p:nvPr/>
        </p:nvSpPr>
        <p:spPr>
          <a:xfrm>
            <a:off x="4507228" y="9230657"/>
            <a:ext cx="233250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GIC.S5</a:t>
            </a:r>
            <a:r>
              <a:rPr lang="en-US" sz="1000" dirty="0"/>
              <a:t>=</a:t>
            </a:r>
            <a:r>
              <a:rPr lang="en-US" sz="1000" noProof="0" dirty="0">
                <a:solidFill>
                  <a:srgbClr val="A02A93"/>
                </a:solidFill>
              </a:rPr>
              <a:t>R1.S5</a:t>
            </a:r>
            <a:r>
              <a:rPr lang="en-US" sz="1000" noProof="0" dirty="0"/>
              <a:t>+</a:t>
            </a:r>
            <a:r>
              <a:rPr lang="en-US" sz="1000" dirty="0">
                <a:solidFill>
                  <a:srgbClr val="A02A93"/>
                </a:solidFill>
              </a:rPr>
              <a:t>R2.S5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A02A93"/>
                </a:solidFill>
              </a:rPr>
              <a:t>R3.S5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A02A93"/>
                </a:solidFill>
              </a:rPr>
              <a:t>R4.S5</a:t>
            </a:r>
            <a:br>
              <a:rPr lang="en-US" sz="1000" dirty="0">
                <a:solidFill>
                  <a:srgbClr val="A02A93"/>
                </a:solidFill>
              </a:rPr>
            </a:br>
            <a:r>
              <a:rPr lang="en-US" sz="1000" dirty="0"/>
              <a:t>+</a:t>
            </a:r>
            <a:r>
              <a:rPr lang="en-US" sz="1000" dirty="0">
                <a:solidFill>
                  <a:srgbClr val="A02A93"/>
                </a:solidFill>
              </a:rPr>
              <a:t>R5.S5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A02A93"/>
                </a:solidFill>
              </a:rPr>
              <a:t>R6.S5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A02A93"/>
                </a:solidFill>
              </a:rPr>
              <a:t>R7.S5</a:t>
            </a:r>
            <a:r>
              <a:rPr lang="en-US" sz="1000" dirty="0"/>
              <a:t>+</a:t>
            </a:r>
            <a:r>
              <a:rPr lang="en-US" sz="1000" dirty="0">
                <a:solidFill>
                  <a:srgbClr val="A02A93"/>
                </a:solidFill>
              </a:rPr>
              <a:t>R8.S5</a:t>
            </a:r>
            <a:r>
              <a:rPr lang="en-US" sz="1000" dirty="0"/>
              <a:t>+600+5</a:t>
            </a:r>
            <a:r>
              <a:rPr lang="en-US" sz="600" dirty="0"/>
              <a:t> Mod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6155DEE-B075-2D9E-0C7E-FE81AC0C016F}"/>
              </a:ext>
            </a:extLst>
          </p:cNvPr>
          <p:cNvSpPr/>
          <p:nvPr/>
        </p:nvSpPr>
        <p:spPr>
          <a:xfrm>
            <a:off x="6115478" y="9106582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7E5F7F9-53B6-A56E-5AB3-AAA9DECE979A}"/>
              </a:ext>
            </a:extLst>
          </p:cNvPr>
          <p:cNvSpPr/>
          <p:nvPr/>
        </p:nvSpPr>
        <p:spPr>
          <a:xfrm>
            <a:off x="6115478" y="8874089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0E169B5-8976-7468-4BFD-5A6B226BCC97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</p:spTree>
    <p:extLst>
      <p:ext uri="{BB962C8B-B14F-4D97-AF65-F5344CB8AC3E}">
        <p14:creationId xmlns:p14="http://schemas.microsoft.com/office/powerpoint/2010/main" val="2646204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13027</TotalTime>
  <Words>5510</Words>
  <Application>Microsoft Macintosh PowerPoint</Application>
  <PresentationFormat>A4 Paper (210x297 mm)</PresentationFormat>
  <Paragraphs>1660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Renato Schiavinato Lopez</dc:creator>
  <cp:lastModifiedBy>Renato Schiavinato Lopez</cp:lastModifiedBy>
  <cp:revision>54</cp:revision>
  <cp:lastPrinted>2026-10-02T02:20:07Z</cp:lastPrinted>
  <dcterms:created xsi:type="dcterms:W3CDTF">2025-12-07T22:50:14Z</dcterms:created>
  <dcterms:modified xsi:type="dcterms:W3CDTF">2026-10-12T03:34:33Z</dcterms:modified>
</cp:coreProperties>
</file>