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0"/>
  </p:notesMasterIdLst>
  <p:sldIdLst>
    <p:sldId id="269" r:id="rId2"/>
    <p:sldId id="268" r:id="rId3"/>
    <p:sldId id="267" r:id="rId4"/>
    <p:sldId id="266" r:id="rId5"/>
    <p:sldId id="265" r:id="rId6"/>
    <p:sldId id="264" r:id="rId7"/>
    <p:sldId id="263" r:id="rId8"/>
    <p:sldId id="262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A93"/>
    <a:srgbClr val="D9D9D9"/>
    <a:srgbClr val="FBFBFB"/>
    <a:srgbClr val="4EA72E"/>
    <a:srgbClr val="0F9ED5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08"/>
    <p:restoredTop sz="95314"/>
  </p:normalViewPr>
  <p:slideViewPr>
    <p:cSldViewPr snapToGrid="0">
      <p:cViewPr>
        <p:scale>
          <a:sx n="220" d="100"/>
          <a:sy n="220" d="100"/>
        </p:scale>
        <p:origin x="4176" y="-4976"/>
      </p:cViewPr>
      <p:guideLst>
        <p:guide orient="horz" pos="3120"/>
        <p:guide pos="216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01/10/26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24008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67584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73915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50223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212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92008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99813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5582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10/1/26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10/1/26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10/1/26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24 words – Page 02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97168-FC44-11D5-84F5-7AD438D1C165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8F3721-2F76-1A62-D195-31005ACC51CB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785C55-B238-B5F3-3C08-226C993769E8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W2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F48A3F-C5E7-C8D4-85DD-09F04968DAE4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+ 1 Mod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145B3C-98F3-9BAF-A4E0-84ECC0E4E332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195326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W4.A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W4.B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W4.C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W5.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</a:t>
            </a:r>
            <a:r>
              <a:rPr lang="en-US" sz="1000" noProof="0" dirty="0">
                <a:solidFill>
                  <a:srgbClr val="A02A93"/>
                </a:solidFill>
              </a:rPr>
              <a:t>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24 words – Page 03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1F0C7-8251-8808-A3F1-4AC274B6A641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4F79B-AC1E-C1C8-E15A-BC2556C013A9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1F3CD1-75C9-2FB9-3598-B1F1E8A8717E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2E0804-5A9D-2565-EF4B-3B0ADB027F4D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R2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W4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W5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W6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3BAE8A-E0E4-A243-CA3B-50840BE95678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+ 2 Mod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1A0B3-322C-9EDE-BD18-847CCD15935D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78979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W7.A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W7.B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W7.C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W8.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</a:t>
            </a:r>
            <a:r>
              <a:rPr lang="en-US" sz="1000" noProof="0" dirty="0">
                <a:solidFill>
                  <a:srgbClr val="A02A93"/>
                </a:solidFill>
              </a:rPr>
              <a:t>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24 words – Page 04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77D29-3099-ABF8-0C52-B3303DF7CAEC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D21E87-4F87-7257-E882-89C11AC63493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FF9C0-95CA-668D-A99A-1953DC291FE6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A62DD-BCAF-AFCE-B9CD-C3E2F73AB9B9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R3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W7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W8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W9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99F1B4-1D2E-9F13-2F37-8B6C1B0930D6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+ 3 Mod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9992DC-8CD1-8DD4-7B02-D23FE8FDCC1B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169878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W10.A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W10.B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W10.C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W11.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</a:t>
            </a:r>
            <a:r>
              <a:rPr lang="en-US" sz="1000" noProof="0" dirty="0">
                <a:solidFill>
                  <a:srgbClr val="A02A93"/>
                </a:solidFill>
              </a:rPr>
              <a:t>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24 words – Page 05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72CEF-487A-7898-E497-206DE79A2EC0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89FED0-9575-E20A-9DDE-9F2EF3A6ED4C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FD1EB-CE39-86B8-6871-7AD7CD70CAD0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7963C-89C1-2F4B-4D71-BD41AEFBCE69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   R4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W10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W11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W12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583E6D-8C68-0863-F76A-A799FE99E2EB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+ 4 Mod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01BA4-B585-245E-DFEB-0B161A5B1582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749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W14.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</a:t>
            </a:r>
            <a:r>
              <a:rPr lang="en-US" sz="1000" noProof="0" dirty="0">
                <a:solidFill>
                  <a:srgbClr val="A02A93"/>
                </a:solidFill>
              </a:rPr>
              <a:t>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24 words – Page 06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66ACF-0D2A-4B47-C2FA-E9B6C6783963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329BE-845C-7A3B-0ACD-BF75381B503D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4D9B6D-86C2-ED71-E6ED-C6227755FB00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40BF3-EC8C-924C-AD5E-52E16AAB09BC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   R5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W13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W14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W15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5407E-B503-FAA5-5135-BB54272E691E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+ 5 Mod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43FFA4-14FF-38B4-F0B4-0B743468FBAB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48705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W16.A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W16.B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W16.C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W17.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</a:t>
            </a:r>
            <a:r>
              <a:rPr lang="en-US" sz="1000" noProof="0" dirty="0">
                <a:solidFill>
                  <a:srgbClr val="A02A93"/>
                </a:solidFill>
              </a:rPr>
              <a:t>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24 words – Page 07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67BD8-C418-B4A9-5A67-EF23F1455C95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10446-8FFF-BB74-21C6-86E09E1CF625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6BC6E-B777-96D5-6425-FEE05F1AFF82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82D18-0F92-4093-5A8D-6CC285F66253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   R6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W16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W17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W18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01B3C-E524-FCB9-CF09-8E814F8FE6AC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+ 6 Mod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6A2AA2-2BA3-E511-B615-51C4CCC50980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100236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W19.A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W19.B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W19.C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W20.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</a:t>
            </a:r>
            <a:r>
              <a:rPr lang="en-US" sz="1000" noProof="0" dirty="0">
                <a:solidFill>
                  <a:srgbClr val="A02A93"/>
                </a:solidFill>
              </a:rPr>
              <a:t>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24 words – Page 08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BAEB2-8A62-D95B-2FD6-2AC660A54EB3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FDBCBA-7ACE-F9FE-4A40-6E4DF92A8835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D07C12-5F6B-912B-1858-CAA50DA29D3F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C2601-5743-731C-0932-8BE5B054DFA8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   R7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W19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W20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W21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87CEDE-0030-237D-E79E-610BC522457F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+ 7 Mod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1BC1F-1D8B-EEAB-06C6-462572DA6A54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2149860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W22.A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W22.B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W22.C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W23.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8D7DADB6-2983-AF02-6FAC-4DCB1194FF03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D2A20FD-D417-0429-7AA6-997EE3A371D0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</a:t>
            </a:r>
            <a:r>
              <a:rPr lang="en-US" sz="1000" noProof="0" dirty="0">
                <a:solidFill>
                  <a:srgbClr val="A02A93"/>
                </a:solidFill>
              </a:rPr>
              <a:t>8.A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R8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R8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7677DD-5FA5-2034-89F8-E24A63424012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   R8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W22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W23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W24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3BEB6-D570-E77A-2C94-D753C8E66B00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+ 8 Mod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24 words – Page 09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696465-1D4C-DE97-7219-7D56B3B91C5D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81538-7BF6-D9B6-1632-DC57F57404C7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386476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19620</TotalTime>
  <Words>1661</Words>
  <Application>Microsoft Macintosh PowerPoint</Application>
  <PresentationFormat>A4 Paper (210x297 mm)</PresentationFormat>
  <Paragraphs>512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53</cp:revision>
  <cp:lastPrinted>2026-09-10T18:42:51Z</cp:lastPrinted>
  <dcterms:created xsi:type="dcterms:W3CDTF">2025-12-07T22:50:14Z</dcterms:created>
  <dcterms:modified xsi:type="dcterms:W3CDTF">2026-10-02T20:28:18Z</dcterms:modified>
</cp:coreProperties>
</file>