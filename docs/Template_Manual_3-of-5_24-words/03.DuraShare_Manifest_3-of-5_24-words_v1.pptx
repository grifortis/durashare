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5"/>
  </p:notesMasterIdLst>
  <p:sldIdLst>
    <p:sldId id="266" r:id="rId2"/>
    <p:sldId id="267" r:id="rId3"/>
    <p:sldId id="268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72E"/>
    <a:srgbClr val="0F9ED5"/>
    <a:srgbClr val="E97132"/>
    <a:srgbClr val="A02A93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35"/>
    <p:restoredTop sz="95307"/>
  </p:normalViewPr>
  <p:slideViewPr>
    <p:cSldViewPr snapToGrid="0">
      <p:cViewPr>
        <p:scale>
          <a:sx n="220" d="100"/>
          <a:sy n="220" d="100"/>
        </p:scale>
        <p:origin x="3152" y="144"/>
      </p:cViewPr>
      <p:guideLst>
        <p:guide orient="horz" pos="3120"/>
        <p:guide pos="216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A1A1E-9FB4-C942-83F2-2E882B02486B}" type="datetimeFigureOut">
              <a:rPr lang="en-BR" smtClean="0"/>
              <a:t>05/10/26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819C9-7153-B14B-B279-2EA491EAB30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5940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13455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23312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120403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24E4-3450-1046-AE64-B43B46F2996A}" type="datetime1">
              <a:rPr lang="en-US" smtClean="0"/>
              <a:t>10/5/26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7432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4AA9B-F3A6-4F48-BD85-6A6B912EC266}" type="datetime1">
              <a:rPr lang="en-US" smtClean="0"/>
              <a:t>10/5/26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5965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4EE2-7F41-7042-B8C8-244FFACED51B}" type="datetime1">
              <a:rPr lang="en-US" smtClean="0"/>
              <a:t>10/5/26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207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AD08F-87E3-6540-8174-C4C0400AEFD8}" type="datetime1">
              <a:rPr lang="en-US" smtClean="0"/>
              <a:t>10/5/26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6798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540E6-6DFF-B44E-87E6-2292B84E18B6}" type="datetime1">
              <a:rPr lang="en-US" smtClean="0"/>
              <a:t>10/5/26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639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9C164-A73D-0746-BC60-0B7DB9F0D311}" type="datetime1">
              <a:rPr lang="en-US" smtClean="0"/>
              <a:t>10/5/26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8289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341A-C547-5442-B12A-0B5A50B11DC1}" type="datetime1">
              <a:rPr lang="en-US" smtClean="0"/>
              <a:t>10/5/26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1577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2694-40D9-E741-A72D-E99892AFD2F2}" type="datetime1">
              <a:rPr lang="en-US" smtClean="0"/>
              <a:t>10/5/26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76749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B594-C7C0-3742-B41F-E1BF6F153843}" type="datetime1">
              <a:rPr lang="en-US" smtClean="0"/>
              <a:t>10/5/26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9749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24CC-A669-5F43-9B46-C7099D091F19}" type="datetime1">
              <a:rPr lang="en-US" smtClean="0"/>
              <a:t>10/5/26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8468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C900-83D4-C64B-86FB-0326E0E513F9}" type="datetime1">
              <a:rPr lang="en-US" smtClean="0"/>
              <a:t>10/5/26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5330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6F12-8C20-404E-A113-F20F2E247EA2}" type="datetime1">
              <a:rPr lang="en-US" smtClean="0"/>
              <a:t>10/5/26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089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141553"/>
            <a:ext cx="544198" cy="544198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AF5064-C36B-9B3E-A23F-2816D75C152F}"/>
              </a:ext>
            </a:extLst>
          </p:cNvPr>
          <p:cNvSpPr txBox="1"/>
          <p:nvPr/>
        </p:nvSpPr>
        <p:spPr>
          <a:xfrm>
            <a:off x="187340" y="8844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SECRET!</a:t>
            </a:r>
            <a:r>
              <a:rPr lang="en-US" noProof="0" dirty="0"/>
              <a:t>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24 words – </a:t>
            </a:r>
            <a:r>
              <a:rPr lang="en-US" b="1" dirty="0"/>
              <a:t>Manifest Page 1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794" name="TextBox 793">
            <a:extLst>
              <a:ext uri="{FF2B5EF4-FFF2-40B4-BE49-F238E27FC236}">
                <a16:creationId xmlns:a16="http://schemas.microsoft.com/office/drawing/2014/main" id="{E098860C-2A7A-9732-9D40-8A68B6289582}"/>
              </a:ext>
            </a:extLst>
          </p:cNvPr>
          <p:cNvSpPr txBox="1"/>
          <p:nvPr/>
        </p:nvSpPr>
        <p:spPr>
          <a:xfrm>
            <a:off x="187340" y="55362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795" name="TextBox 794">
            <a:extLst>
              <a:ext uri="{FF2B5EF4-FFF2-40B4-BE49-F238E27FC236}">
                <a16:creationId xmlns:a16="http://schemas.microsoft.com/office/drawing/2014/main" id="{1CAD7878-BF14-228F-F6C6-C4BA685AC110}"/>
              </a:ext>
            </a:extLst>
          </p:cNvPr>
          <p:cNvSpPr txBox="1"/>
          <p:nvPr/>
        </p:nvSpPr>
        <p:spPr>
          <a:xfrm>
            <a:off x="201600" y="8461535"/>
            <a:ext cx="645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796" name="TextBox 795">
            <a:extLst>
              <a:ext uri="{FF2B5EF4-FFF2-40B4-BE49-F238E27FC236}">
                <a16:creationId xmlns:a16="http://schemas.microsoft.com/office/drawing/2014/main" id="{08FB6BFE-B4BC-CEB9-5C6E-B31EBDDC3260}"/>
              </a:ext>
            </a:extLst>
          </p:cNvPr>
          <p:cNvSpPr txBox="1"/>
          <p:nvPr/>
        </p:nvSpPr>
        <p:spPr>
          <a:xfrm>
            <a:off x="201598" y="8809771"/>
            <a:ext cx="6451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814" name="TextBox 813">
            <a:extLst>
              <a:ext uri="{FF2B5EF4-FFF2-40B4-BE49-F238E27FC236}">
                <a16:creationId xmlns:a16="http://schemas.microsoft.com/office/drawing/2014/main" id="{C42AC836-87DF-7A31-A9A8-D240EF4A5857}"/>
              </a:ext>
            </a:extLst>
          </p:cNvPr>
          <p:cNvSpPr txBox="1"/>
          <p:nvPr/>
        </p:nvSpPr>
        <p:spPr>
          <a:xfrm>
            <a:off x="201599" y="9149368"/>
            <a:ext cx="64514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Language:_________________________ Session:_________________________________________________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EE9A04-DAE5-AEA6-DD3A-6BFBA0ACD1E7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C39E1B-0463-99F7-DB8B-DBA7993839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60795" y="928905"/>
            <a:ext cx="1839391" cy="18652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7D6A98-74AE-D26E-BA91-88063CE82CD1}"/>
              </a:ext>
            </a:extLst>
          </p:cNvPr>
          <p:cNvSpPr txBox="1"/>
          <p:nvPr/>
        </p:nvSpPr>
        <p:spPr>
          <a:xfrm>
            <a:off x="964237" y="2797828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KA.C2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2C0D16-7B79-33A2-EAFF-E9E30A23FA0C}"/>
              </a:ext>
            </a:extLst>
          </p:cNvPr>
          <p:cNvSpPr/>
          <p:nvPr/>
        </p:nvSpPr>
        <p:spPr>
          <a:xfrm>
            <a:off x="964237" y="2995828"/>
            <a:ext cx="720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9BEBE-D246-CD7F-FD1E-0E52E4D10A4C}"/>
              </a:ext>
            </a:extLst>
          </p:cNvPr>
          <p:cNvSpPr txBox="1"/>
          <p:nvPr/>
        </p:nvSpPr>
        <p:spPr>
          <a:xfrm>
            <a:off x="1768280" y="2797828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KA.C3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B94C10-0C78-33ED-5D1D-61EFCB410B7B}"/>
              </a:ext>
            </a:extLst>
          </p:cNvPr>
          <p:cNvSpPr/>
          <p:nvPr/>
        </p:nvSpPr>
        <p:spPr>
          <a:xfrm>
            <a:off x="1768280" y="2995828"/>
            <a:ext cx="720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51DE6F-873C-0479-704A-45C0B42FB1D1}"/>
              </a:ext>
            </a:extLst>
          </p:cNvPr>
          <p:cNvSpPr txBox="1"/>
          <p:nvPr/>
        </p:nvSpPr>
        <p:spPr>
          <a:xfrm>
            <a:off x="964237" y="33786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KA2.S1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22E404-BBA0-7F8F-1C48-22ABB26E5237}"/>
              </a:ext>
            </a:extLst>
          </p:cNvPr>
          <p:cNvSpPr/>
          <p:nvPr/>
        </p:nvSpPr>
        <p:spPr>
          <a:xfrm>
            <a:off x="964237" y="35766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9588B4-65CF-05A2-44B8-B7F0AD39DE65}"/>
              </a:ext>
            </a:extLst>
          </p:cNvPr>
          <p:cNvSpPr txBox="1"/>
          <p:nvPr/>
        </p:nvSpPr>
        <p:spPr>
          <a:xfrm>
            <a:off x="1768280" y="337868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KA3.S1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3CB0BD-EF70-91CD-4A35-916DBB5048CE}"/>
              </a:ext>
            </a:extLst>
          </p:cNvPr>
          <p:cNvSpPr/>
          <p:nvPr/>
        </p:nvSpPr>
        <p:spPr>
          <a:xfrm>
            <a:off x="1768280" y="35766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A0EC3A-9350-91B4-8E02-790C49C57C3E}"/>
              </a:ext>
            </a:extLst>
          </p:cNvPr>
          <p:cNvSpPr txBox="1"/>
          <p:nvPr/>
        </p:nvSpPr>
        <p:spPr>
          <a:xfrm>
            <a:off x="963540" y="394889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KA6.S1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BA766D-C5BD-E344-388C-469FADBFA71E}"/>
              </a:ext>
            </a:extLst>
          </p:cNvPr>
          <p:cNvSpPr/>
          <p:nvPr/>
        </p:nvSpPr>
        <p:spPr>
          <a:xfrm>
            <a:off x="963540" y="414689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716E65-13BC-AF90-357C-72A6DD165234}"/>
              </a:ext>
            </a:extLst>
          </p:cNvPr>
          <p:cNvSpPr txBox="1"/>
          <p:nvPr/>
        </p:nvSpPr>
        <p:spPr>
          <a:xfrm>
            <a:off x="1767583" y="3948899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KA7.S1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EEF708-D344-1715-EE65-E4CE3EA16F65}"/>
              </a:ext>
            </a:extLst>
          </p:cNvPr>
          <p:cNvSpPr/>
          <p:nvPr/>
        </p:nvSpPr>
        <p:spPr>
          <a:xfrm>
            <a:off x="1767583" y="414689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73493B-AE70-759D-1ED0-11E05435A012}"/>
              </a:ext>
            </a:extLst>
          </p:cNvPr>
          <p:cNvSpPr txBox="1"/>
          <p:nvPr/>
        </p:nvSpPr>
        <p:spPr>
          <a:xfrm>
            <a:off x="158649" y="2800815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KA.C1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87C5D7-CB60-0CD4-4FB0-AC4E09F6A078}"/>
              </a:ext>
            </a:extLst>
          </p:cNvPr>
          <p:cNvSpPr/>
          <p:nvPr/>
        </p:nvSpPr>
        <p:spPr>
          <a:xfrm>
            <a:off x="158649" y="2998815"/>
            <a:ext cx="720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8EA9AC-DF56-48B3-6B45-75D4FDC0DDC2}"/>
              </a:ext>
            </a:extLst>
          </p:cNvPr>
          <p:cNvSpPr txBox="1"/>
          <p:nvPr/>
        </p:nvSpPr>
        <p:spPr>
          <a:xfrm>
            <a:off x="158649" y="3381667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KA1.S1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C5870F-7E0A-E988-7A25-4DCF1C5ED1BE}"/>
              </a:ext>
            </a:extLst>
          </p:cNvPr>
          <p:cNvSpPr/>
          <p:nvPr/>
        </p:nvSpPr>
        <p:spPr>
          <a:xfrm>
            <a:off x="158649" y="3579667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AF135B-6F24-C7B1-0B54-C17BC0B4B802}"/>
              </a:ext>
            </a:extLst>
          </p:cNvPr>
          <p:cNvSpPr txBox="1"/>
          <p:nvPr/>
        </p:nvSpPr>
        <p:spPr>
          <a:xfrm>
            <a:off x="157952" y="394583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KA5.S1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1B8E5F-18A0-33EF-CC22-A4A9894C98D3}"/>
              </a:ext>
            </a:extLst>
          </p:cNvPr>
          <p:cNvSpPr/>
          <p:nvPr/>
        </p:nvSpPr>
        <p:spPr>
          <a:xfrm>
            <a:off x="157952" y="414383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0B7012-3A2A-D6E4-0081-346792804DFE}"/>
              </a:ext>
            </a:extLst>
          </p:cNvPr>
          <p:cNvSpPr txBox="1"/>
          <p:nvPr/>
        </p:nvSpPr>
        <p:spPr>
          <a:xfrm>
            <a:off x="5176840" y="2794094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KB.C3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AB6DB0E-5A87-8D1A-ED84-878C2F54FFCE}"/>
              </a:ext>
            </a:extLst>
          </p:cNvPr>
          <p:cNvSpPr/>
          <p:nvPr/>
        </p:nvSpPr>
        <p:spPr>
          <a:xfrm>
            <a:off x="5176840" y="2992094"/>
            <a:ext cx="720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4D70AD-FB3A-486A-4BA6-17719F54FBFF}"/>
              </a:ext>
            </a:extLst>
          </p:cNvPr>
          <p:cNvSpPr txBox="1"/>
          <p:nvPr/>
        </p:nvSpPr>
        <p:spPr>
          <a:xfrm>
            <a:off x="5176840" y="337494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KB3.S1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004C7AC-E33D-3CF1-6AD5-FACB0F06A92D}"/>
              </a:ext>
            </a:extLst>
          </p:cNvPr>
          <p:cNvSpPr/>
          <p:nvPr/>
        </p:nvSpPr>
        <p:spPr>
          <a:xfrm>
            <a:off x="5176840" y="357294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125984-6D4A-57B1-7C36-44D52A91F964}"/>
              </a:ext>
            </a:extLst>
          </p:cNvPr>
          <p:cNvSpPr txBox="1"/>
          <p:nvPr/>
        </p:nvSpPr>
        <p:spPr>
          <a:xfrm>
            <a:off x="5980883" y="3374946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KB4.S1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CF977F-24CB-A466-E6F1-03129316730A}"/>
              </a:ext>
            </a:extLst>
          </p:cNvPr>
          <p:cNvSpPr/>
          <p:nvPr/>
        </p:nvSpPr>
        <p:spPr>
          <a:xfrm>
            <a:off x="5980883" y="357294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F29E1C-BAE7-52CE-247D-93885D9F7619}"/>
              </a:ext>
            </a:extLst>
          </p:cNvPr>
          <p:cNvSpPr txBox="1"/>
          <p:nvPr/>
        </p:nvSpPr>
        <p:spPr>
          <a:xfrm>
            <a:off x="5176143" y="3945165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KB7.S1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12D5246-669B-B388-6844-3A977DD88C5C}"/>
              </a:ext>
            </a:extLst>
          </p:cNvPr>
          <p:cNvSpPr/>
          <p:nvPr/>
        </p:nvSpPr>
        <p:spPr>
          <a:xfrm>
            <a:off x="5176143" y="4143165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2DCC6E-EEA3-19DF-5B0A-014ABCB86D6C}"/>
              </a:ext>
            </a:extLst>
          </p:cNvPr>
          <p:cNvSpPr txBox="1"/>
          <p:nvPr/>
        </p:nvSpPr>
        <p:spPr>
          <a:xfrm>
            <a:off x="5980186" y="3945165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KB8.S1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2AE958D-756F-1E42-E69E-413DD2C2607D}"/>
              </a:ext>
            </a:extLst>
          </p:cNvPr>
          <p:cNvSpPr/>
          <p:nvPr/>
        </p:nvSpPr>
        <p:spPr>
          <a:xfrm>
            <a:off x="5980186" y="4143165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F2B211-5D60-8694-1FF1-03E6CF0A3D14}"/>
              </a:ext>
            </a:extLst>
          </p:cNvPr>
          <p:cNvSpPr txBox="1"/>
          <p:nvPr/>
        </p:nvSpPr>
        <p:spPr>
          <a:xfrm>
            <a:off x="4371252" y="2797081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KB.C2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46C348-27D6-8989-8384-0AEBD21251CA}"/>
              </a:ext>
            </a:extLst>
          </p:cNvPr>
          <p:cNvSpPr/>
          <p:nvPr/>
        </p:nvSpPr>
        <p:spPr>
          <a:xfrm>
            <a:off x="4371252" y="2995081"/>
            <a:ext cx="720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AB9D87-01EC-46AF-0C22-3260B662920F}"/>
              </a:ext>
            </a:extLst>
          </p:cNvPr>
          <p:cNvSpPr txBox="1"/>
          <p:nvPr/>
        </p:nvSpPr>
        <p:spPr>
          <a:xfrm>
            <a:off x="4371252" y="337793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KB2.S1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BBD5190-79FE-E3C3-1364-31BEE2CE321E}"/>
              </a:ext>
            </a:extLst>
          </p:cNvPr>
          <p:cNvSpPr/>
          <p:nvPr/>
        </p:nvSpPr>
        <p:spPr>
          <a:xfrm>
            <a:off x="4371252" y="357593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2E1C7B-DC02-BE8C-E236-8E33BB030361}"/>
              </a:ext>
            </a:extLst>
          </p:cNvPr>
          <p:cNvSpPr txBox="1"/>
          <p:nvPr/>
        </p:nvSpPr>
        <p:spPr>
          <a:xfrm>
            <a:off x="4370555" y="394209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KB6.S1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7DA6727-0384-B892-2A87-3C3D4420CD5F}"/>
              </a:ext>
            </a:extLst>
          </p:cNvPr>
          <p:cNvSpPr/>
          <p:nvPr/>
        </p:nvSpPr>
        <p:spPr>
          <a:xfrm>
            <a:off x="4370555" y="414009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0CCA82-04D4-2D5B-0285-FDE412EB9AF0}"/>
              </a:ext>
            </a:extLst>
          </p:cNvPr>
          <p:cNvSpPr txBox="1"/>
          <p:nvPr/>
        </p:nvSpPr>
        <p:spPr>
          <a:xfrm>
            <a:off x="2571626" y="3382523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KA4.S1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8A82E60-C57C-CCA9-7349-13C80B421DAB}"/>
              </a:ext>
            </a:extLst>
          </p:cNvPr>
          <p:cNvSpPr/>
          <p:nvPr/>
        </p:nvSpPr>
        <p:spPr>
          <a:xfrm>
            <a:off x="2571626" y="35805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6A975E-1695-B706-4D38-0A3B71CC42F7}"/>
              </a:ext>
            </a:extLst>
          </p:cNvPr>
          <p:cNvSpPr txBox="1"/>
          <p:nvPr/>
        </p:nvSpPr>
        <p:spPr>
          <a:xfrm>
            <a:off x="2570929" y="3952742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KA8.S1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5E5ECE3-80C4-61DF-AF49-9F51A070C50C}"/>
              </a:ext>
            </a:extLst>
          </p:cNvPr>
          <p:cNvSpPr/>
          <p:nvPr/>
        </p:nvSpPr>
        <p:spPr>
          <a:xfrm>
            <a:off x="2570929" y="415074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8D1FEF-79C4-6DDD-8B73-3A67508AF0BD}"/>
              </a:ext>
            </a:extLst>
          </p:cNvPr>
          <p:cNvSpPr txBox="1"/>
          <p:nvPr/>
        </p:nvSpPr>
        <p:spPr>
          <a:xfrm>
            <a:off x="3564270" y="2800815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KB.C1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8CA4A8-D2A2-C70C-3CC9-2C94B703F2B2}"/>
              </a:ext>
            </a:extLst>
          </p:cNvPr>
          <p:cNvSpPr/>
          <p:nvPr/>
        </p:nvSpPr>
        <p:spPr>
          <a:xfrm>
            <a:off x="3564270" y="2998815"/>
            <a:ext cx="720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8F1EA6-777D-6FD1-ACC0-C79D9FDD8F0E}"/>
              </a:ext>
            </a:extLst>
          </p:cNvPr>
          <p:cNvSpPr txBox="1"/>
          <p:nvPr/>
        </p:nvSpPr>
        <p:spPr>
          <a:xfrm>
            <a:off x="3564270" y="3381667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KB1.S1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2A403ED-8456-D3AD-5B2B-345800D5092E}"/>
              </a:ext>
            </a:extLst>
          </p:cNvPr>
          <p:cNvSpPr/>
          <p:nvPr/>
        </p:nvSpPr>
        <p:spPr>
          <a:xfrm>
            <a:off x="3564270" y="3579667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3E9C08-FA0E-4567-9BEF-2B369343321A}"/>
              </a:ext>
            </a:extLst>
          </p:cNvPr>
          <p:cNvSpPr txBox="1"/>
          <p:nvPr/>
        </p:nvSpPr>
        <p:spPr>
          <a:xfrm>
            <a:off x="3563573" y="394583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KB5.S1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1D99187-8EA9-A578-F8A2-3B5DD02F6726}"/>
              </a:ext>
            </a:extLst>
          </p:cNvPr>
          <p:cNvSpPr/>
          <p:nvPr/>
        </p:nvSpPr>
        <p:spPr>
          <a:xfrm>
            <a:off x="3563573" y="414383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0B1D16AB-F44D-D316-B608-6990A0893BBC}"/>
              </a:ext>
            </a:extLst>
          </p:cNvPr>
          <p:cNvSpPr txBox="1"/>
          <p:nvPr/>
        </p:nvSpPr>
        <p:spPr>
          <a:xfrm>
            <a:off x="201599" y="1329364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Sharekeeper</a:t>
            </a:r>
            <a:r>
              <a:rPr lang="en-US" sz="1100" dirty="0"/>
              <a:t> Hint:___________________________________________________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3F610923-1D84-0C7C-8199-D59A3C49062A}"/>
              </a:ext>
            </a:extLst>
          </p:cNvPr>
          <p:cNvSpPr txBox="1"/>
          <p:nvPr/>
        </p:nvSpPr>
        <p:spPr>
          <a:xfrm>
            <a:off x="201599" y="932171"/>
            <a:ext cx="1426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Share 1 (S1)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42E59C09-4EB8-CB2A-1147-B30727222A24}"/>
              </a:ext>
            </a:extLst>
          </p:cNvPr>
          <p:cNvSpPr txBox="1"/>
          <p:nvPr/>
        </p:nvSpPr>
        <p:spPr>
          <a:xfrm>
            <a:off x="201510" y="1629941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Transparent Envelope:_______________________________________________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E6627CA7-6F03-A2D6-F142-EE92A420972E}"/>
              </a:ext>
            </a:extLst>
          </p:cNvPr>
          <p:cNvSpPr txBox="1"/>
          <p:nvPr/>
        </p:nvSpPr>
        <p:spPr>
          <a:xfrm>
            <a:off x="201599" y="191244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Opaque Envelope:__________________________________ Date:___________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535" name="TextBox 534">
            <a:extLst>
              <a:ext uri="{FF2B5EF4-FFF2-40B4-BE49-F238E27FC236}">
                <a16:creationId xmlns:a16="http://schemas.microsoft.com/office/drawing/2014/main" id="{54A8A026-01DE-1700-8CFA-246FE4768F08}"/>
              </a:ext>
            </a:extLst>
          </p:cNvPr>
          <p:cNvSpPr txBox="1"/>
          <p:nvPr/>
        </p:nvSpPr>
        <p:spPr>
          <a:xfrm>
            <a:off x="201510" y="2215502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Opaque Envelope:__________________________________ Date:___________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1C65A0E-D34B-839A-6ECA-F40A1E76910D}"/>
              </a:ext>
            </a:extLst>
          </p:cNvPr>
          <p:cNvSpPr txBox="1"/>
          <p:nvPr/>
        </p:nvSpPr>
        <p:spPr>
          <a:xfrm>
            <a:off x="201599" y="2535471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Opaque Envelope:__________________________________ Date:___________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FFC2F45B-4C9C-286A-8AC4-0A867FEBD1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60795" y="4707328"/>
            <a:ext cx="1839391" cy="1865268"/>
          </a:xfrm>
          <a:prstGeom prst="rect">
            <a:avLst/>
          </a:prstGeom>
        </p:spPr>
      </p:pic>
      <p:sp>
        <p:nvSpPr>
          <p:cNvPr id="554" name="TextBox 553">
            <a:extLst>
              <a:ext uri="{FF2B5EF4-FFF2-40B4-BE49-F238E27FC236}">
                <a16:creationId xmlns:a16="http://schemas.microsoft.com/office/drawing/2014/main" id="{6C8C22C7-1195-7758-A8B5-4CC9E84235AC}"/>
              </a:ext>
            </a:extLst>
          </p:cNvPr>
          <p:cNvSpPr txBox="1"/>
          <p:nvPr/>
        </p:nvSpPr>
        <p:spPr>
          <a:xfrm>
            <a:off x="964237" y="6576251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KA.C2</a:t>
            </a:r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1D7ECE85-2D36-5223-4E44-FC5ED698BE6F}"/>
              </a:ext>
            </a:extLst>
          </p:cNvPr>
          <p:cNvSpPr/>
          <p:nvPr/>
        </p:nvSpPr>
        <p:spPr>
          <a:xfrm>
            <a:off x="964237" y="6774251"/>
            <a:ext cx="720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4" name="TextBox 563">
            <a:extLst>
              <a:ext uri="{FF2B5EF4-FFF2-40B4-BE49-F238E27FC236}">
                <a16:creationId xmlns:a16="http://schemas.microsoft.com/office/drawing/2014/main" id="{8305B6E0-1272-46DC-6B36-35542A17F654}"/>
              </a:ext>
            </a:extLst>
          </p:cNvPr>
          <p:cNvSpPr txBox="1"/>
          <p:nvPr/>
        </p:nvSpPr>
        <p:spPr>
          <a:xfrm>
            <a:off x="1768280" y="6576251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KA.C3</a:t>
            </a: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1A63CFAA-94FA-028F-14EF-0D09360FF51F}"/>
              </a:ext>
            </a:extLst>
          </p:cNvPr>
          <p:cNvSpPr/>
          <p:nvPr/>
        </p:nvSpPr>
        <p:spPr>
          <a:xfrm>
            <a:off x="1768280" y="6774251"/>
            <a:ext cx="720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C7343D1B-2542-5D4B-4150-F508B912B54F}"/>
              </a:ext>
            </a:extLst>
          </p:cNvPr>
          <p:cNvSpPr txBox="1"/>
          <p:nvPr/>
        </p:nvSpPr>
        <p:spPr>
          <a:xfrm>
            <a:off x="964237" y="715710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KA2.S2</a:t>
            </a: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B8C1F941-BFAF-90E8-CF33-668067AEE848}"/>
              </a:ext>
            </a:extLst>
          </p:cNvPr>
          <p:cNvSpPr/>
          <p:nvPr/>
        </p:nvSpPr>
        <p:spPr>
          <a:xfrm>
            <a:off x="964237" y="735510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E2E81A7D-907A-DD81-1D18-E50F7C280D3B}"/>
              </a:ext>
            </a:extLst>
          </p:cNvPr>
          <p:cNvSpPr txBox="1"/>
          <p:nvPr/>
        </p:nvSpPr>
        <p:spPr>
          <a:xfrm>
            <a:off x="1768280" y="7157103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KA3.S2</a:t>
            </a:r>
          </a:p>
        </p:txBody>
      </p:sp>
      <p:sp>
        <p:nvSpPr>
          <p:cNvPr id="575" name="Rectangle 574">
            <a:extLst>
              <a:ext uri="{FF2B5EF4-FFF2-40B4-BE49-F238E27FC236}">
                <a16:creationId xmlns:a16="http://schemas.microsoft.com/office/drawing/2014/main" id="{CDEC7064-718C-F186-1EDB-A8FF900A4BAB}"/>
              </a:ext>
            </a:extLst>
          </p:cNvPr>
          <p:cNvSpPr/>
          <p:nvPr/>
        </p:nvSpPr>
        <p:spPr>
          <a:xfrm>
            <a:off x="1768280" y="735510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0C1FA8B-533E-9F64-4EAC-6B0F5D092356}"/>
              </a:ext>
            </a:extLst>
          </p:cNvPr>
          <p:cNvSpPr txBox="1"/>
          <p:nvPr/>
        </p:nvSpPr>
        <p:spPr>
          <a:xfrm>
            <a:off x="963540" y="772732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KA6.S2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A8E9A51-6515-393E-2D02-67D48E964062}"/>
              </a:ext>
            </a:extLst>
          </p:cNvPr>
          <p:cNvSpPr/>
          <p:nvPr/>
        </p:nvSpPr>
        <p:spPr>
          <a:xfrm>
            <a:off x="963540" y="792532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EA18C69-F93D-E1B6-FE2B-C922A45A3C0E}"/>
              </a:ext>
            </a:extLst>
          </p:cNvPr>
          <p:cNvSpPr txBox="1"/>
          <p:nvPr/>
        </p:nvSpPr>
        <p:spPr>
          <a:xfrm>
            <a:off x="1767583" y="7727322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KA7.S2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137FD1B-A148-B291-C202-AB5BD643ADAE}"/>
              </a:ext>
            </a:extLst>
          </p:cNvPr>
          <p:cNvSpPr/>
          <p:nvPr/>
        </p:nvSpPr>
        <p:spPr>
          <a:xfrm>
            <a:off x="1767583" y="792532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CE0EB56-9BD6-EF95-CAC9-D20A6FB9A870}"/>
              </a:ext>
            </a:extLst>
          </p:cNvPr>
          <p:cNvSpPr txBox="1"/>
          <p:nvPr/>
        </p:nvSpPr>
        <p:spPr>
          <a:xfrm>
            <a:off x="158649" y="6579238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KA.C1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619A9B2-FF38-C9CC-30E9-7089656A73C0}"/>
              </a:ext>
            </a:extLst>
          </p:cNvPr>
          <p:cNvSpPr/>
          <p:nvPr/>
        </p:nvSpPr>
        <p:spPr>
          <a:xfrm>
            <a:off x="158649" y="6777238"/>
            <a:ext cx="720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83F6E13-8EF2-5428-4FC4-7B027DCCD58F}"/>
              </a:ext>
            </a:extLst>
          </p:cNvPr>
          <p:cNvSpPr txBox="1"/>
          <p:nvPr/>
        </p:nvSpPr>
        <p:spPr>
          <a:xfrm>
            <a:off x="158649" y="716009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KA1.S2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795F04EB-E38A-8274-EF9B-0A0486E90663}"/>
              </a:ext>
            </a:extLst>
          </p:cNvPr>
          <p:cNvSpPr/>
          <p:nvPr/>
        </p:nvSpPr>
        <p:spPr>
          <a:xfrm>
            <a:off x="158649" y="735809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7119389-FF1C-A542-461C-AC95683F9BA6}"/>
              </a:ext>
            </a:extLst>
          </p:cNvPr>
          <p:cNvSpPr txBox="1"/>
          <p:nvPr/>
        </p:nvSpPr>
        <p:spPr>
          <a:xfrm>
            <a:off x="157952" y="772425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KA5.S2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C24C5C5-C322-68A8-E066-CE237E0F5B23}"/>
              </a:ext>
            </a:extLst>
          </p:cNvPr>
          <p:cNvSpPr/>
          <p:nvPr/>
        </p:nvSpPr>
        <p:spPr>
          <a:xfrm>
            <a:off x="157952" y="792225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93E9500-4966-30D7-704A-2D351033D501}"/>
              </a:ext>
            </a:extLst>
          </p:cNvPr>
          <p:cNvSpPr txBox="1"/>
          <p:nvPr/>
        </p:nvSpPr>
        <p:spPr>
          <a:xfrm>
            <a:off x="5176840" y="6572517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KB.C3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24668A9-06E3-3444-37AA-FC20A3AF6C1B}"/>
              </a:ext>
            </a:extLst>
          </p:cNvPr>
          <p:cNvSpPr/>
          <p:nvPr/>
        </p:nvSpPr>
        <p:spPr>
          <a:xfrm>
            <a:off x="5176840" y="6770517"/>
            <a:ext cx="720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CAA290B-004B-D3D8-6766-D777F1C85F44}"/>
              </a:ext>
            </a:extLst>
          </p:cNvPr>
          <p:cNvSpPr txBox="1"/>
          <p:nvPr/>
        </p:nvSpPr>
        <p:spPr>
          <a:xfrm>
            <a:off x="5176840" y="715336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KB3.S2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EFB1F0A-8BBE-E9A7-B8B5-C92D3405A3E6}"/>
              </a:ext>
            </a:extLst>
          </p:cNvPr>
          <p:cNvSpPr/>
          <p:nvPr/>
        </p:nvSpPr>
        <p:spPr>
          <a:xfrm>
            <a:off x="5176840" y="735136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DF5C74D-7C03-65D0-DB5E-94822230C157}"/>
              </a:ext>
            </a:extLst>
          </p:cNvPr>
          <p:cNvSpPr txBox="1"/>
          <p:nvPr/>
        </p:nvSpPr>
        <p:spPr>
          <a:xfrm>
            <a:off x="5980883" y="7153369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KB4.S2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FD94C20-5996-48F6-71A4-B525B196030A}"/>
              </a:ext>
            </a:extLst>
          </p:cNvPr>
          <p:cNvSpPr/>
          <p:nvPr/>
        </p:nvSpPr>
        <p:spPr>
          <a:xfrm>
            <a:off x="5980883" y="735136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D1AE844-B6BD-3A4E-0959-BFD8D8CC589B}"/>
              </a:ext>
            </a:extLst>
          </p:cNvPr>
          <p:cNvSpPr txBox="1"/>
          <p:nvPr/>
        </p:nvSpPr>
        <p:spPr>
          <a:xfrm>
            <a:off x="5176143" y="7723588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KB7.S2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A67A9032-647B-F89A-218E-CD86D4F481FC}"/>
              </a:ext>
            </a:extLst>
          </p:cNvPr>
          <p:cNvSpPr/>
          <p:nvPr/>
        </p:nvSpPr>
        <p:spPr>
          <a:xfrm>
            <a:off x="5176143" y="7921588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A9349A4-0C39-FF51-BADC-E52B08064409}"/>
              </a:ext>
            </a:extLst>
          </p:cNvPr>
          <p:cNvSpPr txBox="1"/>
          <p:nvPr/>
        </p:nvSpPr>
        <p:spPr>
          <a:xfrm>
            <a:off x="5980186" y="7723588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KB8.S2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3F1AE391-60E2-79C9-3386-834A010A0BE7}"/>
              </a:ext>
            </a:extLst>
          </p:cNvPr>
          <p:cNvSpPr/>
          <p:nvPr/>
        </p:nvSpPr>
        <p:spPr>
          <a:xfrm>
            <a:off x="5980186" y="7921588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0E4A4D0-7A5D-A434-C40A-D0116BAAA6FD}"/>
              </a:ext>
            </a:extLst>
          </p:cNvPr>
          <p:cNvSpPr txBox="1"/>
          <p:nvPr/>
        </p:nvSpPr>
        <p:spPr>
          <a:xfrm>
            <a:off x="4371252" y="6575504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KB.C2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61C1A0C-D53E-5CC2-364E-6F091A385609}"/>
              </a:ext>
            </a:extLst>
          </p:cNvPr>
          <p:cNvSpPr/>
          <p:nvPr/>
        </p:nvSpPr>
        <p:spPr>
          <a:xfrm>
            <a:off x="4371252" y="6773504"/>
            <a:ext cx="720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A268534-4EFC-6448-6426-2A285241FE76}"/>
              </a:ext>
            </a:extLst>
          </p:cNvPr>
          <p:cNvSpPr txBox="1"/>
          <p:nvPr/>
        </p:nvSpPr>
        <p:spPr>
          <a:xfrm>
            <a:off x="4371252" y="715635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KB2.S2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646F64B-B491-C195-8480-4C77658CDB5E}"/>
              </a:ext>
            </a:extLst>
          </p:cNvPr>
          <p:cNvSpPr/>
          <p:nvPr/>
        </p:nvSpPr>
        <p:spPr>
          <a:xfrm>
            <a:off x="4371252" y="735435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5E6F863-919E-B48F-5E90-A175E8280C7C}"/>
              </a:ext>
            </a:extLst>
          </p:cNvPr>
          <p:cNvSpPr txBox="1"/>
          <p:nvPr/>
        </p:nvSpPr>
        <p:spPr>
          <a:xfrm>
            <a:off x="4370555" y="772051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KB6.S2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CA7A999D-EDF1-4334-E580-823061F9AF95}"/>
              </a:ext>
            </a:extLst>
          </p:cNvPr>
          <p:cNvSpPr/>
          <p:nvPr/>
        </p:nvSpPr>
        <p:spPr>
          <a:xfrm>
            <a:off x="4370555" y="791851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CC4E2CE-E453-E626-C895-964725A47717}"/>
              </a:ext>
            </a:extLst>
          </p:cNvPr>
          <p:cNvSpPr txBox="1"/>
          <p:nvPr/>
        </p:nvSpPr>
        <p:spPr>
          <a:xfrm>
            <a:off x="2571626" y="7160946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KA4.S2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48428BB-EB83-B220-287B-AE22124C0E8C}"/>
              </a:ext>
            </a:extLst>
          </p:cNvPr>
          <p:cNvSpPr/>
          <p:nvPr/>
        </p:nvSpPr>
        <p:spPr>
          <a:xfrm>
            <a:off x="2571626" y="735894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85A7797-6AFD-C85F-6A00-E956799E9866}"/>
              </a:ext>
            </a:extLst>
          </p:cNvPr>
          <p:cNvSpPr txBox="1"/>
          <p:nvPr/>
        </p:nvSpPr>
        <p:spPr>
          <a:xfrm>
            <a:off x="2570929" y="7731165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KA8.S2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5098447B-4CC1-742F-A2DA-E37D56F1DECC}"/>
              </a:ext>
            </a:extLst>
          </p:cNvPr>
          <p:cNvSpPr/>
          <p:nvPr/>
        </p:nvSpPr>
        <p:spPr>
          <a:xfrm>
            <a:off x="2570929" y="7929165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2EDAC9A-645D-D307-230F-78C9068386A0}"/>
              </a:ext>
            </a:extLst>
          </p:cNvPr>
          <p:cNvSpPr txBox="1"/>
          <p:nvPr/>
        </p:nvSpPr>
        <p:spPr>
          <a:xfrm>
            <a:off x="3564270" y="6579238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KB.C1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2916561-DB26-BD95-130C-54E0D21ABB9C}"/>
              </a:ext>
            </a:extLst>
          </p:cNvPr>
          <p:cNvSpPr/>
          <p:nvPr/>
        </p:nvSpPr>
        <p:spPr>
          <a:xfrm>
            <a:off x="3564270" y="6777238"/>
            <a:ext cx="720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572B3D3-66FE-62A3-20F3-7EC0796B9A75}"/>
              </a:ext>
            </a:extLst>
          </p:cNvPr>
          <p:cNvSpPr txBox="1"/>
          <p:nvPr/>
        </p:nvSpPr>
        <p:spPr>
          <a:xfrm>
            <a:off x="3564270" y="716009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KB1.S2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2E7D617-B7C1-B44C-2CED-08117CE47D82}"/>
              </a:ext>
            </a:extLst>
          </p:cNvPr>
          <p:cNvSpPr/>
          <p:nvPr/>
        </p:nvSpPr>
        <p:spPr>
          <a:xfrm>
            <a:off x="3564270" y="735809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E8379AAD-3AFA-034B-12BF-7E80709A6973}"/>
              </a:ext>
            </a:extLst>
          </p:cNvPr>
          <p:cNvSpPr txBox="1"/>
          <p:nvPr/>
        </p:nvSpPr>
        <p:spPr>
          <a:xfrm>
            <a:off x="3563573" y="772425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KB5.S2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1AB052F3-728B-38AE-3AEA-974668C94F4D}"/>
              </a:ext>
            </a:extLst>
          </p:cNvPr>
          <p:cNvSpPr/>
          <p:nvPr/>
        </p:nvSpPr>
        <p:spPr>
          <a:xfrm>
            <a:off x="3563573" y="792225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98FF120-B0E6-BF77-EC74-924142E04724}"/>
              </a:ext>
            </a:extLst>
          </p:cNvPr>
          <p:cNvSpPr txBox="1"/>
          <p:nvPr/>
        </p:nvSpPr>
        <p:spPr>
          <a:xfrm>
            <a:off x="201599" y="5107787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Sharekeeper</a:t>
            </a:r>
            <a:r>
              <a:rPr lang="en-US" sz="1100" dirty="0"/>
              <a:t> Hint:___________________________________________________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80ECC00-F5C2-90F8-C485-286B3213051B}"/>
              </a:ext>
            </a:extLst>
          </p:cNvPr>
          <p:cNvSpPr txBox="1"/>
          <p:nvPr/>
        </p:nvSpPr>
        <p:spPr>
          <a:xfrm>
            <a:off x="201599" y="4710594"/>
            <a:ext cx="1426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Share 2 (S2)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BD61507-C0DE-5874-BFE9-51AFBDB39413}"/>
              </a:ext>
            </a:extLst>
          </p:cNvPr>
          <p:cNvSpPr txBox="1"/>
          <p:nvPr/>
        </p:nvSpPr>
        <p:spPr>
          <a:xfrm>
            <a:off x="201510" y="5408364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Transparent Envelope:_______________________________________________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897C1581-6ACF-B1BF-F52A-E20D7177C801}"/>
              </a:ext>
            </a:extLst>
          </p:cNvPr>
          <p:cNvSpPr txBox="1"/>
          <p:nvPr/>
        </p:nvSpPr>
        <p:spPr>
          <a:xfrm>
            <a:off x="201599" y="5690868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Opaque Envelope:__________________________________ Date:___________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B158BF1-AF73-EBEF-338C-3B5FE27F00A6}"/>
              </a:ext>
            </a:extLst>
          </p:cNvPr>
          <p:cNvSpPr txBox="1"/>
          <p:nvPr/>
        </p:nvSpPr>
        <p:spPr>
          <a:xfrm>
            <a:off x="201510" y="599392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Opaque Envelope:__________________________________ Date:___________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36DA7750-B3C1-CF6B-E726-BE6D05CD1720}"/>
              </a:ext>
            </a:extLst>
          </p:cNvPr>
          <p:cNvSpPr txBox="1"/>
          <p:nvPr/>
        </p:nvSpPr>
        <p:spPr>
          <a:xfrm>
            <a:off x="201599" y="6313894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Opaque Envelope:__________________________________ Date:___________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54B625-286B-056A-EF44-0405B821062D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is confidential.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compromises security and privacy.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36944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141553"/>
            <a:ext cx="544198" cy="544198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AF5064-C36B-9B3E-A23F-2816D75C152F}"/>
              </a:ext>
            </a:extLst>
          </p:cNvPr>
          <p:cNvSpPr txBox="1"/>
          <p:nvPr/>
        </p:nvSpPr>
        <p:spPr>
          <a:xfrm>
            <a:off x="187340" y="8844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SECRET!</a:t>
            </a:r>
            <a:r>
              <a:rPr lang="en-US" noProof="0" dirty="0"/>
              <a:t>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24 words – </a:t>
            </a:r>
            <a:r>
              <a:rPr lang="en-US" b="1" dirty="0"/>
              <a:t>Manifest Page 2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794" name="TextBox 793">
            <a:extLst>
              <a:ext uri="{FF2B5EF4-FFF2-40B4-BE49-F238E27FC236}">
                <a16:creationId xmlns:a16="http://schemas.microsoft.com/office/drawing/2014/main" id="{E098860C-2A7A-9732-9D40-8A68B6289582}"/>
              </a:ext>
            </a:extLst>
          </p:cNvPr>
          <p:cNvSpPr txBox="1"/>
          <p:nvPr/>
        </p:nvSpPr>
        <p:spPr>
          <a:xfrm>
            <a:off x="187340" y="55362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795" name="TextBox 794">
            <a:extLst>
              <a:ext uri="{FF2B5EF4-FFF2-40B4-BE49-F238E27FC236}">
                <a16:creationId xmlns:a16="http://schemas.microsoft.com/office/drawing/2014/main" id="{1CAD7878-BF14-228F-F6C6-C4BA685AC110}"/>
              </a:ext>
            </a:extLst>
          </p:cNvPr>
          <p:cNvSpPr txBox="1"/>
          <p:nvPr/>
        </p:nvSpPr>
        <p:spPr>
          <a:xfrm>
            <a:off x="201600" y="8461535"/>
            <a:ext cx="645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796" name="TextBox 795">
            <a:extLst>
              <a:ext uri="{FF2B5EF4-FFF2-40B4-BE49-F238E27FC236}">
                <a16:creationId xmlns:a16="http://schemas.microsoft.com/office/drawing/2014/main" id="{08FB6BFE-B4BC-CEB9-5C6E-B31EBDDC3260}"/>
              </a:ext>
            </a:extLst>
          </p:cNvPr>
          <p:cNvSpPr txBox="1"/>
          <p:nvPr/>
        </p:nvSpPr>
        <p:spPr>
          <a:xfrm>
            <a:off x="201598" y="8809771"/>
            <a:ext cx="6451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814" name="TextBox 813">
            <a:extLst>
              <a:ext uri="{FF2B5EF4-FFF2-40B4-BE49-F238E27FC236}">
                <a16:creationId xmlns:a16="http://schemas.microsoft.com/office/drawing/2014/main" id="{C42AC836-87DF-7A31-A9A8-D240EF4A5857}"/>
              </a:ext>
            </a:extLst>
          </p:cNvPr>
          <p:cNvSpPr txBox="1"/>
          <p:nvPr/>
        </p:nvSpPr>
        <p:spPr>
          <a:xfrm>
            <a:off x="201599" y="9149368"/>
            <a:ext cx="64514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Language:_________________________ Session:_________________________________________________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EE9A04-DAE5-AEA6-DD3A-6BFBA0ACD1E7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C39E1B-0463-99F7-DB8B-DBA7993839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60795" y="928905"/>
            <a:ext cx="1839391" cy="18652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7D6A98-74AE-D26E-BA91-88063CE82CD1}"/>
              </a:ext>
            </a:extLst>
          </p:cNvPr>
          <p:cNvSpPr txBox="1"/>
          <p:nvPr/>
        </p:nvSpPr>
        <p:spPr>
          <a:xfrm>
            <a:off x="964237" y="2797828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KA.C2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2C0D16-7B79-33A2-EAFF-E9E30A23FA0C}"/>
              </a:ext>
            </a:extLst>
          </p:cNvPr>
          <p:cNvSpPr/>
          <p:nvPr/>
        </p:nvSpPr>
        <p:spPr>
          <a:xfrm>
            <a:off x="964237" y="2995828"/>
            <a:ext cx="720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9BEBE-D246-CD7F-FD1E-0E52E4D10A4C}"/>
              </a:ext>
            </a:extLst>
          </p:cNvPr>
          <p:cNvSpPr txBox="1"/>
          <p:nvPr/>
        </p:nvSpPr>
        <p:spPr>
          <a:xfrm>
            <a:off x="1768280" y="2797828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KA.C3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B94C10-0C78-33ED-5D1D-61EFCB410B7B}"/>
              </a:ext>
            </a:extLst>
          </p:cNvPr>
          <p:cNvSpPr/>
          <p:nvPr/>
        </p:nvSpPr>
        <p:spPr>
          <a:xfrm>
            <a:off x="1768280" y="2995828"/>
            <a:ext cx="720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51DE6F-873C-0479-704A-45C0B42FB1D1}"/>
              </a:ext>
            </a:extLst>
          </p:cNvPr>
          <p:cNvSpPr txBox="1"/>
          <p:nvPr/>
        </p:nvSpPr>
        <p:spPr>
          <a:xfrm>
            <a:off x="964237" y="33786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KA2.S3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22E404-BBA0-7F8F-1C48-22ABB26E5237}"/>
              </a:ext>
            </a:extLst>
          </p:cNvPr>
          <p:cNvSpPr/>
          <p:nvPr/>
        </p:nvSpPr>
        <p:spPr>
          <a:xfrm>
            <a:off x="964237" y="35766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9588B4-65CF-05A2-44B8-B7F0AD39DE65}"/>
              </a:ext>
            </a:extLst>
          </p:cNvPr>
          <p:cNvSpPr txBox="1"/>
          <p:nvPr/>
        </p:nvSpPr>
        <p:spPr>
          <a:xfrm>
            <a:off x="1768280" y="337868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KA3.S3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3CB0BD-EF70-91CD-4A35-916DBB5048CE}"/>
              </a:ext>
            </a:extLst>
          </p:cNvPr>
          <p:cNvSpPr/>
          <p:nvPr/>
        </p:nvSpPr>
        <p:spPr>
          <a:xfrm>
            <a:off x="1768280" y="35766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A0EC3A-9350-91B4-8E02-790C49C57C3E}"/>
              </a:ext>
            </a:extLst>
          </p:cNvPr>
          <p:cNvSpPr txBox="1"/>
          <p:nvPr/>
        </p:nvSpPr>
        <p:spPr>
          <a:xfrm>
            <a:off x="963540" y="394889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KA6.S3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BA766D-C5BD-E344-388C-469FADBFA71E}"/>
              </a:ext>
            </a:extLst>
          </p:cNvPr>
          <p:cNvSpPr/>
          <p:nvPr/>
        </p:nvSpPr>
        <p:spPr>
          <a:xfrm>
            <a:off x="963540" y="414689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716E65-13BC-AF90-357C-72A6DD165234}"/>
              </a:ext>
            </a:extLst>
          </p:cNvPr>
          <p:cNvSpPr txBox="1"/>
          <p:nvPr/>
        </p:nvSpPr>
        <p:spPr>
          <a:xfrm>
            <a:off x="1767583" y="3948899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KA7.S3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EEF708-D344-1715-EE65-E4CE3EA16F65}"/>
              </a:ext>
            </a:extLst>
          </p:cNvPr>
          <p:cNvSpPr/>
          <p:nvPr/>
        </p:nvSpPr>
        <p:spPr>
          <a:xfrm>
            <a:off x="1767583" y="414689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73493B-AE70-759D-1ED0-11E05435A012}"/>
              </a:ext>
            </a:extLst>
          </p:cNvPr>
          <p:cNvSpPr txBox="1"/>
          <p:nvPr/>
        </p:nvSpPr>
        <p:spPr>
          <a:xfrm>
            <a:off x="158649" y="2800815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KA.C1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87C5D7-CB60-0CD4-4FB0-AC4E09F6A078}"/>
              </a:ext>
            </a:extLst>
          </p:cNvPr>
          <p:cNvSpPr/>
          <p:nvPr/>
        </p:nvSpPr>
        <p:spPr>
          <a:xfrm>
            <a:off x="158649" y="2998815"/>
            <a:ext cx="720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8EA9AC-DF56-48B3-6B45-75D4FDC0DDC2}"/>
              </a:ext>
            </a:extLst>
          </p:cNvPr>
          <p:cNvSpPr txBox="1"/>
          <p:nvPr/>
        </p:nvSpPr>
        <p:spPr>
          <a:xfrm>
            <a:off x="158649" y="3381667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KA1.S3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C5870F-7E0A-E988-7A25-4DCF1C5ED1BE}"/>
              </a:ext>
            </a:extLst>
          </p:cNvPr>
          <p:cNvSpPr/>
          <p:nvPr/>
        </p:nvSpPr>
        <p:spPr>
          <a:xfrm>
            <a:off x="158649" y="3579667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AF135B-6F24-C7B1-0B54-C17BC0B4B802}"/>
              </a:ext>
            </a:extLst>
          </p:cNvPr>
          <p:cNvSpPr txBox="1"/>
          <p:nvPr/>
        </p:nvSpPr>
        <p:spPr>
          <a:xfrm>
            <a:off x="157952" y="394583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KA5.S3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1B8E5F-18A0-33EF-CC22-A4A9894C98D3}"/>
              </a:ext>
            </a:extLst>
          </p:cNvPr>
          <p:cNvSpPr/>
          <p:nvPr/>
        </p:nvSpPr>
        <p:spPr>
          <a:xfrm>
            <a:off x="157952" y="414383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0B7012-3A2A-D6E4-0081-346792804DFE}"/>
              </a:ext>
            </a:extLst>
          </p:cNvPr>
          <p:cNvSpPr txBox="1"/>
          <p:nvPr/>
        </p:nvSpPr>
        <p:spPr>
          <a:xfrm>
            <a:off x="5176840" y="2794094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KB.C3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AB6DB0E-5A87-8D1A-ED84-878C2F54FFCE}"/>
              </a:ext>
            </a:extLst>
          </p:cNvPr>
          <p:cNvSpPr/>
          <p:nvPr/>
        </p:nvSpPr>
        <p:spPr>
          <a:xfrm>
            <a:off x="5176840" y="2992094"/>
            <a:ext cx="720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4D70AD-FB3A-486A-4BA6-17719F54FBFF}"/>
              </a:ext>
            </a:extLst>
          </p:cNvPr>
          <p:cNvSpPr txBox="1"/>
          <p:nvPr/>
        </p:nvSpPr>
        <p:spPr>
          <a:xfrm>
            <a:off x="5176840" y="337494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KB3.S3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004C7AC-E33D-3CF1-6AD5-FACB0F06A92D}"/>
              </a:ext>
            </a:extLst>
          </p:cNvPr>
          <p:cNvSpPr/>
          <p:nvPr/>
        </p:nvSpPr>
        <p:spPr>
          <a:xfrm>
            <a:off x="5176840" y="357294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125984-6D4A-57B1-7C36-44D52A91F964}"/>
              </a:ext>
            </a:extLst>
          </p:cNvPr>
          <p:cNvSpPr txBox="1"/>
          <p:nvPr/>
        </p:nvSpPr>
        <p:spPr>
          <a:xfrm>
            <a:off x="5980883" y="3374946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KB4.S3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CF977F-24CB-A466-E6F1-03129316730A}"/>
              </a:ext>
            </a:extLst>
          </p:cNvPr>
          <p:cNvSpPr/>
          <p:nvPr/>
        </p:nvSpPr>
        <p:spPr>
          <a:xfrm>
            <a:off x="5980883" y="357294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F29E1C-BAE7-52CE-247D-93885D9F7619}"/>
              </a:ext>
            </a:extLst>
          </p:cNvPr>
          <p:cNvSpPr txBox="1"/>
          <p:nvPr/>
        </p:nvSpPr>
        <p:spPr>
          <a:xfrm>
            <a:off x="5176143" y="3945165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KB7.S3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12D5246-669B-B388-6844-3A977DD88C5C}"/>
              </a:ext>
            </a:extLst>
          </p:cNvPr>
          <p:cNvSpPr/>
          <p:nvPr/>
        </p:nvSpPr>
        <p:spPr>
          <a:xfrm>
            <a:off x="5176143" y="4143165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2DCC6E-EEA3-19DF-5B0A-014ABCB86D6C}"/>
              </a:ext>
            </a:extLst>
          </p:cNvPr>
          <p:cNvSpPr txBox="1"/>
          <p:nvPr/>
        </p:nvSpPr>
        <p:spPr>
          <a:xfrm>
            <a:off x="5980186" y="3945165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KB8.S3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2AE958D-756F-1E42-E69E-413DD2C2607D}"/>
              </a:ext>
            </a:extLst>
          </p:cNvPr>
          <p:cNvSpPr/>
          <p:nvPr/>
        </p:nvSpPr>
        <p:spPr>
          <a:xfrm>
            <a:off x="5980186" y="4143165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F2B211-5D60-8694-1FF1-03E6CF0A3D14}"/>
              </a:ext>
            </a:extLst>
          </p:cNvPr>
          <p:cNvSpPr txBox="1"/>
          <p:nvPr/>
        </p:nvSpPr>
        <p:spPr>
          <a:xfrm>
            <a:off x="4371252" y="2797081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KB.C2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46C348-27D6-8989-8384-0AEBD21251CA}"/>
              </a:ext>
            </a:extLst>
          </p:cNvPr>
          <p:cNvSpPr/>
          <p:nvPr/>
        </p:nvSpPr>
        <p:spPr>
          <a:xfrm>
            <a:off x="4371252" y="2995081"/>
            <a:ext cx="720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AB9D87-01EC-46AF-0C22-3260B662920F}"/>
              </a:ext>
            </a:extLst>
          </p:cNvPr>
          <p:cNvSpPr txBox="1"/>
          <p:nvPr/>
        </p:nvSpPr>
        <p:spPr>
          <a:xfrm>
            <a:off x="4371252" y="337793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KB2.S3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BBD5190-79FE-E3C3-1364-31BEE2CE321E}"/>
              </a:ext>
            </a:extLst>
          </p:cNvPr>
          <p:cNvSpPr/>
          <p:nvPr/>
        </p:nvSpPr>
        <p:spPr>
          <a:xfrm>
            <a:off x="4371252" y="357593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2E1C7B-DC02-BE8C-E236-8E33BB030361}"/>
              </a:ext>
            </a:extLst>
          </p:cNvPr>
          <p:cNvSpPr txBox="1"/>
          <p:nvPr/>
        </p:nvSpPr>
        <p:spPr>
          <a:xfrm>
            <a:off x="4370555" y="394209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KB6.S3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7DA6727-0384-B892-2A87-3C3D4420CD5F}"/>
              </a:ext>
            </a:extLst>
          </p:cNvPr>
          <p:cNvSpPr/>
          <p:nvPr/>
        </p:nvSpPr>
        <p:spPr>
          <a:xfrm>
            <a:off x="4370555" y="414009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0CCA82-04D4-2D5B-0285-FDE412EB9AF0}"/>
              </a:ext>
            </a:extLst>
          </p:cNvPr>
          <p:cNvSpPr txBox="1"/>
          <p:nvPr/>
        </p:nvSpPr>
        <p:spPr>
          <a:xfrm>
            <a:off x="2571626" y="3382523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KA4.S3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8A82E60-C57C-CCA9-7349-13C80B421DAB}"/>
              </a:ext>
            </a:extLst>
          </p:cNvPr>
          <p:cNvSpPr/>
          <p:nvPr/>
        </p:nvSpPr>
        <p:spPr>
          <a:xfrm>
            <a:off x="2571626" y="35805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6A975E-1695-B706-4D38-0A3B71CC42F7}"/>
              </a:ext>
            </a:extLst>
          </p:cNvPr>
          <p:cNvSpPr txBox="1"/>
          <p:nvPr/>
        </p:nvSpPr>
        <p:spPr>
          <a:xfrm>
            <a:off x="2570929" y="3952742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KA8.S3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5E5ECE3-80C4-61DF-AF49-9F51A070C50C}"/>
              </a:ext>
            </a:extLst>
          </p:cNvPr>
          <p:cNvSpPr/>
          <p:nvPr/>
        </p:nvSpPr>
        <p:spPr>
          <a:xfrm>
            <a:off x="2570929" y="415074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8D1FEF-79C4-6DDD-8B73-3A67508AF0BD}"/>
              </a:ext>
            </a:extLst>
          </p:cNvPr>
          <p:cNvSpPr txBox="1"/>
          <p:nvPr/>
        </p:nvSpPr>
        <p:spPr>
          <a:xfrm>
            <a:off x="3564270" y="2800815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KB.C1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8CA4A8-D2A2-C70C-3CC9-2C94B703F2B2}"/>
              </a:ext>
            </a:extLst>
          </p:cNvPr>
          <p:cNvSpPr/>
          <p:nvPr/>
        </p:nvSpPr>
        <p:spPr>
          <a:xfrm>
            <a:off x="3564270" y="2998815"/>
            <a:ext cx="720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8F1EA6-777D-6FD1-ACC0-C79D9FDD8F0E}"/>
              </a:ext>
            </a:extLst>
          </p:cNvPr>
          <p:cNvSpPr txBox="1"/>
          <p:nvPr/>
        </p:nvSpPr>
        <p:spPr>
          <a:xfrm>
            <a:off x="3564270" y="3381667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KB1.S3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2A403ED-8456-D3AD-5B2B-345800D5092E}"/>
              </a:ext>
            </a:extLst>
          </p:cNvPr>
          <p:cNvSpPr/>
          <p:nvPr/>
        </p:nvSpPr>
        <p:spPr>
          <a:xfrm>
            <a:off x="3564270" y="3579667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3E9C08-FA0E-4567-9BEF-2B369343321A}"/>
              </a:ext>
            </a:extLst>
          </p:cNvPr>
          <p:cNvSpPr txBox="1"/>
          <p:nvPr/>
        </p:nvSpPr>
        <p:spPr>
          <a:xfrm>
            <a:off x="3563573" y="394583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KB5.S3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1D99187-8EA9-A578-F8A2-3B5DD02F6726}"/>
              </a:ext>
            </a:extLst>
          </p:cNvPr>
          <p:cNvSpPr/>
          <p:nvPr/>
        </p:nvSpPr>
        <p:spPr>
          <a:xfrm>
            <a:off x="3563573" y="414383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0B1D16AB-F44D-D316-B608-6990A0893BBC}"/>
              </a:ext>
            </a:extLst>
          </p:cNvPr>
          <p:cNvSpPr txBox="1"/>
          <p:nvPr/>
        </p:nvSpPr>
        <p:spPr>
          <a:xfrm>
            <a:off x="201599" y="1329364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Sharekeeper</a:t>
            </a:r>
            <a:r>
              <a:rPr lang="en-US" sz="1100" dirty="0"/>
              <a:t> Hint:___________________________________________________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3F610923-1D84-0C7C-8199-D59A3C49062A}"/>
              </a:ext>
            </a:extLst>
          </p:cNvPr>
          <p:cNvSpPr txBox="1"/>
          <p:nvPr/>
        </p:nvSpPr>
        <p:spPr>
          <a:xfrm>
            <a:off x="201599" y="932171"/>
            <a:ext cx="1426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Share 3 (S3)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42E59C09-4EB8-CB2A-1147-B30727222A24}"/>
              </a:ext>
            </a:extLst>
          </p:cNvPr>
          <p:cNvSpPr txBox="1"/>
          <p:nvPr/>
        </p:nvSpPr>
        <p:spPr>
          <a:xfrm>
            <a:off x="201510" y="1629941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Transparent Envelope:_______________________________________________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E6627CA7-6F03-A2D6-F142-EE92A420972E}"/>
              </a:ext>
            </a:extLst>
          </p:cNvPr>
          <p:cNvSpPr txBox="1"/>
          <p:nvPr/>
        </p:nvSpPr>
        <p:spPr>
          <a:xfrm>
            <a:off x="201599" y="191244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Opaque Envelope:__________________________________ Date:___________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535" name="TextBox 534">
            <a:extLst>
              <a:ext uri="{FF2B5EF4-FFF2-40B4-BE49-F238E27FC236}">
                <a16:creationId xmlns:a16="http://schemas.microsoft.com/office/drawing/2014/main" id="{54A8A026-01DE-1700-8CFA-246FE4768F08}"/>
              </a:ext>
            </a:extLst>
          </p:cNvPr>
          <p:cNvSpPr txBox="1"/>
          <p:nvPr/>
        </p:nvSpPr>
        <p:spPr>
          <a:xfrm>
            <a:off x="201510" y="2215502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Opaque Envelope:__________________________________ Date:___________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1C65A0E-D34B-839A-6ECA-F40A1E76910D}"/>
              </a:ext>
            </a:extLst>
          </p:cNvPr>
          <p:cNvSpPr txBox="1"/>
          <p:nvPr/>
        </p:nvSpPr>
        <p:spPr>
          <a:xfrm>
            <a:off x="201599" y="2535471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Opaque Envelope:__________________________________ Date:___________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FFC2F45B-4C9C-286A-8AC4-0A867FEBD1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60795" y="4707328"/>
            <a:ext cx="1839391" cy="1865268"/>
          </a:xfrm>
          <a:prstGeom prst="rect">
            <a:avLst/>
          </a:prstGeom>
        </p:spPr>
      </p:pic>
      <p:sp>
        <p:nvSpPr>
          <p:cNvPr id="554" name="TextBox 553">
            <a:extLst>
              <a:ext uri="{FF2B5EF4-FFF2-40B4-BE49-F238E27FC236}">
                <a16:creationId xmlns:a16="http://schemas.microsoft.com/office/drawing/2014/main" id="{6C8C22C7-1195-7758-A8B5-4CC9E84235AC}"/>
              </a:ext>
            </a:extLst>
          </p:cNvPr>
          <p:cNvSpPr txBox="1"/>
          <p:nvPr/>
        </p:nvSpPr>
        <p:spPr>
          <a:xfrm>
            <a:off x="964237" y="6576251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KA.C2</a:t>
            </a:r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1D7ECE85-2D36-5223-4E44-FC5ED698BE6F}"/>
              </a:ext>
            </a:extLst>
          </p:cNvPr>
          <p:cNvSpPr/>
          <p:nvPr/>
        </p:nvSpPr>
        <p:spPr>
          <a:xfrm>
            <a:off x="964237" y="6774251"/>
            <a:ext cx="720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4" name="TextBox 563">
            <a:extLst>
              <a:ext uri="{FF2B5EF4-FFF2-40B4-BE49-F238E27FC236}">
                <a16:creationId xmlns:a16="http://schemas.microsoft.com/office/drawing/2014/main" id="{8305B6E0-1272-46DC-6B36-35542A17F654}"/>
              </a:ext>
            </a:extLst>
          </p:cNvPr>
          <p:cNvSpPr txBox="1"/>
          <p:nvPr/>
        </p:nvSpPr>
        <p:spPr>
          <a:xfrm>
            <a:off x="1768280" y="6576251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KA.C3</a:t>
            </a: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1A63CFAA-94FA-028F-14EF-0D09360FF51F}"/>
              </a:ext>
            </a:extLst>
          </p:cNvPr>
          <p:cNvSpPr/>
          <p:nvPr/>
        </p:nvSpPr>
        <p:spPr>
          <a:xfrm>
            <a:off x="1768280" y="6774251"/>
            <a:ext cx="720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C7343D1B-2542-5D4B-4150-F508B912B54F}"/>
              </a:ext>
            </a:extLst>
          </p:cNvPr>
          <p:cNvSpPr txBox="1"/>
          <p:nvPr/>
        </p:nvSpPr>
        <p:spPr>
          <a:xfrm>
            <a:off x="964237" y="715710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KA2.S4</a:t>
            </a: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B8C1F941-BFAF-90E8-CF33-668067AEE848}"/>
              </a:ext>
            </a:extLst>
          </p:cNvPr>
          <p:cNvSpPr/>
          <p:nvPr/>
        </p:nvSpPr>
        <p:spPr>
          <a:xfrm>
            <a:off x="964237" y="735510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E2E81A7D-907A-DD81-1D18-E50F7C280D3B}"/>
              </a:ext>
            </a:extLst>
          </p:cNvPr>
          <p:cNvSpPr txBox="1"/>
          <p:nvPr/>
        </p:nvSpPr>
        <p:spPr>
          <a:xfrm>
            <a:off x="1768280" y="7157103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KA3.S4</a:t>
            </a:r>
          </a:p>
        </p:txBody>
      </p:sp>
      <p:sp>
        <p:nvSpPr>
          <p:cNvPr id="575" name="Rectangle 574">
            <a:extLst>
              <a:ext uri="{FF2B5EF4-FFF2-40B4-BE49-F238E27FC236}">
                <a16:creationId xmlns:a16="http://schemas.microsoft.com/office/drawing/2014/main" id="{CDEC7064-718C-F186-1EDB-A8FF900A4BAB}"/>
              </a:ext>
            </a:extLst>
          </p:cNvPr>
          <p:cNvSpPr/>
          <p:nvPr/>
        </p:nvSpPr>
        <p:spPr>
          <a:xfrm>
            <a:off x="1768280" y="735510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0C1FA8B-533E-9F64-4EAC-6B0F5D092356}"/>
              </a:ext>
            </a:extLst>
          </p:cNvPr>
          <p:cNvSpPr txBox="1"/>
          <p:nvPr/>
        </p:nvSpPr>
        <p:spPr>
          <a:xfrm>
            <a:off x="963540" y="772732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KA6.S4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A8E9A51-6515-393E-2D02-67D48E964062}"/>
              </a:ext>
            </a:extLst>
          </p:cNvPr>
          <p:cNvSpPr/>
          <p:nvPr/>
        </p:nvSpPr>
        <p:spPr>
          <a:xfrm>
            <a:off x="963540" y="792532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EA18C69-F93D-E1B6-FE2B-C922A45A3C0E}"/>
              </a:ext>
            </a:extLst>
          </p:cNvPr>
          <p:cNvSpPr txBox="1"/>
          <p:nvPr/>
        </p:nvSpPr>
        <p:spPr>
          <a:xfrm>
            <a:off x="1767583" y="7727322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KA7.S4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137FD1B-A148-B291-C202-AB5BD643ADAE}"/>
              </a:ext>
            </a:extLst>
          </p:cNvPr>
          <p:cNvSpPr/>
          <p:nvPr/>
        </p:nvSpPr>
        <p:spPr>
          <a:xfrm>
            <a:off x="1767583" y="792532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CE0EB56-9BD6-EF95-CAC9-D20A6FB9A870}"/>
              </a:ext>
            </a:extLst>
          </p:cNvPr>
          <p:cNvSpPr txBox="1"/>
          <p:nvPr/>
        </p:nvSpPr>
        <p:spPr>
          <a:xfrm>
            <a:off x="158649" y="6579238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KA.C1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619A9B2-FF38-C9CC-30E9-7089656A73C0}"/>
              </a:ext>
            </a:extLst>
          </p:cNvPr>
          <p:cNvSpPr/>
          <p:nvPr/>
        </p:nvSpPr>
        <p:spPr>
          <a:xfrm>
            <a:off x="158649" y="6777238"/>
            <a:ext cx="720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83F6E13-8EF2-5428-4FC4-7B027DCCD58F}"/>
              </a:ext>
            </a:extLst>
          </p:cNvPr>
          <p:cNvSpPr txBox="1"/>
          <p:nvPr/>
        </p:nvSpPr>
        <p:spPr>
          <a:xfrm>
            <a:off x="158649" y="716009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KA1.S4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795F04EB-E38A-8274-EF9B-0A0486E90663}"/>
              </a:ext>
            </a:extLst>
          </p:cNvPr>
          <p:cNvSpPr/>
          <p:nvPr/>
        </p:nvSpPr>
        <p:spPr>
          <a:xfrm>
            <a:off x="158649" y="735809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7119389-FF1C-A542-461C-AC95683F9BA6}"/>
              </a:ext>
            </a:extLst>
          </p:cNvPr>
          <p:cNvSpPr txBox="1"/>
          <p:nvPr/>
        </p:nvSpPr>
        <p:spPr>
          <a:xfrm>
            <a:off x="157952" y="772425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KA5.S4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C24C5C5-C322-68A8-E066-CE237E0F5B23}"/>
              </a:ext>
            </a:extLst>
          </p:cNvPr>
          <p:cNvSpPr/>
          <p:nvPr/>
        </p:nvSpPr>
        <p:spPr>
          <a:xfrm>
            <a:off x="157952" y="792225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93E9500-4966-30D7-704A-2D351033D501}"/>
              </a:ext>
            </a:extLst>
          </p:cNvPr>
          <p:cNvSpPr txBox="1"/>
          <p:nvPr/>
        </p:nvSpPr>
        <p:spPr>
          <a:xfrm>
            <a:off x="5176840" y="6572517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KB.C3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24668A9-06E3-3444-37AA-FC20A3AF6C1B}"/>
              </a:ext>
            </a:extLst>
          </p:cNvPr>
          <p:cNvSpPr/>
          <p:nvPr/>
        </p:nvSpPr>
        <p:spPr>
          <a:xfrm>
            <a:off x="5176840" y="6770517"/>
            <a:ext cx="720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CAA290B-004B-D3D8-6766-D777F1C85F44}"/>
              </a:ext>
            </a:extLst>
          </p:cNvPr>
          <p:cNvSpPr txBox="1"/>
          <p:nvPr/>
        </p:nvSpPr>
        <p:spPr>
          <a:xfrm>
            <a:off x="5176840" y="715336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KB3.S4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EFB1F0A-8BBE-E9A7-B8B5-C92D3405A3E6}"/>
              </a:ext>
            </a:extLst>
          </p:cNvPr>
          <p:cNvSpPr/>
          <p:nvPr/>
        </p:nvSpPr>
        <p:spPr>
          <a:xfrm>
            <a:off x="5176840" y="735136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DF5C74D-7C03-65D0-DB5E-94822230C157}"/>
              </a:ext>
            </a:extLst>
          </p:cNvPr>
          <p:cNvSpPr txBox="1"/>
          <p:nvPr/>
        </p:nvSpPr>
        <p:spPr>
          <a:xfrm>
            <a:off x="5980883" y="7153369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KB4.S4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FD94C20-5996-48F6-71A4-B525B196030A}"/>
              </a:ext>
            </a:extLst>
          </p:cNvPr>
          <p:cNvSpPr/>
          <p:nvPr/>
        </p:nvSpPr>
        <p:spPr>
          <a:xfrm>
            <a:off x="5980883" y="735136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D1AE844-B6BD-3A4E-0959-BFD8D8CC589B}"/>
              </a:ext>
            </a:extLst>
          </p:cNvPr>
          <p:cNvSpPr txBox="1"/>
          <p:nvPr/>
        </p:nvSpPr>
        <p:spPr>
          <a:xfrm>
            <a:off x="5176143" y="7723588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KB7.S4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A67A9032-647B-F89A-218E-CD86D4F481FC}"/>
              </a:ext>
            </a:extLst>
          </p:cNvPr>
          <p:cNvSpPr/>
          <p:nvPr/>
        </p:nvSpPr>
        <p:spPr>
          <a:xfrm>
            <a:off x="5176143" y="7921588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A9349A4-0C39-FF51-BADC-E52B08064409}"/>
              </a:ext>
            </a:extLst>
          </p:cNvPr>
          <p:cNvSpPr txBox="1"/>
          <p:nvPr/>
        </p:nvSpPr>
        <p:spPr>
          <a:xfrm>
            <a:off x="5980186" y="7723588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KB8.S4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3F1AE391-60E2-79C9-3386-834A010A0BE7}"/>
              </a:ext>
            </a:extLst>
          </p:cNvPr>
          <p:cNvSpPr/>
          <p:nvPr/>
        </p:nvSpPr>
        <p:spPr>
          <a:xfrm>
            <a:off x="5980186" y="7921588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0E4A4D0-7A5D-A434-C40A-D0116BAAA6FD}"/>
              </a:ext>
            </a:extLst>
          </p:cNvPr>
          <p:cNvSpPr txBox="1"/>
          <p:nvPr/>
        </p:nvSpPr>
        <p:spPr>
          <a:xfrm>
            <a:off x="4371252" y="6575504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KB.C2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61C1A0C-D53E-5CC2-364E-6F091A385609}"/>
              </a:ext>
            </a:extLst>
          </p:cNvPr>
          <p:cNvSpPr/>
          <p:nvPr/>
        </p:nvSpPr>
        <p:spPr>
          <a:xfrm>
            <a:off x="4371252" y="6773504"/>
            <a:ext cx="720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A268534-4EFC-6448-6426-2A285241FE76}"/>
              </a:ext>
            </a:extLst>
          </p:cNvPr>
          <p:cNvSpPr txBox="1"/>
          <p:nvPr/>
        </p:nvSpPr>
        <p:spPr>
          <a:xfrm>
            <a:off x="4371252" y="715635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KB2.S4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646F64B-B491-C195-8480-4C77658CDB5E}"/>
              </a:ext>
            </a:extLst>
          </p:cNvPr>
          <p:cNvSpPr/>
          <p:nvPr/>
        </p:nvSpPr>
        <p:spPr>
          <a:xfrm>
            <a:off x="4371252" y="735435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5E6F863-919E-B48F-5E90-A175E8280C7C}"/>
              </a:ext>
            </a:extLst>
          </p:cNvPr>
          <p:cNvSpPr txBox="1"/>
          <p:nvPr/>
        </p:nvSpPr>
        <p:spPr>
          <a:xfrm>
            <a:off x="4370555" y="772051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KB6.S4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CA7A999D-EDF1-4334-E580-823061F9AF95}"/>
              </a:ext>
            </a:extLst>
          </p:cNvPr>
          <p:cNvSpPr/>
          <p:nvPr/>
        </p:nvSpPr>
        <p:spPr>
          <a:xfrm>
            <a:off x="4370555" y="791851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CC4E2CE-E453-E626-C895-964725A47717}"/>
              </a:ext>
            </a:extLst>
          </p:cNvPr>
          <p:cNvSpPr txBox="1"/>
          <p:nvPr/>
        </p:nvSpPr>
        <p:spPr>
          <a:xfrm>
            <a:off x="2571626" y="7160946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KA4.S4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48428BB-EB83-B220-287B-AE22124C0E8C}"/>
              </a:ext>
            </a:extLst>
          </p:cNvPr>
          <p:cNvSpPr/>
          <p:nvPr/>
        </p:nvSpPr>
        <p:spPr>
          <a:xfrm>
            <a:off x="2571626" y="735894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85A7797-6AFD-C85F-6A00-E956799E9866}"/>
              </a:ext>
            </a:extLst>
          </p:cNvPr>
          <p:cNvSpPr txBox="1"/>
          <p:nvPr/>
        </p:nvSpPr>
        <p:spPr>
          <a:xfrm>
            <a:off x="2570929" y="7731165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KA8.S4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5098447B-4CC1-742F-A2DA-E37D56F1DECC}"/>
              </a:ext>
            </a:extLst>
          </p:cNvPr>
          <p:cNvSpPr/>
          <p:nvPr/>
        </p:nvSpPr>
        <p:spPr>
          <a:xfrm>
            <a:off x="2570929" y="7929165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2EDAC9A-645D-D307-230F-78C9068386A0}"/>
              </a:ext>
            </a:extLst>
          </p:cNvPr>
          <p:cNvSpPr txBox="1"/>
          <p:nvPr/>
        </p:nvSpPr>
        <p:spPr>
          <a:xfrm>
            <a:off x="3564270" y="6579238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KB.C1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2916561-DB26-BD95-130C-54E0D21ABB9C}"/>
              </a:ext>
            </a:extLst>
          </p:cNvPr>
          <p:cNvSpPr/>
          <p:nvPr/>
        </p:nvSpPr>
        <p:spPr>
          <a:xfrm>
            <a:off x="3564270" y="6777238"/>
            <a:ext cx="720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572B3D3-66FE-62A3-20F3-7EC0796B9A75}"/>
              </a:ext>
            </a:extLst>
          </p:cNvPr>
          <p:cNvSpPr txBox="1"/>
          <p:nvPr/>
        </p:nvSpPr>
        <p:spPr>
          <a:xfrm>
            <a:off x="3564270" y="716009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KB1.S4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2E7D617-B7C1-B44C-2CED-08117CE47D82}"/>
              </a:ext>
            </a:extLst>
          </p:cNvPr>
          <p:cNvSpPr/>
          <p:nvPr/>
        </p:nvSpPr>
        <p:spPr>
          <a:xfrm>
            <a:off x="3564270" y="735809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E8379AAD-3AFA-034B-12BF-7E80709A6973}"/>
              </a:ext>
            </a:extLst>
          </p:cNvPr>
          <p:cNvSpPr txBox="1"/>
          <p:nvPr/>
        </p:nvSpPr>
        <p:spPr>
          <a:xfrm>
            <a:off x="3563573" y="772425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KB5.S4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1AB052F3-728B-38AE-3AEA-974668C94F4D}"/>
              </a:ext>
            </a:extLst>
          </p:cNvPr>
          <p:cNvSpPr/>
          <p:nvPr/>
        </p:nvSpPr>
        <p:spPr>
          <a:xfrm>
            <a:off x="3563573" y="792225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98FF120-B0E6-BF77-EC74-924142E04724}"/>
              </a:ext>
            </a:extLst>
          </p:cNvPr>
          <p:cNvSpPr txBox="1"/>
          <p:nvPr/>
        </p:nvSpPr>
        <p:spPr>
          <a:xfrm>
            <a:off x="201599" y="5107787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Sharekeeper</a:t>
            </a:r>
            <a:r>
              <a:rPr lang="en-US" sz="1100" dirty="0"/>
              <a:t> Hint:___________________________________________________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80ECC00-F5C2-90F8-C485-286B3213051B}"/>
              </a:ext>
            </a:extLst>
          </p:cNvPr>
          <p:cNvSpPr txBox="1"/>
          <p:nvPr/>
        </p:nvSpPr>
        <p:spPr>
          <a:xfrm>
            <a:off x="201599" y="4710594"/>
            <a:ext cx="1426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Share 4 (S4)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BD61507-C0DE-5874-BFE9-51AFBDB39413}"/>
              </a:ext>
            </a:extLst>
          </p:cNvPr>
          <p:cNvSpPr txBox="1"/>
          <p:nvPr/>
        </p:nvSpPr>
        <p:spPr>
          <a:xfrm>
            <a:off x="201510" y="5408364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Transparent Envelope:_______________________________________________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897C1581-6ACF-B1BF-F52A-E20D7177C801}"/>
              </a:ext>
            </a:extLst>
          </p:cNvPr>
          <p:cNvSpPr txBox="1"/>
          <p:nvPr/>
        </p:nvSpPr>
        <p:spPr>
          <a:xfrm>
            <a:off x="201599" y="5690868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Opaque Envelope:__________________________________ Date:___________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B158BF1-AF73-EBEF-338C-3B5FE27F00A6}"/>
              </a:ext>
            </a:extLst>
          </p:cNvPr>
          <p:cNvSpPr txBox="1"/>
          <p:nvPr/>
        </p:nvSpPr>
        <p:spPr>
          <a:xfrm>
            <a:off x="201510" y="599392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Opaque Envelope:__________________________________ Date:___________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36DA7750-B3C1-CF6B-E726-BE6D05CD1720}"/>
              </a:ext>
            </a:extLst>
          </p:cNvPr>
          <p:cNvSpPr txBox="1"/>
          <p:nvPr/>
        </p:nvSpPr>
        <p:spPr>
          <a:xfrm>
            <a:off x="201599" y="6313894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Opaque Envelope:__________________________________ Date:___________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0C2C6-42F8-A939-030F-42231EC0FB1A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is confidential.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compromises security and privacy.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2942393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141553"/>
            <a:ext cx="544198" cy="544198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AF5064-C36B-9B3E-A23F-2816D75C152F}"/>
              </a:ext>
            </a:extLst>
          </p:cNvPr>
          <p:cNvSpPr txBox="1"/>
          <p:nvPr/>
        </p:nvSpPr>
        <p:spPr>
          <a:xfrm>
            <a:off x="187340" y="8844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SECRET!</a:t>
            </a:r>
            <a:r>
              <a:rPr lang="en-US" noProof="0" dirty="0"/>
              <a:t>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24 words – </a:t>
            </a:r>
            <a:r>
              <a:rPr lang="en-US" b="1" dirty="0"/>
              <a:t>Manifest Page 3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794" name="TextBox 793">
            <a:extLst>
              <a:ext uri="{FF2B5EF4-FFF2-40B4-BE49-F238E27FC236}">
                <a16:creationId xmlns:a16="http://schemas.microsoft.com/office/drawing/2014/main" id="{E098860C-2A7A-9732-9D40-8A68B6289582}"/>
              </a:ext>
            </a:extLst>
          </p:cNvPr>
          <p:cNvSpPr txBox="1"/>
          <p:nvPr/>
        </p:nvSpPr>
        <p:spPr>
          <a:xfrm>
            <a:off x="187340" y="55362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795" name="TextBox 794">
            <a:extLst>
              <a:ext uri="{FF2B5EF4-FFF2-40B4-BE49-F238E27FC236}">
                <a16:creationId xmlns:a16="http://schemas.microsoft.com/office/drawing/2014/main" id="{1CAD7878-BF14-228F-F6C6-C4BA685AC110}"/>
              </a:ext>
            </a:extLst>
          </p:cNvPr>
          <p:cNvSpPr txBox="1"/>
          <p:nvPr/>
        </p:nvSpPr>
        <p:spPr>
          <a:xfrm>
            <a:off x="201600" y="8461535"/>
            <a:ext cx="645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796" name="TextBox 795">
            <a:extLst>
              <a:ext uri="{FF2B5EF4-FFF2-40B4-BE49-F238E27FC236}">
                <a16:creationId xmlns:a16="http://schemas.microsoft.com/office/drawing/2014/main" id="{08FB6BFE-B4BC-CEB9-5C6E-B31EBDDC3260}"/>
              </a:ext>
            </a:extLst>
          </p:cNvPr>
          <p:cNvSpPr txBox="1"/>
          <p:nvPr/>
        </p:nvSpPr>
        <p:spPr>
          <a:xfrm>
            <a:off x="201598" y="8809771"/>
            <a:ext cx="6451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814" name="TextBox 813">
            <a:extLst>
              <a:ext uri="{FF2B5EF4-FFF2-40B4-BE49-F238E27FC236}">
                <a16:creationId xmlns:a16="http://schemas.microsoft.com/office/drawing/2014/main" id="{C42AC836-87DF-7A31-A9A8-D240EF4A5857}"/>
              </a:ext>
            </a:extLst>
          </p:cNvPr>
          <p:cNvSpPr txBox="1"/>
          <p:nvPr/>
        </p:nvSpPr>
        <p:spPr>
          <a:xfrm>
            <a:off x="201599" y="9149368"/>
            <a:ext cx="64514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Language:_________________________ Session:_________________________________________________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EE9A04-DAE5-AEA6-DD3A-6BFBA0ACD1E7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C39E1B-0463-99F7-DB8B-DBA7993839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60795" y="928905"/>
            <a:ext cx="1839391" cy="18652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7D6A98-74AE-D26E-BA91-88063CE82CD1}"/>
              </a:ext>
            </a:extLst>
          </p:cNvPr>
          <p:cNvSpPr txBox="1"/>
          <p:nvPr/>
        </p:nvSpPr>
        <p:spPr>
          <a:xfrm>
            <a:off x="964237" y="2797828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KA.C2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2C0D16-7B79-33A2-EAFF-E9E30A23FA0C}"/>
              </a:ext>
            </a:extLst>
          </p:cNvPr>
          <p:cNvSpPr/>
          <p:nvPr/>
        </p:nvSpPr>
        <p:spPr>
          <a:xfrm>
            <a:off x="964237" y="2995828"/>
            <a:ext cx="720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9BEBE-D246-CD7F-FD1E-0E52E4D10A4C}"/>
              </a:ext>
            </a:extLst>
          </p:cNvPr>
          <p:cNvSpPr txBox="1"/>
          <p:nvPr/>
        </p:nvSpPr>
        <p:spPr>
          <a:xfrm>
            <a:off x="1768280" y="2797828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KA.C3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B94C10-0C78-33ED-5D1D-61EFCB410B7B}"/>
              </a:ext>
            </a:extLst>
          </p:cNvPr>
          <p:cNvSpPr/>
          <p:nvPr/>
        </p:nvSpPr>
        <p:spPr>
          <a:xfrm>
            <a:off x="1768280" y="2995828"/>
            <a:ext cx="720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51DE6F-873C-0479-704A-45C0B42FB1D1}"/>
              </a:ext>
            </a:extLst>
          </p:cNvPr>
          <p:cNvSpPr txBox="1"/>
          <p:nvPr/>
        </p:nvSpPr>
        <p:spPr>
          <a:xfrm>
            <a:off x="964237" y="33786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KA2.S5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22E404-BBA0-7F8F-1C48-22ABB26E5237}"/>
              </a:ext>
            </a:extLst>
          </p:cNvPr>
          <p:cNvSpPr/>
          <p:nvPr/>
        </p:nvSpPr>
        <p:spPr>
          <a:xfrm>
            <a:off x="964237" y="35766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9588B4-65CF-05A2-44B8-B7F0AD39DE65}"/>
              </a:ext>
            </a:extLst>
          </p:cNvPr>
          <p:cNvSpPr txBox="1"/>
          <p:nvPr/>
        </p:nvSpPr>
        <p:spPr>
          <a:xfrm>
            <a:off x="1768280" y="337868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KA3.S5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3CB0BD-EF70-91CD-4A35-916DBB5048CE}"/>
              </a:ext>
            </a:extLst>
          </p:cNvPr>
          <p:cNvSpPr/>
          <p:nvPr/>
        </p:nvSpPr>
        <p:spPr>
          <a:xfrm>
            <a:off x="1768280" y="35766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A0EC3A-9350-91B4-8E02-790C49C57C3E}"/>
              </a:ext>
            </a:extLst>
          </p:cNvPr>
          <p:cNvSpPr txBox="1"/>
          <p:nvPr/>
        </p:nvSpPr>
        <p:spPr>
          <a:xfrm>
            <a:off x="963540" y="394889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KA6.S5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BA766D-C5BD-E344-388C-469FADBFA71E}"/>
              </a:ext>
            </a:extLst>
          </p:cNvPr>
          <p:cNvSpPr/>
          <p:nvPr/>
        </p:nvSpPr>
        <p:spPr>
          <a:xfrm>
            <a:off x="963540" y="414689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716E65-13BC-AF90-357C-72A6DD165234}"/>
              </a:ext>
            </a:extLst>
          </p:cNvPr>
          <p:cNvSpPr txBox="1"/>
          <p:nvPr/>
        </p:nvSpPr>
        <p:spPr>
          <a:xfrm>
            <a:off x="1767583" y="3948899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KA7.S5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EEF708-D344-1715-EE65-E4CE3EA16F65}"/>
              </a:ext>
            </a:extLst>
          </p:cNvPr>
          <p:cNvSpPr/>
          <p:nvPr/>
        </p:nvSpPr>
        <p:spPr>
          <a:xfrm>
            <a:off x="1767583" y="414689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73493B-AE70-759D-1ED0-11E05435A012}"/>
              </a:ext>
            </a:extLst>
          </p:cNvPr>
          <p:cNvSpPr txBox="1"/>
          <p:nvPr/>
        </p:nvSpPr>
        <p:spPr>
          <a:xfrm>
            <a:off x="158649" y="2800815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KA.C1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87C5D7-CB60-0CD4-4FB0-AC4E09F6A078}"/>
              </a:ext>
            </a:extLst>
          </p:cNvPr>
          <p:cNvSpPr/>
          <p:nvPr/>
        </p:nvSpPr>
        <p:spPr>
          <a:xfrm>
            <a:off x="158649" y="2998815"/>
            <a:ext cx="720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8EA9AC-DF56-48B3-6B45-75D4FDC0DDC2}"/>
              </a:ext>
            </a:extLst>
          </p:cNvPr>
          <p:cNvSpPr txBox="1"/>
          <p:nvPr/>
        </p:nvSpPr>
        <p:spPr>
          <a:xfrm>
            <a:off x="158649" y="3381667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KA1.S5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C5870F-7E0A-E988-7A25-4DCF1C5ED1BE}"/>
              </a:ext>
            </a:extLst>
          </p:cNvPr>
          <p:cNvSpPr/>
          <p:nvPr/>
        </p:nvSpPr>
        <p:spPr>
          <a:xfrm>
            <a:off x="158649" y="3579667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AF135B-6F24-C7B1-0B54-C17BC0B4B802}"/>
              </a:ext>
            </a:extLst>
          </p:cNvPr>
          <p:cNvSpPr txBox="1"/>
          <p:nvPr/>
        </p:nvSpPr>
        <p:spPr>
          <a:xfrm>
            <a:off x="157952" y="394583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KA5.S5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1B8E5F-18A0-33EF-CC22-A4A9894C98D3}"/>
              </a:ext>
            </a:extLst>
          </p:cNvPr>
          <p:cNvSpPr/>
          <p:nvPr/>
        </p:nvSpPr>
        <p:spPr>
          <a:xfrm>
            <a:off x="157952" y="414383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0B7012-3A2A-D6E4-0081-346792804DFE}"/>
              </a:ext>
            </a:extLst>
          </p:cNvPr>
          <p:cNvSpPr txBox="1"/>
          <p:nvPr/>
        </p:nvSpPr>
        <p:spPr>
          <a:xfrm>
            <a:off x="5176840" y="2794094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KB.C3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AB6DB0E-5A87-8D1A-ED84-878C2F54FFCE}"/>
              </a:ext>
            </a:extLst>
          </p:cNvPr>
          <p:cNvSpPr/>
          <p:nvPr/>
        </p:nvSpPr>
        <p:spPr>
          <a:xfrm>
            <a:off x="5176840" y="2992094"/>
            <a:ext cx="720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4D70AD-FB3A-486A-4BA6-17719F54FBFF}"/>
              </a:ext>
            </a:extLst>
          </p:cNvPr>
          <p:cNvSpPr txBox="1"/>
          <p:nvPr/>
        </p:nvSpPr>
        <p:spPr>
          <a:xfrm>
            <a:off x="5176840" y="337494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KB3.S5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004C7AC-E33D-3CF1-6AD5-FACB0F06A92D}"/>
              </a:ext>
            </a:extLst>
          </p:cNvPr>
          <p:cNvSpPr/>
          <p:nvPr/>
        </p:nvSpPr>
        <p:spPr>
          <a:xfrm>
            <a:off x="5176840" y="357294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125984-6D4A-57B1-7C36-44D52A91F964}"/>
              </a:ext>
            </a:extLst>
          </p:cNvPr>
          <p:cNvSpPr txBox="1"/>
          <p:nvPr/>
        </p:nvSpPr>
        <p:spPr>
          <a:xfrm>
            <a:off x="5980883" y="3374946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KB4.S5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CF977F-24CB-A466-E6F1-03129316730A}"/>
              </a:ext>
            </a:extLst>
          </p:cNvPr>
          <p:cNvSpPr/>
          <p:nvPr/>
        </p:nvSpPr>
        <p:spPr>
          <a:xfrm>
            <a:off x="5980883" y="357294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F29E1C-BAE7-52CE-247D-93885D9F7619}"/>
              </a:ext>
            </a:extLst>
          </p:cNvPr>
          <p:cNvSpPr txBox="1"/>
          <p:nvPr/>
        </p:nvSpPr>
        <p:spPr>
          <a:xfrm>
            <a:off x="5176143" y="3945165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KB7.S5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12D5246-669B-B388-6844-3A977DD88C5C}"/>
              </a:ext>
            </a:extLst>
          </p:cNvPr>
          <p:cNvSpPr/>
          <p:nvPr/>
        </p:nvSpPr>
        <p:spPr>
          <a:xfrm>
            <a:off x="5176143" y="4143165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2DCC6E-EEA3-19DF-5B0A-014ABCB86D6C}"/>
              </a:ext>
            </a:extLst>
          </p:cNvPr>
          <p:cNvSpPr txBox="1"/>
          <p:nvPr/>
        </p:nvSpPr>
        <p:spPr>
          <a:xfrm>
            <a:off x="5980186" y="3945165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KB8.S5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2AE958D-756F-1E42-E69E-413DD2C2607D}"/>
              </a:ext>
            </a:extLst>
          </p:cNvPr>
          <p:cNvSpPr/>
          <p:nvPr/>
        </p:nvSpPr>
        <p:spPr>
          <a:xfrm>
            <a:off x="5980186" y="4143165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F2B211-5D60-8694-1FF1-03E6CF0A3D14}"/>
              </a:ext>
            </a:extLst>
          </p:cNvPr>
          <p:cNvSpPr txBox="1"/>
          <p:nvPr/>
        </p:nvSpPr>
        <p:spPr>
          <a:xfrm>
            <a:off x="4371252" y="2797081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KB.C2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46C348-27D6-8989-8384-0AEBD21251CA}"/>
              </a:ext>
            </a:extLst>
          </p:cNvPr>
          <p:cNvSpPr/>
          <p:nvPr/>
        </p:nvSpPr>
        <p:spPr>
          <a:xfrm>
            <a:off x="4371252" y="2995081"/>
            <a:ext cx="720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AB9D87-01EC-46AF-0C22-3260B662920F}"/>
              </a:ext>
            </a:extLst>
          </p:cNvPr>
          <p:cNvSpPr txBox="1"/>
          <p:nvPr/>
        </p:nvSpPr>
        <p:spPr>
          <a:xfrm>
            <a:off x="4371252" y="337793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KB2.S5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BBD5190-79FE-E3C3-1364-31BEE2CE321E}"/>
              </a:ext>
            </a:extLst>
          </p:cNvPr>
          <p:cNvSpPr/>
          <p:nvPr/>
        </p:nvSpPr>
        <p:spPr>
          <a:xfrm>
            <a:off x="4371252" y="357593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2E1C7B-DC02-BE8C-E236-8E33BB030361}"/>
              </a:ext>
            </a:extLst>
          </p:cNvPr>
          <p:cNvSpPr txBox="1"/>
          <p:nvPr/>
        </p:nvSpPr>
        <p:spPr>
          <a:xfrm>
            <a:off x="4370555" y="394209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KB6.S5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7DA6727-0384-B892-2A87-3C3D4420CD5F}"/>
              </a:ext>
            </a:extLst>
          </p:cNvPr>
          <p:cNvSpPr/>
          <p:nvPr/>
        </p:nvSpPr>
        <p:spPr>
          <a:xfrm>
            <a:off x="4370555" y="414009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0CCA82-04D4-2D5B-0285-FDE412EB9AF0}"/>
              </a:ext>
            </a:extLst>
          </p:cNvPr>
          <p:cNvSpPr txBox="1"/>
          <p:nvPr/>
        </p:nvSpPr>
        <p:spPr>
          <a:xfrm>
            <a:off x="2571626" y="3382523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KA4.S5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8A82E60-C57C-CCA9-7349-13C80B421DAB}"/>
              </a:ext>
            </a:extLst>
          </p:cNvPr>
          <p:cNvSpPr/>
          <p:nvPr/>
        </p:nvSpPr>
        <p:spPr>
          <a:xfrm>
            <a:off x="2571626" y="35805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6A975E-1695-B706-4D38-0A3B71CC42F7}"/>
              </a:ext>
            </a:extLst>
          </p:cNvPr>
          <p:cNvSpPr txBox="1"/>
          <p:nvPr/>
        </p:nvSpPr>
        <p:spPr>
          <a:xfrm>
            <a:off x="2570929" y="3952742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KA8.S5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5E5ECE3-80C4-61DF-AF49-9F51A070C50C}"/>
              </a:ext>
            </a:extLst>
          </p:cNvPr>
          <p:cNvSpPr/>
          <p:nvPr/>
        </p:nvSpPr>
        <p:spPr>
          <a:xfrm>
            <a:off x="2570929" y="415074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8D1FEF-79C4-6DDD-8B73-3A67508AF0BD}"/>
              </a:ext>
            </a:extLst>
          </p:cNvPr>
          <p:cNvSpPr txBox="1"/>
          <p:nvPr/>
        </p:nvSpPr>
        <p:spPr>
          <a:xfrm>
            <a:off x="3564270" y="2800815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KB.C1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8CA4A8-D2A2-C70C-3CC9-2C94B703F2B2}"/>
              </a:ext>
            </a:extLst>
          </p:cNvPr>
          <p:cNvSpPr/>
          <p:nvPr/>
        </p:nvSpPr>
        <p:spPr>
          <a:xfrm>
            <a:off x="3564270" y="2998815"/>
            <a:ext cx="720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8F1EA6-777D-6FD1-ACC0-C79D9FDD8F0E}"/>
              </a:ext>
            </a:extLst>
          </p:cNvPr>
          <p:cNvSpPr txBox="1"/>
          <p:nvPr/>
        </p:nvSpPr>
        <p:spPr>
          <a:xfrm>
            <a:off x="3564270" y="3381667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KB1.S5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2A403ED-8456-D3AD-5B2B-345800D5092E}"/>
              </a:ext>
            </a:extLst>
          </p:cNvPr>
          <p:cNvSpPr/>
          <p:nvPr/>
        </p:nvSpPr>
        <p:spPr>
          <a:xfrm>
            <a:off x="3564270" y="3579667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3E9C08-FA0E-4567-9BEF-2B369343321A}"/>
              </a:ext>
            </a:extLst>
          </p:cNvPr>
          <p:cNvSpPr txBox="1"/>
          <p:nvPr/>
        </p:nvSpPr>
        <p:spPr>
          <a:xfrm>
            <a:off x="3563573" y="394583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KB5.S5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1D99187-8EA9-A578-F8A2-3B5DD02F6726}"/>
              </a:ext>
            </a:extLst>
          </p:cNvPr>
          <p:cNvSpPr/>
          <p:nvPr/>
        </p:nvSpPr>
        <p:spPr>
          <a:xfrm>
            <a:off x="3563573" y="414383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0B1D16AB-F44D-D316-B608-6990A0893BBC}"/>
              </a:ext>
            </a:extLst>
          </p:cNvPr>
          <p:cNvSpPr txBox="1"/>
          <p:nvPr/>
        </p:nvSpPr>
        <p:spPr>
          <a:xfrm>
            <a:off x="201599" y="1329364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Sharekeeper</a:t>
            </a:r>
            <a:r>
              <a:rPr lang="en-US" sz="1100" dirty="0"/>
              <a:t> Hint:___________________________________________________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3F610923-1D84-0C7C-8199-D59A3C49062A}"/>
              </a:ext>
            </a:extLst>
          </p:cNvPr>
          <p:cNvSpPr txBox="1"/>
          <p:nvPr/>
        </p:nvSpPr>
        <p:spPr>
          <a:xfrm>
            <a:off x="201599" y="932171"/>
            <a:ext cx="1426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Share 5 (S5)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42E59C09-4EB8-CB2A-1147-B30727222A24}"/>
              </a:ext>
            </a:extLst>
          </p:cNvPr>
          <p:cNvSpPr txBox="1"/>
          <p:nvPr/>
        </p:nvSpPr>
        <p:spPr>
          <a:xfrm>
            <a:off x="201510" y="1629941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Transparent Envelope:_______________________________________________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E6627CA7-6F03-A2D6-F142-EE92A420972E}"/>
              </a:ext>
            </a:extLst>
          </p:cNvPr>
          <p:cNvSpPr txBox="1"/>
          <p:nvPr/>
        </p:nvSpPr>
        <p:spPr>
          <a:xfrm>
            <a:off x="201599" y="191244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Opaque Envelope:__________________________________ Date:___________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535" name="TextBox 534">
            <a:extLst>
              <a:ext uri="{FF2B5EF4-FFF2-40B4-BE49-F238E27FC236}">
                <a16:creationId xmlns:a16="http://schemas.microsoft.com/office/drawing/2014/main" id="{54A8A026-01DE-1700-8CFA-246FE4768F08}"/>
              </a:ext>
            </a:extLst>
          </p:cNvPr>
          <p:cNvSpPr txBox="1"/>
          <p:nvPr/>
        </p:nvSpPr>
        <p:spPr>
          <a:xfrm>
            <a:off x="201510" y="2215502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Opaque Envelope:__________________________________ Date:___________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1C65A0E-D34B-839A-6ECA-F40A1E76910D}"/>
              </a:ext>
            </a:extLst>
          </p:cNvPr>
          <p:cNvSpPr txBox="1"/>
          <p:nvPr/>
        </p:nvSpPr>
        <p:spPr>
          <a:xfrm>
            <a:off x="201599" y="2535471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Opaque Envelope:__________________________________ Date:___________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CBC685-36BC-FF59-D4E9-EC4472C61F31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is confidential.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compromises security and privacy.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3837286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15852</TotalTime>
  <Words>751</Words>
  <Application>Microsoft Macintosh PowerPoint</Application>
  <PresentationFormat>A4 Paper (210x297 mm)</PresentationFormat>
  <Paragraphs>164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Schiavinato Lopez</dc:creator>
  <cp:lastModifiedBy>Renato Schiavinato Lopez</cp:lastModifiedBy>
  <cp:revision>64</cp:revision>
  <cp:lastPrinted>2026-09-10T14:52:44Z</cp:lastPrinted>
  <dcterms:created xsi:type="dcterms:W3CDTF">2025-12-07T22:50:14Z</dcterms:created>
  <dcterms:modified xsi:type="dcterms:W3CDTF">2026-10-06T19:59:29Z</dcterms:modified>
</cp:coreProperties>
</file>