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"/>
  </p:notesMasterIdLst>
  <p:sldIdLst>
    <p:sldId id="26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0F9ED5"/>
    <a:srgbClr val="E97132"/>
    <a:srgbClr val="A02A93"/>
    <a:srgbClr val="D9D9D9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5297"/>
  </p:normalViewPr>
  <p:slideViewPr>
    <p:cSldViewPr snapToGrid="0">
      <p:cViewPr>
        <p:scale>
          <a:sx n="79" d="100"/>
          <a:sy n="79" d="100"/>
        </p:scale>
        <p:origin x="3032" y="232"/>
      </p:cViewPr>
      <p:guideLst>
        <p:guide orient="horz" pos="3120"/>
        <p:guide pos="216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11/10/26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400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10/11/26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10/11/26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10/11/26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497396" y="2161163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281396" y="2665163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532086" y="129716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350456" y="266516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313685" y="266516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496226" y="1513163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172226" y="183716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244226" y="2593163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496226" y="194516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1998456" y="2161163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782456" y="2665163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034316" y="129716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852686" y="266516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1998456" y="1513163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674456" y="183716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746456" y="2593163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1998456" y="194516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500686" y="2161163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284686" y="2665163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536546" y="129716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500686" y="1513163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176686" y="183716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248686" y="2593163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500686" y="194516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Manual Per-Share </a:t>
            </a:r>
            <a:r>
              <a:rPr lang="en-US" dirty="0"/>
              <a:t>Audit 3-of-5 TABConf8</a:t>
            </a:r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622820" y="246716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622820" y="266516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303780" y="266516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874416" y="246640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874416" y="266440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50C6EFB-A68C-3058-663B-6D9AFBF13886}"/>
              </a:ext>
            </a:extLst>
          </p:cNvPr>
          <p:cNvSpPr txBox="1"/>
          <p:nvPr/>
        </p:nvSpPr>
        <p:spPr>
          <a:xfrm>
            <a:off x="251727" y="996807"/>
            <a:ext cx="98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Share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E55E0F-0976-EAC2-9A5C-3700425E0A79}"/>
              </a:ext>
            </a:extLst>
          </p:cNvPr>
          <p:cNvSpPr txBox="1"/>
          <p:nvPr/>
        </p:nvSpPr>
        <p:spPr>
          <a:xfrm>
            <a:off x="41291" y="3641640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0493A2D-23A8-D099-CFCC-D04EE62C91C5}"/>
              </a:ext>
            </a:extLst>
          </p:cNvPr>
          <p:cNvSpPr/>
          <p:nvPr/>
        </p:nvSpPr>
        <p:spPr>
          <a:xfrm>
            <a:off x="497396" y="7567293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14E714C-BBAF-49CE-00BE-26DE847FD9E1}"/>
              </a:ext>
            </a:extLst>
          </p:cNvPr>
          <p:cNvSpPr/>
          <p:nvPr/>
        </p:nvSpPr>
        <p:spPr>
          <a:xfrm>
            <a:off x="281396" y="8071293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C8897E2-42AF-B518-0CDD-A82DC9AB00C6}"/>
              </a:ext>
            </a:extLst>
          </p:cNvPr>
          <p:cNvSpPr txBox="1"/>
          <p:nvPr/>
        </p:nvSpPr>
        <p:spPr>
          <a:xfrm>
            <a:off x="532086" y="670329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5FB4AC1-4465-DE1C-44DA-785B724032A3}"/>
              </a:ext>
            </a:extLst>
          </p:cNvPr>
          <p:cNvSpPr txBox="1"/>
          <p:nvPr/>
        </p:nvSpPr>
        <p:spPr>
          <a:xfrm>
            <a:off x="1350456" y="807129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20D8113-A2C2-5EA9-964D-47EDF618F710}"/>
              </a:ext>
            </a:extLst>
          </p:cNvPr>
          <p:cNvSpPr txBox="1"/>
          <p:nvPr/>
        </p:nvSpPr>
        <p:spPr>
          <a:xfrm>
            <a:off x="5313685" y="807129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116" name="Picture 115" descr="A logo of a griffin&#10;&#10;AI-generated content may be incorrect.">
            <a:extLst>
              <a:ext uri="{FF2B5EF4-FFF2-40B4-BE49-F238E27FC236}">
                <a16:creationId xmlns:a16="http://schemas.microsoft.com/office/drawing/2014/main" id="{B72D6875-F4CE-C64A-E5BE-EB05C0C73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5622130"/>
            <a:ext cx="544198" cy="544198"/>
          </a:xfrm>
          <a:prstGeom prst="rect">
            <a:avLst/>
          </a:prstGeom>
          <a:noFill/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020B9480-36E8-E1C3-40BD-514511131D69}"/>
              </a:ext>
            </a:extLst>
          </p:cNvPr>
          <p:cNvSpPr txBox="1"/>
          <p:nvPr/>
        </p:nvSpPr>
        <p:spPr>
          <a:xfrm>
            <a:off x="251727" y="585613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847B7DC-6FDA-B9BE-F061-22DFC1B531F2}"/>
              </a:ext>
            </a:extLst>
          </p:cNvPr>
          <p:cNvSpPr/>
          <p:nvPr/>
        </p:nvSpPr>
        <p:spPr>
          <a:xfrm>
            <a:off x="496226" y="6919293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DCF5E8C-BE4A-6E8E-F7D8-8B8F54327788}"/>
              </a:ext>
            </a:extLst>
          </p:cNvPr>
          <p:cNvSpPr txBox="1"/>
          <p:nvPr/>
        </p:nvSpPr>
        <p:spPr>
          <a:xfrm>
            <a:off x="172226" y="724329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56DAB77-D5AF-1434-4B90-D09F02F963EE}"/>
              </a:ext>
            </a:extLst>
          </p:cNvPr>
          <p:cNvCxnSpPr>
            <a:cxnSpLocks/>
          </p:cNvCxnSpPr>
          <p:nvPr/>
        </p:nvCxnSpPr>
        <p:spPr>
          <a:xfrm>
            <a:off x="244226" y="7999293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F53C61A-23AB-16BD-3804-AEEBE094FAE6}"/>
              </a:ext>
            </a:extLst>
          </p:cNvPr>
          <p:cNvSpPr txBox="1"/>
          <p:nvPr/>
        </p:nvSpPr>
        <p:spPr>
          <a:xfrm>
            <a:off x="496226" y="735129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W1.S1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B688AE2-8E1D-72F3-566C-8C63CDD4F8B4}"/>
              </a:ext>
            </a:extLst>
          </p:cNvPr>
          <p:cNvSpPr/>
          <p:nvPr/>
        </p:nvSpPr>
        <p:spPr>
          <a:xfrm>
            <a:off x="1998456" y="7567293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4FB8830-7172-2C3A-A0E0-5D7D8B4703CB}"/>
              </a:ext>
            </a:extLst>
          </p:cNvPr>
          <p:cNvSpPr/>
          <p:nvPr/>
        </p:nvSpPr>
        <p:spPr>
          <a:xfrm>
            <a:off x="1782456" y="8071293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04711EF-4CC0-D439-3F79-12663754946F}"/>
              </a:ext>
            </a:extLst>
          </p:cNvPr>
          <p:cNvSpPr txBox="1"/>
          <p:nvPr/>
        </p:nvSpPr>
        <p:spPr>
          <a:xfrm>
            <a:off x="2034316" y="670329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C744D0E2-BC73-6BDD-6E43-6CE3FA4EA5ED}"/>
              </a:ext>
            </a:extLst>
          </p:cNvPr>
          <p:cNvSpPr txBox="1"/>
          <p:nvPr/>
        </p:nvSpPr>
        <p:spPr>
          <a:xfrm>
            <a:off x="2852686" y="807129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BDC68316-52EC-482B-94C6-AB2C65F99848}"/>
              </a:ext>
            </a:extLst>
          </p:cNvPr>
          <p:cNvSpPr/>
          <p:nvPr/>
        </p:nvSpPr>
        <p:spPr>
          <a:xfrm>
            <a:off x="1998456" y="6919293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4003EDCA-63D1-2054-9AAD-49EFF1842534}"/>
              </a:ext>
            </a:extLst>
          </p:cNvPr>
          <p:cNvSpPr txBox="1"/>
          <p:nvPr/>
        </p:nvSpPr>
        <p:spPr>
          <a:xfrm>
            <a:off x="1674456" y="724329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AF9187FF-38CE-E004-EF3B-823B473B1EED}"/>
              </a:ext>
            </a:extLst>
          </p:cNvPr>
          <p:cNvCxnSpPr>
            <a:cxnSpLocks/>
          </p:cNvCxnSpPr>
          <p:nvPr/>
        </p:nvCxnSpPr>
        <p:spPr>
          <a:xfrm>
            <a:off x="1746456" y="7999293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8" name="TextBox 517">
            <a:extLst>
              <a:ext uri="{FF2B5EF4-FFF2-40B4-BE49-F238E27FC236}">
                <a16:creationId xmlns:a16="http://schemas.microsoft.com/office/drawing/2014/main" id="{B45E4E4B-574E-CD9B-B31F-7826A3F7E415}"/>
              </a:ext>
            </a:extLst>
          </p:cNvPr>
          <p:cNvSpPr txBox="1"/>
          <p:nvPr/>
        </p:nvSpPr>
        <p:spPr>
          <a:xfrm>
            <a:off x="1998456" y="735129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W2.S1</a:t>
            </a: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11F7E7D7-E634-6F5B-E015-6EBC7D79EEE8}"/>
              </a:ext>
            </a:extLst>
          </p:cNvPr>
          <p:cNvSpPr/>
          <p:nvPr/>
        </p:nvSpPr>
        <p:spPr>
          <a:xfrm>
            <a:off x="3500686" y="7567293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BF68A39A-22BA-8D89-4348-2E7563F04ACF}"/>
              </a:ext>
            </a:extLst>
          </p:cNvPr>
          <p:cNvSpPr/>
          <p:nvPr/>
        </p:nvSpPr>
        <p:spPr>
          <a:xfrm>
            <a:off x="3284686" y="8071293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3A0385A6-6223-8A9D-BB26-449A4A11E17C}"/>
              </a:ext>
            </a:extLst>
          </p:cNvPr>
          <p:cNvSpPr txBox="1"/>
          <p:nvPr/>
        </p:nvSpPr>
        <p:spPr>
          <a:xfrm>
            <a:off x="3536546" y="670329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702CDE18-DBF4-95B6-65A4-B4E22B23A303}"/>
              </a:ext>
            </a:extLst>
          </p:cNvPr>
          <p:cNvSpPr/>
          <p:nvPr/>
        </p:nvSpPr>
        <p:spPr>
          <a:xfrm>
            <a:off x="3500686" y="6919293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BA4082C1-1553-8A08-57EA-B3A89D4D2CAD}"/>
              </a:ext>
            </a:extLst>
          </p:cNvPr>
          <p:cNvSpPr txBox="1"/>
          <p:nvPr/>
        </p:nvSpPr>
        <p:spPr>
          <a:xfrm>
            <a:off x="3176686" y="724329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EF18E076-9773-7987-B27B-65ED6112435D}"/>
              </a:ext>
            </a:extLst>
          </p:cNvPr>
          <p:cNvCxnSpPr>
            <a:cxnSpLocks/>
          </p:cNvCxnSpPr>
          <p:nvPr/>
        </p:nvCxnSpPr>
        <p:spPr>
          <a:xfrm>
            <a:off x="3248686" y="7999293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0D75D109-3D4A-D480-3589-9845F997F1AC}"/>
              </a:ext>
            </a:extLst>
          </p:cNvPr>
          <p:cNvSpPr txBox="1"/>
          <p:nvPr/>
        </p:nvSpPr>
        <p:spPr>
          <a:xfrm>
            <a:off x="3500686" y="7351293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W3.S1</a:t>
            </a: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8C328709-0B36-BAE6-9585-0E5BB80449C5}"/>
              </a:ext>
            </a:extLst>
          </p:cNvPr>
          <p:cNvSpPr txBox="1"/>
          <p:nvPr/>
        </p:nvSpPr>
        <p:spPr>
          <a:xfrm>
            <a:off x="234964" y="560413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Manual Per-Share </a:t>
            </a:r>
            <a:r>
              <a:rPr lang="en-US" dirty="0"/>
              <a:t>Audit 3-of-5 TABConf8</a:t>
            </a:r>
            <a:endParaRPr lang="en-US" noProof="0" dirty="0"/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373DF506-CB20-3092-85BF-905209A5C828}"/>
              </a:ext>
            </a:extLst>
          </p:cNvPr>
          <p:cNvSpPr txBox="1"/>
          <p:nvPr/>
        </p:nvSpPr>
        <p:spPr>
          <a:xfrm>
            <a:off x="4622820" y="787329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KA1.S1</a:t>
            </a: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5E97D18E-DF3E-6C34-413F-3B5D688ED545}"/>
              </a:ext>
            </a:extLst>
          </p:cNvPr>
          <p:cNvSpPr/>
          <p:nvPr/>
        </p:nvSpPr>
        <p:spPr>
          <a:xfrm>
            <a:off x="4622820" y="807129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5D63024A-CF14-A4F7-75D8-CA0B44B8EB11}"/>
              </a:ext>
            </a:extLst>
          </p:cNvPr>
          <p:cNvSpPr txBox="1"/>
          <p:nvPr/>
        </p:nvSpPr>
        <p:spPr>
          <a:xfrm>
            <a:off x="4303780" y="807129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4DC7B47A-24D6-4ED1-6C69-2E0EE092B355}"/>
              </a:ext>
            </a:extLst>
          </p:cNvPr>
          <p:cNvSpPr txBox="1"/>
          <p:nvPr/>
        </p:nvSpPr>
        <p:spPr>
          <a:xfrm>
            <a:off x="5874416" y="787253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MA1.S1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84DCD203-DB24-3FA2-76AE-78BF78C9D316}"/>
              </a:ext>
            </a:extLst>
          </p:cNvPr>
          <p:cNvSpPr/>
          <p:nvPr/>
        </p:nvSpPr>
        <p:spPr>
          <a:xfrm>
            <a:off x="5874416" y="807053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EFE4CA50-4A6F-8B81-9C39-0A473206ED0C}"/>
              </a:ext>
            </a:extLst>
          </p:cNvPr>
          <p:cNvSpPr txBox="1"/>
          <p:nvPr/>
        </p:nvSpPr>
        <p:spPr>
          <a:xfrm>
            <a:off x="251727" y="6402937"/>
            <a:ext cx="98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Share 1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A2811179-579A-E470-53A4-28FFE81A7E35}"/>
              </a:ext>
            </a:extLst>
          </p:cNvPr>
          <p:cNvSpPr txBox="1"/>
          <p:nvPr/>
        </p:nvSpPr>
        <p:spPr>
          <a:xfrm>
            <a:off x="41291" y="9047770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195326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19775</TotalTime>
  <Words>226</Words>
  <Application>Microsoft Macintosh PowerPoint</Application>
  <PresentationFormat>A4 Paper (210x297 mm)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61</cp:revision>
  <cp:lastPrinted>2026-09-10T18:42:51Z</cp:lastPrinted>
  <dcterms:created xsi:type="dcterms:W3CDTF">2025-12-07T22:50:14Z</dcterms:created>
  <dcterms:modified xsi:type="dcterms:W3CDTF">2026-10-11T13:51:19Z</dcterms:modified>
</cp:coreProperties>
</file>