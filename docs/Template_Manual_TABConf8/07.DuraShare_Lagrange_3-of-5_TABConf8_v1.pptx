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0" r:id="rId1"/>
  </p:sldMasterIdLst>
  <p:notesMasterIdLst>
    <p:notesMasterId r:id="rId3"/>
  </p:notesMasterIdLst>
  <p:sldIdLst>
    <p:sldId id="269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02A93"/>
    <a:srgbClr val="D9D9D9"/>
    <a:srgbClr val="FBFBFB"/>
    <a:srgbClr val="4EA72E"/>
    <a:srgbClr val="0F9ED5"/>
    <a:srgbClr val="E971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266"/>
    <p:restoredTop sz="95297"/>
  </p:normalViewPr>
  <p:slideViewPr>
    <p:cSldViewPr snapToGrid="0">
      <p:cViewPr varScale="1">
        <p:scale>
          <a:sx n="80" d="100"/>
          <a:sy n="80" d="100"/>
        </p:scale>
        <p:origin x="3000" y="184"/>
      </p:cViewPr>
      <p:guideLst>
        <p:guide orient="horz" pos="3120"/>
        <p:guide pos="2160"/>
      </p:guideLst>
    </p:cSldViewPr>
  </p:slideViewPr>
  <p:notesTextViewPr>
    <p:cViewPr>
      <p:scale>
        <a:sx n="33" d="100"/>
        <a:sy n="33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B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7A1A1E-9FB4-C942-83F2-2E882B02486B}" type="datetimeFigureOut">
              <a:rPr lang="en-BR" smtClean="0"/>
              <a:t>11/10/26</a:t>
            </a:fld>
            <a:endParaRPr lang="en-B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B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E819C9-7153-B14B-B279-2EA491EAB301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36594026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E819C9-7153-B14B-B279-2EA491EAB301}" type="slidenum">
              <a:rPr lang="en-BR" smtClean="0"/>
              <a:t>1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38240081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024E4-3450-1046-AE64-B43B46F2996A}" type="datetime1">
              <a:rPr lang="en-US" smtClean="0"/>
              <a:t>10/11/26</a:t>
            </a:fld>
            <a:endParaRPr lang="en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F7D92-AD88-7540-BFB7-79DF3EE9A624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25743299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34AA9B-F3A6-4F48-BD85-6A6B912EC266}" type="datetime1">
              <a:rPr lang="en-US" smtClean="0"/>
              <a:t>10/11/26</a:t>
            </a:fld>
            <a:endParaRPr lang="en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F7D92-AD88-7540-BFB7-79DF3EE9A624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40596529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04EE2-7F41-7042-B8C8-244FFACED51B}" type="datetime1">
              <a:rPr lang="en-US" smtClean="0"/>
              <a:t>10/11/26</a:t>
            </a:fld>
            <a:endParaRPr lang="en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F7D92-AD88-7540-BFB7-79DF3EE9A624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13207066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AAD08F-87E3-6540-8174-C4C0400AEFD8}" type="datetime1">
              <a:rPr lang="en-US" smtClean="0"/>
              <a:t>10/11/26</a:t>
            </a:fld>
            <a:endParaRPr lang="en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F7D92-AD88-7540-BFB7-79DF3EE9A624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26679807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540E6-6DFF-B44E-87E6-2292B84E18B6}" type="datetime1">
              <a:rPr lang="en-US" smtClean="0"/>
              <a:t>10/11/26</a:t>
            </a:fld>
            <a:endParaRPr lang="en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F7D92-AD88-7540-BFB7-79DF3EE9A624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2863914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9C164-A73D-0746-BC60-0B7DB9F0D311}" type="datetime1">
              <a:rPr lang="en-US" smtClean="0"/>
              <a:t>10/11/26</a:t>
            </a:fld>
            <a:endParaRPr lang="en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F7D92-AD88-7540-BFB7-79DF3EE9A624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4282891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3341A-C547-5442-B12A-0B5A50B11DC1}" type="datetime1">
              <a:rPr lang="en-US" smtClean="0"/>
              <a:t>10/11/26</a:t>
            </a:fld>
            <a:endParaRPr lang="en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F7D92-AD88-7540-BFB7-79DF3EE9A624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28157713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2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CD2694-40D9-E741-A72D-E99892AFD2F2}" type="datetime1">
              <a:rPr lang="en-US" smtClean="0"/>
              <a:t>10/11/26</a:t>
            </a:fld>
            <a:endParaRPr lang="en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F7D92-AD88-7540-BFB7-79DF3EE9A624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17767493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2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CB594-C7C0-3742-B41F-E1BF6F153843}" type="datetime1">
              <a:rPr lang="en-US" smtClean="0"/>
              <a:t>10/11/26</a:t>
            </a:fld>
            <a:endParaRPr lang="en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F7D92-AD88-7540-BFB7-79DF3EE9A624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32974941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F824CC-A669-5F43-9B46-C7099D091F19}" type="datetime1">
              <a:rPr lang="en-US" smtClean="0"/>
              <a:t>10/11/26</a:t>
            </a:fld>
            <a:endParaRPr lang="en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F7D92-AD88-7540-BFB7-79DF3EE9A624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4846898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7C900-83D4-C64B-86FB-0326E0E513F9}" type="datetime1">
              <a:rPr lang="en-US" smtClean="0"/>
              <a:t>10/11/26</a:t>
            </a:fld>
            <a:endParaRPr lang="en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F7D92-AD88-7540-BFB7-79DF3EE9A624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10533057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7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946F12-8C20-404E-A113-F20F2E247EA2}" type="datetime1">
              <a:rPr lang="en-US" smtClean="0"/>
              <a:t>10/11/26</a:t>
            </a:fld>
            <a:endParaRPr lang="en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2F7D92-AD88-7540-BFB7-79DF3EE9A624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6089074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65" descr="A logo of a griffin&#10;&#10;AI-generated content may be incorrect.">
            <a:extLst>
              <a:ext uri="{FF2B5EF4-FFF2-40B4-BE49-F238E27FC236}">
                <a16:creationId xmlns:a16="http://schemas.microsoft.com/office/drawing/2014/main" id="{731AA023-C156-A0F4-FC54-937EE91008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0000" y="216000"/>
            <a:ext cx="544198" cy="544198"/>
          </a:xfrm>
          <a:prstGeom prst="rect">
            <a:avLst/>
          </a:prstGeom>
          <a:noFill/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FB9211F-FD64-C7DD-D6CF-940C8CE85BFE}"/>
              </a:ext>
            </a:extLst>
          </p:cNvPr>
          <p:cNvSpPr txBox="1"/>
          <p:nvPr/>
        </p:nvSpPr>
        <p:spPr>
          <a:xfrm>
            <a:off x="251727" y="450000"/>
            <a:ext cx="56952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noProof="0" dirty="0"/>
              <a:t>PUBLIC PAGE, NO SECRET DATA</a:t>
            </a:r>
            <a:r>
              <a:rPr lang="en-US" sz="800" noProof="0" dirty="0"/>
              <a:t>.</a:t>
            </a:r>
            <a:r>
              <a:rPr lang="en-US" sz="800" dirty="0"/>
              <a:t> These coefficients are public math constants and can be calculated on any device or tool.</a:t>
            </a:r>
            <a:endParaRPr lang="en-US" sz="600" noProof="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DA83322-340B-3967-BE76-E0B7FE4C2E61}"/>
              </a:ext>
            </a:extLst>
          </p:cNvPr>
          <p:cNvSpPr txBox="1"/>
          <p:nvPr/>
        </p:nvSpPr>
        <p:spPr>
          <a:xfrm>
            <a:off x="234964" y="198000"/>
            <a:ext cx="5695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0" dirty="0" err="1"/>
              <a:t>DuraShare</a:t>
            </a:r>
            <a:r>
              <a:rPr lang="en-US" noProof="0" dirty="0"/>
              <a:t> – Lagrange Coefficients –</a:t>
            </a:r>
            <a:r>
              <a:rPr lang="en-US" dirty="0"/>
              <a:t> 3-of-5 – </a:t>
            </a:r>
            <a:r>
              <a:rPr lang="en-US" dirty="0" err="1"/>
              <a:t>TABConf</a:t>
            </a:r>
            <a:r>
              <a:rPr lang="en-US" dirty="0"/>
              <a:t> 8</a:t>
            </a:r>
            <a:endParaRPr lang="en-US" noProof="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0AB9D32-94A6-4B0E-A85C-0DFBEA7C074F}"/>
              </a:ext>
            </a:extLst>
          </p:cNvPr>
          <p:cNvSpPr txBox="1"/>
          <p:nvPr/>
        </p:nvSpPr>
        <p:spPr>
          <a:xfrm>
            <a:off x="41291" y="9524293"/>
            <a:ext cx="67695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b="1" dirty="0"/>
              <a:t>© 2026 GRIFORTIS. </a:t>
            </a:r>
            <a:r>
              <a:rPr lang="en-US" sz="600" dirty="0"/>
              <a:t>Licensed under </a:t>
            </a:r>
            <a:r>
              <a:rPr lang="en-US" sz="600" b="1" dirty="0"/>
              <a:t>CC BY-NC-SA 4.0</a:t>
            </a:r>
            <a:r>
              <a:rPr lang="en-US" sz="600" dirty="0"/>
              <a:t> (Free for personal &amp; educational use). Underlying </a:t>
            </a:r>
            <a:r>
              <a:rPr lang="en-US" sz="600" dirty="0" err="1"/>
              <a:t>DuraShare</a:t>
            </a:r>
            <a:r>
              <a:rPr lang="en-US" sz="600" dirty="0"/>
              <a:t> protocol is Open Source. Provided "as is" without warranty. The user accepts full responsibility for the secure execution of the protocol. v0.7.1</a:t>
            </a:r>
            <a:endParaRPr lang="en-US" sz="600" noProof="0" dirty="0"/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9B4FC8A0-3E96-7C2C-9A3B-00E7FFE0BC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2555140"/>
              </p:ext>
            </p:extLst>
          </p:nvPr>
        </p:nvGraphicFramePr>
        <p:xfrm>
          <a:off x="480736" y="802556"/>
          <a:ext cx="5890662" cy="36880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981777">
                  <a:extLst>
                    <a:ext uri="{9D8B030D-6E8A-4147-A177-3AD203B41FA5}">
                      <a16:colId xmlns:a16="http://schemas.microsoft.com/office/drawing/2014/main" val="3416518968"/>
                    </a:ext>
                  </a:extLst>
                </a:gridCol>
                <a:gridCol w="981777">
                  <a:extLst>
                    <a:ext uri="{9D8B030D-6E8A-4147-A177-3AD203B41FA5}">
                      <a16:colId xmlns:a16="http://schemas.microsoft.com/office/drawing/2014/main" val="4002688188"/>
                    </a:ext>
                  </a:extLst>
                </a:gridCol>
                <a:gridCol w="981777">
                  <a:extLst>
                    <a:ext uri="{9D8B030D-6E8A-4147-A177-3AD203B41FA5}">
                      <a16:colId xmlns:a16="http://schemas.microsoft.com/office/drawing/2014/main" val="331732464"/>
                    </a:ext>
                  </a:extLst>
                </a:gridCol>
                <a:gridCol w="981777">
                  <a:extLst>
                    <a:ext uri="{9D8B030D-6E8A-4147-A177-3AD203B41FA5}">
                      <a16:colId xmlns:a16="http://schemas.microsoft.com/office/drawing/2014/main" val="1885531797"/>
                    </a:ext>
                  </a:extLst>
                </a:gridCol>
                <a:gridCol w="981777">
                  <a:extLst>
                    <a:ext uri="{9D8B030D-6E8A-4147-A177-3AD203B41FA5}">
                      <a16:colId xmlns:a16="http://schemas.microsoft.com/office/drawing/2014/main" val="1670511277"/>
                    </a:ext>
                  </a:extLst>
                </a:gridCol>
                <a:gridCol w="981777">
                  <a:extLst>
                    <a:ext uri="{9D8B030D-6E8A-4147-A177-3AD203B41FA5}">
                      <a16:colId xmlns:a16="http://schemas.microsoft.com/office/drawing/2014/main" val="822772878"/>
                    </a:ext>
                  </a:extLst>
                </a:gridCol>
              </a:tblGrid>
              <a:tr h="324035">
                <a:tc gridSpan="3">
                  <a:txBody>
                    <a:bodyPr/>
                    <a:lstStyle/>
                    <a:p>
                      <a:pPr algn="ctr"/>
                      <a:r>
                        <a:rPr lang="en-BR" sz="1600" dirty="0"/>
                        <a:t>Shares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B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BR" sz="1600" dirty="0"/>
                        <a:t>LC.A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BR" sz="1600" dirty="0"/>
                        <a:t>LC.B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BR" sz="1600" dirty="0"/>
                        <a:t>LC.C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3087715"/>
                  </a:ext>
                </a:extLst>
              </a:tr>
              <a:tr h="324035">
                <a:tc>
                  <a:txBody>
                    <a:bodyPr/>
                    <a:lstStyle/>
                    <a:p>
                      <a:pPr algn="ctr"/>
                      <a:r>
                        <a:rPr lang="en-BR" sz="16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BR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BR" sz="16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BR" sz="16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BR" sz="1600" dirty="0"/>
                        <a:t>2050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BR" sz="16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4865560"/>
                  </a:ext>
                </a:extLst>
              </a:tr>
              <a:tr h="324035">
                <a:tc>
                  <a:txBody>
                    <a:bodyPr/>
                    <a:lstStyle/>
                    <a:p>
                      <a:pPr algn="ctr"/>
                      <a:r>
                        <a:rPr lang="en-BR" sz="16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BR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BR" sz="16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BR" sz="1600" dirty="0"/>
                        <a:t>687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BR" sz="1600" dirty="0"/>
                        <a:t>2051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BR" sz="1600" dirty="0"/>
                        <a:t>1369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1198960"/>
                  </a:ext>
                </a:extLst>
              </a:tr>
              <a:tr h="324035">
                <a:tc>
                  <a:txBody>
                    <a:bodyPr/>
                    <a:lstStyle/>
                    <a:p>
                      <a:pPr algn="ctr"/>
                      <a:r>
                        <a:rPr lang="en-BR" sz="16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BR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BR" sz="16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BR" sz="1600" dirty="0"/>
                        <a:t>1029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BR" sz="1600" dirty="0"/>
                        <a:t>1367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BR" sz="1600" dirty="0"/>
                        <a:t>1711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2575062"/>
                  </a:ext>
                </a:extLst>
              </a:tr>
              <a:tr h="324035">
                <a:tc>
                  <a:txBody>
                    <a:bodyPr/>
                    <a:lstStyle/>
                    <a:p>
                      <a:pPr algn="ctr"/>
                      <a:r>
                        <a:rPr lang="en-BR" sz="16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BR" sz="16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BR" sz="16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BR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BR" sz="1600" dirty="0"/>
                        <a:t>2051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BR" sz="16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9146638"/>
                  </a:ext>
                </a:extLst>
              </a:tr>
              <a:tr h="324035">
                <a:tc>
                  <a:txBody>
                    <a:bodyPr/>
                    <a:lstStyle/>
                    <a:p>
                      <a:pPr algn="ctr"/>
                      <a:r>
                        <a:rPr lang="en-BR" sz="16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BR" sz="16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BR" sz="16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BR" sz="1600" dirty="0"/>
                        <a:t>1285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BR" sz="1600" dirty="0"/>
                        <a:t>512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BR" sz="1600" dirty="0"/>
                        <a:t>257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5921342"/>
                  </a:ext>
                </a:extLst>
              </a:tr>
              <a:tr h="324035">
                <a:tc>
                  <a:txBody>
                    <a:bodyPr/>
                    <a:lstStyle/>
                    <a:p>
                      <a:pPr algn="ctr"/>
                      <a:r>
                        <a:rPr lang="en-BR" sz="16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BR" sz="16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BR" sz="16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BR" sz="1600" dirty="0"/>
                        <a:t>686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BR" sz="1600" dirty="0"/>
                        <a:t>1367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BR" sz="16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0105188"/>
                  </a:ext>
                </a:extLst>
              </a:tr>
              <a:tr h="324035">
                <a:tc>
                  <a:txBody>
                    <a:bodyPr/>
                    <a:lstStyle/>
                    <a:p>
                      <a:pPr algn="ctr"/>
                      <a:r>
                        <a:rPr lang="en-BR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BR" sz="16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BR" sz="16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BR" sz="16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BR" sz="1600" dirty="0"/>
                        <a:t>2045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BR" sz="160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2915188"/>
                  </a:ext>
                </a:extLst>
              </a:tr>
              <a:tr h="324035">
                <a:tc>
                  <a:txBody>
                    <a:bodyPr/>
                    <a:lstStyle/>
                    <a:p>
                      <a:pPr algn="ctr"/>
                      <a:r>
                        <a:rPr lang="en-BR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BR" sz="16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BR" sz="16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BR" sz="16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BR" sz="1600" dirty="0"/>
                        <a:t>2048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BR" sz="16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8153052"/>
                  </a:ext>
                </a:extLst>
              </a:tr>
              <a:tr h="324035">
                <a:tc>
                  <a:txBody>
                    <a:bodyPr/>
                    <a:lstStyle/>
                    <a:p>
                      <a:pPr algn="ctr"/>
                      <a:r>
                        <a:rPr lang="en-BR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BR" sz="16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BR" sz="16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BR" sz="1600" dirty="0"/>
                        <a:t>1372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BR" sz="1600" dirty="0"/>
                        <a:t>2048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BR" sz="1600" dirty="0"/>
                        <a:t>687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1768109"/>
                  </a:ext>
                </a:extLst>
              </a:tr>
              <a:tr h="324035">
                <a:tc>
                  <a:txBody>
                    <a:bodyPr/>
                    <a:lstStyle/>
                    <a:p>
                      <a:pPr algn="ctr"/>
                      <a:r>
                        <a:rPr lang="en-BR" sz="16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BR" sz="16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BR" sz="16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BR" sz="16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BR" sz="1600" dirty="0"/>
                        <a:t>2038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BR" sz="1600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4679275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608AF0D9-550E-1BE0-C573-9FD843448941}"/>
              </a:ext>
            </a:extLst>
          </p:cNvPr>
          <p:cNvSpPr txBox="1"/>
          <p:nvPr/>
        </p:nvSpPr>
        <p:spPr>
          <a:xfrm>
            <a:off x="63473" y="4562008"/>
            <a:ext cx="67695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b="1" dirty="0"/>
              <a:t>© 2026 GRIFORTIS. </a:t>
            </a:r>
            <a:r>
              <a:rPr lang="en-US" sz="600" dirty="0"/>
              <a:t>Licensed under </a:t>
            </a:r>
            <a:r>
              <a:rPr lang="en-US" sz="600" b="1" dirty="0"/>
              <a:t>CC BY-NC-SA 4.0</a:t>
            </a:r>
            <a:r>
              <a:rPr lang="en-US" sz="600" dirty="0"/>
              <a:t> (Free for personal &amp; educational use). Underlying </a:t>
            </a:r>
            <a:r>
              <a:rPr lang="en-US" sz="600" dirty="0" err="1"/>
              <a:t>DuraShare</a:t>
            </a:r>
            <a:r>
              <a:rPr lang="en-US" sz="600" dirty="0"/>
              <a:t> protocol is Open Source. Provided "as is" without warranty. The user accepts full responsibility for the secure execution of the protocol. v0.7.1</a:t>
            </a:r>
            <a:endParaRPr lang="en-US" sz="600" noProof="0" dirty="0"/>
          </a:p>
        </p:txBody>
      </p:sp>
      <p:pic>
        <p:nvPicPr>
          <p:cNvPr id="21" name="Picture 20" descr="A logo of a griffin&#10;&#10;AI-generated content may be incorrect.">
            <a:extLst>
              <a:ext uri="{FF2B5EF4-FFF2-40B4-BE49-F238E27FC236}">
                <a16:creationId xmlns:a16="http://schemas.microsoft.com/office/drawing/2014/main" id="{2BDBAAAC-161F-0C0A-2B25-5DEFE407FE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6763" y="5181364"/>
            <a:ext cx="544198" cy="544198"/>
          </a:xfrm>
          <a:prstGeom prst="rect">
            <a:avLst/>
          </a:prstGeom>
          <a:noFill/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7FA5BB71-864A-7487-11E2-D9905D0483B5}"/>
              </a:ext>
            </a:extLst>
          </p:cNvPr>
          <p:cNvSpPr txBox="1"/>
          <p:nvPr/>
        </p:nvSpPr>
        <p:spPr>
          <a:xfrm>
            <a:off x="268490" y="5415364"/>
            <a:ext cx="56952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/>
              <a:t>PUBLIC PAGE, NO SECRET DATA</a:t>
            </a:r>
            <a:r>
              <a:rPr lang="en-US" sz="800" dirty="0"/>
              <a:t>. These coefficients are public math constants and can be calculated on any device or tool.</a:t>
            </a:r>
            <a:endParaRPr lang="en-US" sz="6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E3EF7E0-78A3-6714-46E3-40EC2DE24D99}"/>
              </a:ext>
            </a:extLst>
          </p:cNvPr>
          <p:cNvSpPr txBox="1"/>
          <p:nvPr/>
        </p:nvSpPr>
        <p:spPr>
          <a:xfrm>
            <a:off x="251727" y="5163364"/>
            <a:ext cx="5695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0" dirty="0" err="1"/>
              <a:t>DuraShare</a:t>
            </a:r>
            <a:r>
              <a:rPr lang="en-US" noProof="0" dirty="0"/>
              <a:t> – Lagrange Coefficients –</a:t>
            </a:r>
            <a:r>
              <a:rPr lang="en-US" dirty="0"/>
              <a:t> 3-of-5 – </a:t>
            </a:r>
            <a:r>
              <a:rPr lang="en-US" dirty="0" err="1"/>
              <a:t>TABConf</a:t>
            </a:r>
            <a:r>
              <a:rPr lang="en-US" dirty="0"/>
              <a:t> 8</a:t>
            </a:r>
            <a:endParaRPr lang="en-US" noProof="0" dirty="0"/>
          </a:p>
        </p:txBody>
      </p:sp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94126547-E534-8D58-1C2C-724CFF0E14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8138520"/>
              </p:ext>
            </p:extLst>
          </p:nvPr>
        </p:nvGraphicFramePr>
        <p:xfrm>
          <a:off x="497499" y="5767920"/>
          <a:ext cx="5890662" cy="36880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981777">
                  <a:extLst>
                    <a:ext uri="{9D8B030D-6E8A-4147-A177-3AD203B41FA5}">
                      <a16:colId xmlns:a16="http://schemas.microsoft.com/office/drawing/2014/main" val="3416518968"/>
                    </a:ext>
                  </a:extLst>
                </a:gridCol>
                <a:gridCol w="981777">
                  <a:extLst>
                    <a:ext uri="{9D8B030D-6E8A-4147-A177-3AD203B41FA5}">
                      <a16:colId xmlns:a16="http://schemas.microsoft.com/office/drawing/2014/main" val="4002688188"/>
                    </a:ext>
                  </a:extLst>
                </a:gridCol>
                <a:gridCol w="981777">
                  <a:extLst>
                    <a:ext uri="{9D8B030D-6E8A-4147-A177-3AD203B41FA5}">
                      <a16:colId xmlns:a16="http://schemas.microsoft.com/office/drawing/2014/main" val="331732464"/>
                    </a:ext>
                  </a:extLst>
                </a:gridCol>
                <a:gridCol w="981777">
                  <a:extLst>
                    <a:ext uri="{9D8B030D-6E8A-4147-A177-3AD203B41FA5}">
                      <a16:colId xmlns:a16="http://schemas.microsoft.com/office/drawing/2014/main" val="1885531797"/>
                    </a:ext>
                  </a:extLst>
                </a:gridCol>
                <a:gridCol w="981777">
                  <a:extLst>
                    <a:ext uri="{9D8B030D-6E8A-4147-A177-3AD203B41FA5}">
                      <a16:colId xmlns:a16="http://schemas.microsoft.com/office/drawing/2014/main" val="1670511277"/>
                    </a:ext>
                  </a:extLst>
                </a:gridCol>
                <a:gridCol w="981777">
                  <a:extLst>
                    <a:ext uri="{9D8B030D-6E8A-4147-A177-3AD203B41FA5}">
                      <a16:colId xmlns:a16="http://schemas.microsoft.com/office/drawing/2014/main" val="822772878"/>
                    </a:ext>
                  </a:extLst>
                </a:gridCol>
              </a:tblGrid>
              <a:tr h="324035">
                <a:tc gridSpan="3">
                  <a:txBody>
                    <a:bodyPr/>
                    <a:lstStyle/>
                    <a:p>
                      <a:pPr algn="ctr"/>
                      <a:r>
                        <a:rPr lang="en-BR" sz="1600" dirty="0"/>
                        <a:t>Shares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B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BR" sz="1600" dirty="0"/>
                        <a:t>LC.A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BR" sz="1600" dirty="0"/>
                        <a:t>LC.B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BR" sz="1600" dirty="0"/>
                        <a:t>LC.C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3087715"/>
                  </a:ext>
                </a:extLst>
              </a:tr>
              <a:tr h="324035">
                <a:tc>
                  <a:txBody>
                    <a:bodyPr/>
                    <a:lstStyle/>
                    <a:p>
                      <a:pPr algn="ctr"/>
                      <a:r>
                        <a:rPr lang="en-BR" sz="16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BR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BR" sz="16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BR" sz="16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BR" sz="1600" dirty="0"/>
                        <a:t>2050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BR" sz="16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4865560"/>
                  </a:ext>
                </a:extLst>
              </a:tr>
              <a:tr h="324035">
                <a:tc>
                  <a:txBody>
                    <a:bodyPr/>
                    <a:lstStyle/>
                    <a:p>
                      <a:pPr algn="ctr"/>
                      <a:r>
                        <a:rPr lang="en-BR" sz="16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BR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BR" sz="16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BR" sz="1600" dirty="0"/>
                        <a:t>687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BR" sz="1600" dirty="0"/>
                        <a:t>2051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BR" sz="1600" dirty="0"/>
                        <a:t>1369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1198960"/>
                  </a:ext>
                </a:extLst>
              </a:tr>
              <a:tr h="324035">
                <a:tc>
                  <a:txBody>
                    <a:bodyPr/>
                    <a:lstStyle/>
                    <a:p>
                      <a:pPr algn="ctr"/>
                      <a:r>
                        <a:rPr lang="en-BR" sz="16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BR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BR" sz="16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BR" sz="1600" dirty="0"/>
                        <a:t>1029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BR" sz="1600" dirty="0"/>
                        <a:t>1367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BR" sz="1600" dirty="0"/>
                        <a:t>1711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2575062"/>
                  </a:ext>
                </a:extLst>
              </a:tr>
              <a:tr h="324035">
                <a:tc>
                  <a:txBody>
                    <a:bodyPr/>
                    <a:lstStyle/>
                    <a:p>
                      <a:pPr algn="ctr"/>
                      <a:r>
                        <a:rPr lang="en-BR" sz="16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BR" sz="16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BR" sz="16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BR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BR" sz="1600" dirty="0"/>
                        <a:t>2051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BR" sz="16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9146638"/>
                  </a:ext>
                </a:extLst>
              </a:tr>
              <a:tr h="324035">
                <a:tc>
                  <a:txBody>
                    <a:bodyPr/>
                    <a:lstStyle/>
                    <a:p>
                      <a:pPr algn="ctr"/>
                      <a:r>
                        <a:rPr lang="en-BR" sz="16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BR" sz="16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BR" sz="16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BR" sz="1600" dirty="0"/>
                        <a:t>1285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BR" sz="1600" dirty="0"/>
                        <a:t>512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BR" sz="1600" dirty="0"/>
                        <a:t>257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5921342"/>
                  </a:ext>
                </a:extLst>
              </a:tr>
              <a:tr h="324035">
                <a:tc>
                  <a:txBody>
                    <a:bodyPr/>
                    <a:lstStyle/>
                    <a:p>
                      <a:pPr algn="ctr"/>
                      <a:r>
                        <a:rPr lang="en-BR" sz="16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BR" sz="16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BR" sz="16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BR" sz="1600" dirty="0"/>
                        <a:t>686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BR" sz="1600" dirty="0"/>
                        <a:t>1367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BR" sz="16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0105188"/>
                  </a:ext>
                </a:extLst>
              </a:tr>
              <a:tr h="324035">
                <a:tc>
                  <a:txBody>
                    <a:bodyPr/>
                    <a:lstStyle/>
                    <a:p>
                      <a:pPr algn="ctr"/>
                      <a:r>
                        <a:rPr lang="en-BR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BR" sz="16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BR" sz="16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BR" sz="16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BR" sz="1600" dirty="0"/>
                        <a:t>2045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BR" sz="160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2915188"/>
                  </a:ext>
                </a:extLst>
              </a:tr>
              <a:tr h="324035">
                <a:tc>
                  <a:txBody>
                    <a:bodyPr/>
                    <a:lstStyle/>
                    <a:p>
                      <a:pPr algn="ctr"/>
                      <a:r>
                        <a:rPr lang="en-BR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BR" sz="16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BR" sz="16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BR" sz="16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BR" sz="1600" dirty="0"/>
                        <a:t>2048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BR" sz="16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8153052"/>
                  </a:ext>
                </a:extLst>
              </a:tr>
              <a:tr h="324035">
                <a:tc>
                  <a:txBody>
                    <a:bodyPr/>
                    <a:lstStyle/>
                    <a:p>
                      <a:pPr algn="ctr"/>
                      <a:r>
                        <a:rPr lang="en-BR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BR" sz="16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BR" sz="16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BR" sz="1600" dirty="0"/>
                        <a:t>1372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BR" sz="1600" dirty="0"/>
                        <a:t>2048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BR" sz="1600" dirty="0"/>
                        <a:t>687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1768109"/>
                  </a:ext>
                </a:extLst>
              </a:tr>
              <a:tr h="324035">
                <a:tc>
                  <a:txBody>
                    <a:bodyPr/>
                    <a:lstStyle/>
                    <a:p>
                      <a:pPr algn="ctr"/>
                      <a:r>
                        <a:rPr lang="en-BR" sz="16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BR" sz="16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BR" sz="16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BR" sz="16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BR" sz="1600" dirty="0"/>
                        <a:t>2038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BR" sz="1600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46792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532635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22167</TotalTime>
  <Words>297</Words>
  <Application>Microsoft Macintosh PowerPoint</Application>
  <PresentationFormat>A4 Paper (210x297 mm)</PresentationFormat>
  <Paragraphs>135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Renato Schiavinato Lopez</dc:creator>
  <cp:lastModifiedBy>Renato Schiavinato Lopez</cp:lastModifiedBy>
  <cp:revision>62</cp:revision>
  <cp:lastPrinted>2026-10-12T02:08:14Z</cp:lastPrinted>
  <dcterms:created xsi:type="dcterms:W3CDTF">2025-12-07T22:50:14Z</dcterms:created>
  <dcterms:modified xsi:type="dcterms:W3CDTF">2026-10-12T02:08:20Z</dcterms:modified>
</cp:coreProperties>
</file>