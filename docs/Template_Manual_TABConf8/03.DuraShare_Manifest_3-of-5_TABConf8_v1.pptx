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"/>
  </p:notesMasterIdLst>
  <p:sldIdLst>
    <p:sldId id="26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0F9ED5"/>
    <a:srgbClr val="E97132"/>
    <a:srgbClr val="A02A93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5297"/>
  </p:normalViewPr>
  <p:slideViewPr>
    <p:cSldViewPr snapToGrid="0">
      <p:cViewPr>
        <p:scale>
          <a:sx n="71" d="100"/>
          <a:sy n="71" d="100"/>
        </p:scale>
        <p:origin x="3184" y="448"/>
      </p:cViewPr>
      <p:guideLst>
        <p:guide orient="horz" pos="3120"/>
        <p:guide pos="216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10/10/26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8778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10/10/26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10/10/26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10/10/26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10/10/26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10/10/26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10/10/26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10/10/26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10/10/26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10/10/26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10/10/26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10/10/26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10/10/26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77411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124307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SECRET!</a:t>
            </a:r>
            <a:r>
              <a:rPr lang="en-US" noProof="0" dirty="0"/>
              <a:t> </a:t>
            </a:r>
            <a:r>
              <a:rPr lang="en-US" noProof="0" dirty="0" err="1"/>
              <a:t>DuraShare</a:t>
            </a:r>
            <a:r>
              <a:rPr lang="en-US" noProof="0" dirty="0"/>
              <a:t> – Manifest </a:t>
            </a:r>
            <a:r>
              <a:rPr lang="en-US" dirty="0"/>
              <a:t>3-of-5 TABConf8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73291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39E1B-0463-99F7-DB8B-DBA7993839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60795" y="1108195"/>
            <a:ext cx="1839391" cy="1865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D6A98-74AE-D26E-BA91-88063CE82CD1}"/>
              </a:ext>
            </a:extLst>
          </p:cNvPr>
          <p:cNvSpPr txBox="1"/>
          <p:nvPr/>
        </p:nvSpPr>
        <p:spPr>
          <a:xfrm>
            <a:off x="964237" y="188625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KA.C2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2C0D16-7B79-33A2-EAFF-E9E30A23FA0C}"/>
              </a:ext>
            </a:extLst>
          </p:cNvPr>
          <p:cNvSpPr/>
          <p:nvPr/>
        </p:nvSpPr>
        <p:spPr>
          <a:xfrm>
            <a:off x="964237" y="2084257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9BEBE-D246-CD7F-FD1E-0E52E4D10A4C}"/>
              </a:ext>
            </a:extLst>
          </p:cNvPr>
          <p:cNvSpPr txBox="1"/>
          <p:nvPr/>
        </p:nvSpPr>
        <p:spPr>
          <a:xfrm>
            <a:off x="1768280" y="1886257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KA.C3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B94C10-0C78-33ED-5D1D-61EFCB410B7B}"/>
              </a:ext>
            </a:extLst>
          </p:cNvPr>
          <p:cNvSpPr/>
          <p:nvPr/>
        </p:nvSpPr>
        <p:spPr>
          <a:xfrm>
            <a:off x="1768280" y="2084257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73493B-AE70-759D-1ED0-11E05435A012}"/>
              </a:ext>
            </a:extLst>
          </p:cNvPr>
          <p:cNvSpPr txBox="1"/>
          <p:nvPr/>
        </p:nvSpPr>
        <p:spPr>
          <a:xfrm>
            <a:off x="158649" y="1889244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KA.C1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87C5D7-CB60-0CD4-4FB0-AC4E09F6A078}"/>
              </a:ext>
            </a:extLst>
          </p:cNvPr>
          <p:cNvSpPr/>
          <p:nvPr/>
        </p:nvSpPr>
        <p:spPr>
          <a:xfrm>
            <a:off x="158649" y="2087244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8EA9AC-DF56-48B3-6B45-75D4FDC0DDC2}"/>
              </a:ext>
            </a:extLst>
          </p:cNvPr>
          <p:cNvSpPr txBox="1"/>
          <p:nvPr/>
        </p:nvSpPr>
        <p:spPr>
          <a:xfrm>
            <a:off x="2572323" y="188625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C5870F-7E0A-E988-7A25-4DCF1C5ED1BE}"/>
              </a:ext>
            </a:extLst>
          </p:cNvPr>
          <p:cNvSpPr/>
          <p:nvPr/>
        </p:nvSpPr>
        <p:spPr>
          <a:xfrm>
            <a:off x="2572323" y="2084257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0B1D16AB-F44D-D316-B608-6990A0893BBC}"/>
              </a:ext>
            </a:extLst>
          </p:cNvPr>
          <p:cNvSpPr txBox="1"/>
          <p:nvPr/>
        </p:nvSpPr>
        <p:spPr>
          <a:xfrm>
            <a:off x="201599" y="1508654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Sharekeeper</a:t>
            </a:r>
            <a:r>
              <a:rPr lang="en-US" sz="1100" dirty="0"/>
              <a:t> Hint:___________________________________________________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3F610923-1D84-0C7C-8199-D59A3C49062A}"/>
              </a:ext>
            </a:extLst>
          </p:cNvPr>
          <p:cNvSpPr txBox="1"/>
          <p:nvPr/>
        </p:nvSpPr>
        <p:spPr>
          <a:xfrm>
            <a:off x="201599" y="1111461"/>
            <a:ext cx="142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 1 (S1)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54B625-286B-056A-EF44-0405B821062D}"/>
              </a:ext>
            </a:extLst>
          </p:cNvPr>
          <p:cNvSpPr txBox="1"/>
          <p:nvPr/>
        </p:nvSpPr>
        <p:spPr>
          <a:xfrm>
            <a:off x="251727" y="375747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is confidential.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compromises security and privacy.</a:t>
            </a:r>
            <a:endParaRPr lang="en-US" sz="6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42C75-3DB1-6355-034A-747089D016D6}"/>
              </a:ext>
            </a:extLst>
          </p:cNvPr>
          <p:cNvSpPr txBox="1"/>
          <p:nvPr/>
        </p:nvSpPr>
        <p:spPr>
          <a:xfrm>
            <a:off x="203273" y="3321503"/>
            <a:ext cx="645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AB245-8942-8D38-8F9D-12EEC85FC1FA}"/>
              </a:ext>
            </a:extLst>
          </p:cNvPr>
          <p:cNvSpPr txBox="1"/>
          <p:nvPr/>
        </p:nvSpPr>
        <p:spPr>
          <a:xfrm>
            <a:off x="203271" y="3669739"/>
            <a:ext cx="6451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F5EA20-7DCD-9879-F2C7-F5DC68F99749}"/>
              </a:ext>
            </a:extLst>
          </p:cNvPr>
          <p:cNvSpPr txBox="1"/>
          <p:nvPr/>
        </p:nvSpPr>
        <p:spPr>
          <a:xfrm>
            <a:off x="203272" y="4009336"/>
            <a:ext cx="64514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Language:_________________________ Session:_________________________________________________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0F7EF-3CB6-89D1-89FD-0C34219D54CF}"/>
              </a:ext>
            </a:extLst>
          </p:cNvPr>
          <p:cNvSpPr txBox="1"/>
          <p:nvPr/>
        </p:nvSpPr>
        <p:spPr>
          <a:xfrm>
            <a:off x="42964" y="4384261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pic>
        <p:nvPicPr>
          <p:cNvPr id="12" name="Picture 11" descr="A logo of a griffin&#10;&#10;AI-generated content may be incorrect.">
            <a:extLst>
              <a:ext uri="{FF2B5EF4-FFF2-40B4-BE49-F238E27FC236}">
                <a16:creationId xmlns:a16="http://schemas.microsoft.com/office/drawing/2014/main" id="{504BE369-D817-2951-B703-A7AF86925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5213503"/>
            <a:ext cx="544198" cy="544198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901591-91EB-48AB-08C6-1F622EC81623}"/>
              </a:ext>
            </a:extLst>
          </p:cNvPr>
          <p:cNvSpPr txBox="1"/>
          <p:nvPr/>
        </p:nvSpPr>
        <p:spPr>
          <a:xfrm>
            <a:off x="187340" y="516039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SECRET!</a:t>
            </a:r>
            <a:r>
              <a:rPr lang="en-US" noProof="0" dirty="0"/>
              <a:t> </a:t>
            </a:r>
            <a:r>
              <a:rPr lang="en-US" noProof="0" dirty="0" err="1"/>
              <a:t>DuraShare</a:t>
            </a:r>
            <a:r>
              <a:rPr lang="en-US" noProof="0" dirty="0"/>
              <a:t> – Manifest </a:t>
            </a:r>
            <a:r>
              <a:rPr lang="en-US" dirty="0"/>
              <a:t>3-of-5 TABConf8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494521-8E1F-1438-7A8B-9944DBBA395E}"/>
              </a:ext>
            </a:extLst>
          </p:cNvPr>
          <p:cNvSpPr txBox="1"/>
          <p:nvPr/>
        </p:nvSpPr>
        <p:spPr>
          <a:xfrm>
            <a:off x="187340" y="5769002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05695E-4216-7BA0-7DE0-E9D9CBFF57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60795" y="6144287"/>
            <a:ext cx="1839391" cy="1865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C964DC-A0CF-25D5-A0AC-E598F506EA9A}"/>
              </a:ext>
            </a:extLst>
          </p:cNvPr>
          <p:cNvSpPr txBox="1"/>
          <p:nvPr/>
        </p:nvSpPr>
        <p:spPr>
          <a:xfrm>
            <a:off x="964237" y="692234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KA.C2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AFFD4F-F52F-9351-78C3-18BA66A36152}"/>
              </a:ext>
            </a:extLst>
          </p:cNvPr>
          <p:cNvSpPr/>
          <p:nvPr/>
        </p:nvSpPr>
        <p:spPr>
          <a:xfrm>
            <a:off x="964237" y="7120349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948CB2-A02E-BEF4-9A48-A8FD16ECA94A}"/>
              </a:ext>
            </a:extLst>
          </p:cNvPr>
          <p:cNvSpPr txBox="1"/>
          <p:nvPr/>
        </p:nvSpPr>
        <p:spPr>
          <a:xfrm>
            <a:off x="1768280" y="6922349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KA.C3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4A4BB2-9FEE-D352-A992-4E168E8AA567}"/>
              </a:ext>
            </a:extLst>
          </p:cNvPr>
          <p:cNvSpPr/>
          <p:nvPr/>
        </p:nvSpPr>
        <p:spPr>
          <a:xfrm>
            <a:off x="1768280" y="7120349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94DAA4-CDCB-EC10-6B44-7E14286DC7F1}"/>
              </a:ext>
            </a:extLst>
          </p:cNvPr>
          <p:cNvSpPr txBox="1"/>
          <p:nvPr/>
        </p:nvSpPr>
        <p:spPr>
          <a:xfrm>
            <a:off x="158649" y="692533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KA.C1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4707D8-CB91-471B-FDFC-B7D436ED040F}"/>
              </a:ext>
            </a:extLst>
          </p:cNvPr>
          <p:cNvSpPr/>
          <p:nvPr/>
        </p:nvSpPr>
        <p:spPr>
          <a:xfrm>
            <a:off x="158649" y="7123336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CE22E2-03D3-CFD1-6A64-340D4D13F19C}"/>
              </a:ext>
            </a:extLst>
          </p:cNvPr>
          <p:cNvSpPr txBox="1"/>
          <p:nvPr/>
        </p:nvSpPr>
        <p:spPr>
          <a:xfrm>
            <a:off x="2572323" y="692234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702182-4F2F-F3AC-E34F-B250728F3CE8}"/>
              </a:ext>
            </a:extLst>
          </p:cNvPr>
          <p:cNvSpPr/>
          <p:nvPr/>
        </p:nvSpPr>
        <p:spPr>
          <a:xfrm>
            <a:off x="2572323" y="712034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A2E65C-972F-E078-C319-2ADA3832E17E}"/>
              </a:ext>
            </a:extLst>
          </p:cNvPr>
          <p:cNvSpPr txBox="1"/>
          <p:nvPr/>
        </p:nvSpPr>
        <p:spPr>
          <a:xfrm>
            <a:off x="201599" y="6544746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Sharekeeper</a:t>
            </a:r>
            <a:r>
              <a:rPr lang="en-US" sz="1100" dirty="0"/>
              <a:t> Hint:___________________________________________________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BD8339-2E83-676B-6899-FAF85C3DCD83}"/>
              </a:ext>
            </a:extLst>
          </p:cNvPr>
          <p:cNvSpPr txBox="1"/>
          <p:nvPr/>
        </p:nvSpPr>
        <p:spPr>
          <a:xfrm>
            <a:off x="201599" y="6147553"/>
            <a:ext cx="142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 1 (S1)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B531B1-64DA-2D07-D991-59EE97CFED5D}"/>
              </a:ext>
            </a:extLst>
          </p:cNvPr>
          <p:cNvSpPr txBox="1"/>
          <p:nvPr/>
        </p:nvSpPr>
        <p:spPr>
          <a:xfrm>
            <a:off x="251727" y="541183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is confidential.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compromises security and privacy.</a:t>
            </a:r>
            <a:endParaRPr lang="en-US" sz="600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51766F-FCBF-BDFF-EC04-E26DA1F6FA18}"/>
              </a:ext>
            </a:extLst>
          </p:cNvPr>
          <p:cNvSpPr txBox="1"/>
          <p:nvPr/>
        </p:nvSpPr>
        <p:spPr>
          <a:xfrm>
            <a:off x="203273" y="8357595"/>
            <a:ext cx="645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899A8-582B-AAFA-4EA2-3114C15155FF}"/>
              </a:ext>
            </a:extLst>
          </p:cNvPr>
          <p:cNvSpPr txBox="1"/>
          <p:nvPr/>
        </p:nvSpPr>
        <p:spPr>
          <a:xfrm>
            <a:off x="203271" y="8705831"/>
            <a:ext cx="6451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D3F853-18DF-162D-3AA1-07D4AC244F00}"/>
              </a:ext>
            </a:extLst>
          </p:cNvPr>
          <p:cNvSpPr txBox="1"/>
          <p:nvPr/>
        </p:nvSpPr>
        <p:spPr>
          <a:xfrm>
            <a:off x="203272" y="9045428"/>
            <a:ext cx="64514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Language:_________________________ Session:_________________________________________________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8D1C7A-518F-1E21-F404-2E71152950A8}"/>
              </a:ext>
            </a:extLst>
          </p:cNvPr>
          <p:cNvSpPr txBox="1"/>
          <p:nvPr/>
        </p:nvSpPr>
        <p:spPr>
          <a:xfrm>
            <a:off x="42964" y="942035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680795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17884</TotalTime>
  <Words>225</Words>
  <Application>Microsoft Macintosh PowerPoint</Application>
  <PresentationFormat>A4 Paper (210x297 mm)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68</cp:revision>
  <cp:lastPrinted>2026-09-10T14:52:44Z</cp:lastPrinted>
  <dcterms:created xsi:type="dcterms:W3CDTF">2025-12-07T22:50:14Z</dcterms:created>
  <dcterms:modified xsi:type="dcterms:W3CDTF">2026-10-12T00:11:49Z</dcterms:modified>
</cp:coreProperties>
</file>