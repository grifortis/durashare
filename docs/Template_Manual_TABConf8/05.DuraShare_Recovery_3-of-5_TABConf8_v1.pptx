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"/>
  </p:notesMasterIdLst>
  <p:sldIdLst>
    <p:sldId id="269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2A93"/>
    <a:srgbClr val="D9D9D9"/>
    <a:srgbClr val="FBFBFB"/>
    <a:srgbClr val="4EA72E"/>
    <a:srgbClr val="0F9ED5"/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9"/>
    <p:restoredTop sz="95296"/>
  </p:normalViewPr>
  <p:slideViewPr>
    <p:cSldViewPr snapToGrid="0">
      <p:cViewPr varScale="1">
        <p:scale>
          <a:sx n="142" d="100"/>
          <a:sy n="142" d="100"/>
        </p:scale>
        <p:origin x="6728" y="184"/>
      </p:cViewPr>
      <p:guideLst>
        <p:guide orient="horz" pos="3120"/>
        <p:guide pos="2160"/>
      </p:guideLst>
    </p:cSldViewPr>
  </p:slideViewPr>
  <p:notesTextViewPr>
    <p:cViewPr>
      <p:scale>
        <a:sx n="33" d="100"/>
        <a:sy n="3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A1A1E-9FB4-C942-83F2-2E882B02486B}" type="datetimeFigureOut">
              <a:rPr lang="en-BR" smtClean="0"/>
              <a:t>02/10/26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819C9-7153-B14B-B279-2EA491EAB30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659402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24008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24E4-3450-1046-AE64-B43B46F2996A}" type="datetime1">
              <a:rPr lang="en-US" smtClean="0"/>
              <a:t>10/2/26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7432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4AA9B-F3A6-4F48-BD85-6A6B912EC266}" type="datetime1">
              <a:rPr lang="en-US" smtClean="0"/>
              <a:t>10/2/26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59652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4EE2-7F41-7042-B8C8-244FFACED51B}" type="datetime1">
              <a:rPr lang="en-US" smtClean="0"/>
              <a:t>10/2/26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207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AD08F-87E3-6540-8174-C4C0400AEFD8}" type="datetime1">
              <a:rPr lang="en-US" smtClean="0"/>
              <a:t>10/2/26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6798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540E6-6DFF-B44E-87E6-2292B84E18B6}" type="datetime1">
              <a:rPr lang="en-US" smtClean="0"/>
              <a:t>10/2/26</a:t>
            </a:fld>
            <a:endParaRPr lang="en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639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9C164-A73D-0746-BC60-0B7DB9F0D311}" type="datetime1">
              <a:rPr lang="en-US" smtClean="0"/>
              <a:t>10/2/26</a:t>
            </a:fld>
            <a:endParaRPr lang="en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8289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341A-C547-5442-B12A-0B5A50B11DC1}" type="datetime1">
              <a:rPr lang="en-US" smtClean="0"/>
              <a:t>10/2/26</a:t>
            </a:fld>
            <a:endParaRPr lang="en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1577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2694-40D9-E741-A72D-E99892AFD2F2}" type="datetime1">
              <a:rPr lang="en-US" smtClean="0"/>
              <a:t>10/2/26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76749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CB594-C7C0-3742-B41F-E1BF6F153843}" type="datetime1">
              <a:rPr lang="en-US" smtClean="0"/>
              <a:t>10/2/26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97494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24CC-A669-5F43-9B46-C7099D091F19}" type="datetime1">
              <a:rPr lang="en-US" smtClean="0"/>
              <a:t>10/2/26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8468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C900-83D4-C64B-86FB-0326E0E513F9}" type="datetime1">
              <a:rPr lang="en-US" smtClean="0"/>
              <a:t>10/2/26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53305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46F12-8C20-404E-A113-F20F2E247EA2}" type="datetime1">
              <a:rPr lang="en-US" smtClean="0"/>
              <a:t>10/2/26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0890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70329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8729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70212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6065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9FE7CD5B-4221-AB3D-1B6D-60DF4A11731B}"/>
              </a:ext>
            </a:extLst>
          </p:cNvPr>
          <p:cNvSpPr/>
          <p:nvPr/>
        </p:nvSpPr>
        <p:spPr>
          <a:xfrm>
            <a:off x="5417125" y="2226200"/>
            <a:ext cx="864000" cy="359243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4675530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99BA70D-0BF3-83C9-98D2-2DCEFF65CDF3}"/>
              </a:ext>
            </a:extLst>
          </p:cNvPr>
          <p:cNvSpPr txBox="1"/>
          <p:nvPr/>
        </p:nvSpPr>
        <p:spPr>
          <a:xfrm>
            <a:off x="5417125" y="2010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E06C9-1170-0F4D-6013-7EDC6364A134}"/>
              </a:ext>
            </a:extLst>
          </p:cNvPr>
          <p:cNvSpPr/>
          <p:nvPr/>
        </p:nvSpPr>
        <p:spPr>
          <a:xfrm>
            <a:off x="6389125" y="2316200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70212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37812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45012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70212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25459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203859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25459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315906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25459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93059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200259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25459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W1.B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807060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591060" y="2226200"/>
            <a:ext cx="108000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807060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807060" y="1074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483060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555060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807060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W1.C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467773E-AA8D-34A4-BAC8-0ABE662CBA40}"/>
              </a:ext>
            </a:extLst>
          </p:cNvPr>
          <p:cNvCxnSpPr>
            <a:cxnSpLocks/>
          </p:cNvCxnSpPr>
          <p:nvPr/>
        </p:nvCxnSpPr>
        <p:spPr>
          <a:xfrm>
            <a:off x="5292000" y="2010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70212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8612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70212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606590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EC9B1A4-C283-E9F9-AFF3-4289062B1A66}"/>
              </a:ext>
            </a:extLst>
          </p:cNvPr>
          <p:cNvSpPr/>
          <p:nvPr/>
        </p:nvSpPr>
        <p:spPr>
          <a:xfrm>
            <a:off x="5417125" y="431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09D857D-17D9-8EFD-5C94-F5C140D99271}"/>
              </a:ext>
            </a:extLst>
          </p:cNvPr>
          <p:cNvSpPr txBox="1"/>
          <p:nvPr/>
        </p:nvSpPr>
        <p:spPr>
          <a:xfrm>
            <a:off x="4675530" y="4314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0524882-006B-A770-C5F9-4DD868F5BB30}"/>
              </a:ext>
            </a:extLst>
          </p:cNvPr>
          <p:cNvSpPr txBox="1"/>
          <p:nvPr/>
        </p:nvSpPr>
        <p:spPr>
          <a:xfrm>
            <a:off x="5417125" y="4098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590F868-AC40-A776-0C05-7D9DED8ACE45}"/>
              </a:ext>
            </a:extLst>
          </p:cNvPr>
          <p:cNvSpPr/>
          <p:nvPr/>
        </p:nvSpPr>
        <p:spPr>
          <a:xfrm>
            <a:off x="6389125" y="440420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70212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37812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45012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70212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</a:t>
            </a:r>
            <a:r>
              <a:rPr lang="en-US" sz="1000" dirty="0">
                <a:solidFill>
                  <a:srgbClr val="0F9ED5"/>
                </a:solidFill>
              </a:rPr>
              <a:t>A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25459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203859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25459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3161482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25459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93059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200259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25459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</a:t>
            </a:r>
            <a:r>
              <a:rPr lang="en-US" sz="1000" dirty="0">
                <a:solidFill>
                  <a:srgbClr val="0F9ED5"/>
                </a:solidFill>
              </a:rPr>
              <a:t>B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807060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591060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807060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807060" y="3162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483060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555060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807060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</a:t>
            </a:r>
            <a:r>
              <a:rPr lang="en-US" sz="1000" dirty="0">
                <a:solidFill>
                  <a:srgbClr val="0F9ED5"/>
                </a:solidFill>
              </a:rPr>
              <a:t>C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D85BF84-5E87-5198-D10B-C12C8B4A30F2}"/>
              </a:ext>
            </a:extLst>
          </p:cNvPr>
          <p:cNvCxnSpPr>
            <a:cxnSpLocks/>
          </p:cNvCxnSpPr>
          <p:nvPr/>
        </p:nvCxnSpPr>
        <p:spPr>
          <a:xfrm>
            <a:off x="5292000" y="4098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70212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8612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70212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606590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4288152-AFD9-5DE1-BD06-32EAD9DD839C}"/>
              </a:ext>
            </a:extLst>
          </p:cNvPr>
          <p:cNvSpPr/>
          <p:nvPr/>
        </p:nvSpPr>
        <p:spPr>
          <a:xfrm>
            <a:off x="5417125" y="640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3A899FA-412E-FE77-A708-920E23A64743}"/>
              </a:ext>
            </a:extLst>
          </p:cNvPr>
          <p:cNvSpPr txBox="1"/>
          <p:nvPr/>
        </p:nvSpPr>
        <p:spPr>
          <a:xfrm>
            <a:off x="4675530" y="6402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E2E1A13C-F1B3-40D5-1AFC-54F1D73E91F0}"/>
              </a:ext>
            </a:extLst>
          </p:cNvPr>
          <p:cNvSpPr txBox="1"/>
          <p:nvPr/>
        </p:nvSpPr>
        <p:spPr>
          <a:xfrm>
            <a:off x="5417125" y="6186200"/>
            <a:ext cx="86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9F315CF4-0F25-3BA6-CF54-E1D74B1BF0AA}"/>
              </a:ext>
            </a:extLst>
          </p:cNvPr>
          <p:cNvSpPr/>
          <p:nvPr/>
        </p:nvSpPr>
        <p:spPr>
          <a:xfrm>
            <a:off x="6389125" y="6492200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70212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37812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45012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70212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</a:t>
            </a:r>
            <a:r>
              <a:rPr lang="en-US" sz="1000" dirty="0">
                <a:solidFill>
                  <a:srgbClr val="4EA72E"/>
                </a:solidFill>
              </a:rPr>
              <a:t>.A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25459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203859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25459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3159060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25459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93059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200259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25459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</a:t>
            </a:r>
            <a:r>
              <a:rPr lang="en-US" sz="1000" dirty="0">
                <a:solidFill>
                  <a:srgbClr val="4EA72E"/>
                </a:solidFill>
              </a:rPr>
              <a:t>B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807060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591060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807060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807060" y="5250200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477810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555060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807060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</a:t>
            </a:r>
            <a:r>
              <a:rPr lang="en-US" sz="1000" dirty="0">
                <a:solidFill>
                  <a:srgbClr val="4EA72E"/>
                </a:solidFill>
              </a:rPr>
              <a:t>C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1D0859B8-DF5E-E5AF-21AF-19254AD84EED}"/>
              </a:ext>
            </a:extLst>
          </p:cNvPr>
          <p:cNvCxnSpPr>
            <a:cxnSpLocks/>
          </p:cNvCxnSpPr>
          <p:nvPr/>
        </p:nvCxnSpPr>
        <p:spPr>
          <a:xfrm>
            <a:off x="5292000" y="6186200"/>
            <a:ext cx="1296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70379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8779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70379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LC.A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608264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70379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37979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45179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70379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R1</a:t>
            </a:r>
            <a:r>
              <a:rPr lang="en-US" sz="1000" noProof="0" dirty="0">
                <a:solidFill>
                  <a:srgbClr val="A02A93"/>
                </a:solidFill>
              </a:rPr>
              <a:t>.A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25626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204026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25626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LC.B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3160734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25626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93226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200426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25626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R1</a:t>
            </a:r>
            <a:r>
              <a:rPr lang="en-US" sz="1000" noProof="0" dirty="0">
                <a:solidFill>
                  <a:srgbClr val="A02A93"/>
                </a:solidFill>
              </a:rPr>
              <a:t>.</a:t>
            </a:r>
            <a:r>
              <a:rPr lang="en-US" sz="1000" dirty="0">
                <a:solidFill>
                  <a:srgbClr val="A02A93"/>
                </a:solidFill>
              </a:rPr>
              <a:t>B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808734" y="7984916"/>
            <a:ext cx="864000" cy="359243"/>
          </a:xfrm>
          <a:prstGeom prst="rect">
            <a:avLst/>
          </a:prstGeom>
          <a:noFill/>
          <a:ln w="19050"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592734" y="8488916"/>
            <a:ext cx="1080000" cy="359243"/>
          </a:xfrm>
          <a:prstGeom prst="rect">
            <a:avLst/>
          </a:prstGeom>
          <a:noFill/>
          <a:ln w="12700"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808734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LC.C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808734" y="7336916"/>
            <a:ext cx="864000" cy="35924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479484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556734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808734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R1</a:t>
            </a:r>
            <a:r>
              <a:rPr lang="en-US" sz="1000" noProof="0" dirty="0">
                <a:solidFill>
                  <a:srgbClr val="A02A93"/>
                </a:solidFill>
              </a:rPr>
              <a:t>.</a:t>
            </a:r>
            <a:r>
              <a:rPr lang="en-US" sz="1000" dirty="0">
                <a:solidFill>
                  <a:srgbClr val="A02A93"/>
                </a:solidFill>
              </a:rPr>
              <a:t>C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702120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254590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930590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930590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16246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332645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377847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375698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807060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483060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485482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889434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Recovery 3-of-5 TABConf8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E97168-FC44-11D5-84F5-7AD438D1C165}"/>
              </a:ext>
            </a:extLst>
          </p:cNvPr>
          <p:cNvSpPr/>
          <p:nvPr/>
        </p:nvSpPr>
        <p:spPr>
          <a:xfrm>
            <a:off x="5418799" y="8488916"/>
            <a:ext cx="864000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8F3721-2F76-1A62-D195-31005ACC51CB}"/>
              </a:ext>
            </a:extLst>
          </p:cNvPr>
          <p:cNvSpPr/>
          <p:nvPr/>
        </p:nvSpPr>
        <p:spPr>
          <a:xfrm>
            <a:off x="6390799" y="8578916"/>
            <a:ext cx="178611" cy="178611"/>
          </a:xfrm>
          <a:prstGeom prst="rect">
            <a:avLst/>
          </a:prstGeom>
          <a:noFill/>
          <a:ln w="9525">
            <a:solidFill>
              <a:srgbClr val="A02A9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785C55-B238-B5F3-3C08-226C993769E8}"/>
              </a:ext>
            </a:extLst>
          </p:cNvPr>
          <p:cNvSpPr txBox="1"/>
          <p:nvPr/>
        </p:nvSpPr>
        <p:spPr>
          <a:xfrm>
            <a:off x="5379804" y="7778015"/>
            <a:ext cx="939438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R1 </a:t>
            </a:r>
            <a:r>
              <a:rPr lang="en-US" sz="1000" noProof="0" dirty="0"/>
              <a:t>=</a:t>
            </a:r>
          </a:p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</a:t>
            </a:r>
            <a:r>
              <a:rPr lang="en-US" sz="1000" noProof="0" dirty="0"/>
              <a:t> +</a:t>
            </a:r>
          </a:p>
          <a:p>
            <a:pPr algn="ctr"/>
            <a:r>
              <a:rPr lang="en-US" sz="1000" dirty="0">
                <a:solidFill>
                  <a:srgbClr val="0F9ED5"/>
                </a:solidFill>
              </a:rPr>
              <a:t>W2</a:t>
            </a:r>
            <a:r>
              <a:rPr lang="en-US" sz="1000" dirty="0"/>
              <a:t> +   </a:t>
            </a:r>
          </a:p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</a:t>
            </a:r>
            <a:r>
              <a:rPr lang="en-US" sz="1000" noProof="0" dirty="0">
                <a:solidFill>
                  <a:srgbClr val="FBFBFB"/>
                </a:solidFill>
              </a:rPr>
              <a:t>  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F48A3F-C5E7-C8D4-85DD-09F04968DAE4}"/>
              </a:ext>
            </a:extLst>
          </p:cNvPr>
          <p:cNvSpPr txBox="1"/>
          <p:nvPr/>
        </p:nvSpPr>
        <p:spPr>
          <a:xfrm>
            <a:off x="5735303" y="8239119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+ 1 Mod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145B3C-98F3-9BAF-A4E0-84ECC0E4E332}"/>
              </a:ext>
            </a:extLst>
          </p:cNvPr>
          <p:cNvSpPr txBox="1"/>
          <p:nvPr/>
        </p:nvSpPr>
        <p:spPr>
          <a:xfrm>
            <a:off x="4671060" y="8490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</p:spTree>
    <p:extLst>
      <p:ext uri="{BB962C8B-B14F-4D97-AF65-F5344CB8AC3E}">
        <p14:creationId xmlns:p14="http://schemas.microsoft.com/office/powerpoint/2010/main" val="1953263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19622</TotalTime>
  <Words>203</Words>
  <Application>Microsoft Macintosh PowerPoint</Application>
  <PresentationFormat>A4 Paper (210x297 mm)</PresentationFormat>
  <Paragraphs>64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Schiavinato Lopez</dc:creator>
  <cp:lastModifiedBy>Renato Schiavinato Lopez</cp:lastModifiedBy>
  <cp:revision>55</cp:revision>
  <cp:lastPrinted>2026-09-10T18:42:51Z</cp:lastPrinted>
  <dcterms:created xsi:type="dcterms:W3CDTF">2025-12-07T22:50:14Z</dcterms:created>
  <dcterms:modified xsi:type="dcterms:W3CDTF">2026-10-03T02:40:54Z</dcterms:modified>
</cp:coreProperties>
</file>