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3"/>
  </p:notesMasterIdLst>
  <p:sldIdLst>
    <p:sldId id="271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7132"/>
    <a:srgbClr val="0F9ED5"/>
    <a:srgbClr val="4EA72E"/>
    <a:srgbClr val="A02A93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89"/>
    <p:restoredTop sz="95296"/>
  </p:normalViewPr>
  <p:slideViewPr>
    <p:cSldViewPr snapToGrid="0">
      <p:cViewPr varScale="1">
        <p:scale>
          <a:sx n="142" d="100"/>
          <a:sy n="142" d="100"/>
        </p:scale>
        <p:origin x="6728" y="184"/>
      </p:cViewPr>
      <p:guideLst>
        <p:guide orient="horz" pos="3120"/>
        <p:guide pos="2160"/>
      </p:guideLst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7A1A1E-9FB4-C942-83F2-2E882B02486B}" type="datetimeFigureOut">
              <a:rPr lang="en-BR" smtClean="0"/>
              <a:t>02/10/26</a:t>
            </a:fld>
            <a:endParaRPr lang="en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E819C9-7153-B14B-B279-2EA491EAB301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659402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1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55063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024E4-3450-1046-AE64-B43B46F2996A}" type="datetime1">
              <a:rPr lang="en-US" smtClean="0"/>
              <a:t>10/2/26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574329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4AA9B-F3A6-4F48-BD85-6A6B912EC266}" type="datetime1">
              <a:rPr lang="en-US" smtClean="0"/>
              <a:t>10/2/26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059652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04EE2-7F41-7042-B8C8-244FFACED51B}" type="datetime1">
              <a:rPr lang="en-US" smtClean="0"/>
              <a:t>10/2/26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320706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AD08F-87E3-6540-8174-C4C0400AEFD8}" type="datetime1">
              <a:rPr lang="en-US" smtClean="0"/>
              <a:t>10/2/26</a:t>
            </a:fld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667980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540E6-6DFF-B44E-87E6-2292B84E18B6}" type="datetime1">
              <a:rPr lang="en-US" smtClean="0"/>
              <a:t>10/2/26</a:t>
            </a:fld>
            <a:endParaRPr lang="en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86391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9C164-A73D-0746-BC60-0B7DB9F0D311}" type="datetime1">
              <a:rPr lang="en-US" smtClean="0"/>
              <a:t>10/2/26</a:t>
            </a:fld>
            <a:endParaRPr lang="en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28289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3341A-C547-5442-B12A-0B5A50B11DC1}" type="datetime1">
              <a:rPr lang="en-US" smtClean="0"/>
              <a:t>10/2/26</a:t>
            </a:fld>
            <a:endParaRPr lang="en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815771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2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D2694-40D9-E741-A72D-E99892AFD2F2}" type="datetime1">
              <a:rPr lang="en-US" smtClean="0"/>
              <a:t>10/2/26</a:t>
            </a:fld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776749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2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CB594-C7C0-3742-B41F-E1BF6F153843}" type="datetime1">
              <a:rPr lang="en-US" smtClean="0"/>
              <a:t>10/2/26</a:t>
            </a:fld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297494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824CC-A669-5F43-9B46-C7099D091F19}" type="datetime1">
              <a:rPr lang="en-US" smtClean="0"/>
              <a:t>10/2/26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84689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7C900-83D4-C64B-86FB-0326E0E513F9}" type="datetime1">
              <a:rPr lang="en-US" smtClean="0"/>
              <a:t>10/2/26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053305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946F12-8C20-404E-A113-F20F2E247EA2}" type="datetime1">
              <a:rPr lang="en-US" smtClean="0"/>
              <a:t>10/2/26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608907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9DFF0E9-F7EC-9913-670C-80D9EB225A9F}"/>
              </a:ext>
            </a:extLst>
          </p:cNvPr>
          <p:cNvSpPr txBox="1"/>
          <p:nvPr/>
        </p:nvSpPr>
        <p:spPr>
          <a:xfrm rot="18173755">
            <a:off x="-1324789" y="4244324"/>
            <a:ext cx="95003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BR" sz="8000" dirty="0">
                <a:ln>
                  <a:solidFill>
                    <a:schemeClr val="bg1">
                      <a:lumMod val="85000"/>
                    </a:schemeClr>
                  </a:solidFill>
                </a:ln>
                <a:solidFill>
                  <a:srgbClr val="FBFBFB"/>
                </a:solidFill>
              </a:rPr>
              <a:t>DESTROY AFTER USE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E589BAD-6CA5-CE57-4EB3-FEFE75AD35C2}"/>
              </a:ext>
            </a:extLst>
          </p:cNvPr>
          <p:cNvSpPr/>
          <p:nvPr/>
        </p:nvSpPr>
        <p:spPr>
          <a:xfrm>
            <a:off x="361172" y="655703"/>
            <a:ext cx="722557" cy="359243"/>
          </a:xfrm>
          <a:prstGeom prst="rect">
            <a:avLst/>
          </a:prstGeom>
          <a:noFill/>
          <a:ln w="28575"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ECC5152-78F2-BB28-ACB9-8A7827936D3D}"/>
              </a:ext>
            </a:extLst>
          </p:cNvPr>
          <p:cNvSpPr/>
          <p:nvPr/>
        </p:nvSpPr>
        <p:spPr>
          <a:xfrm>
            <a:off x="361172" y="1081201"/>
            <a:ext cx="72255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01DB28A-873C-56A3-DC1A-BFDBB3EFC4E0}"/>
              </a:ext>
            </a:extLst>
          </p:cNvPr>
          <p:cNvSpPr/>
          <p:nvPr/>
        </p:nvSpPr>
        <p:spPr>
          <a:xfrm>
            <a:off x="361171" y="1506699"/>
            <a:ext cx="72255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E7F73F6-AAD6-2639-1729-78C14C091F9F}"/>
              </a:ext>
            </a:extLst>
          </p:cNvPr>
          <p:cNvSpPr/>
          <p:nvPr/>
        </p:nvSpPr>
        <p:spPr>
          <a:xfrm>
            <a:off x="361170" y="1932197"/>
            <a:ext cx="72255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C3B6D45-32F3-1224-392B-8EE14CBD222B}"/>
              </a:ext>
            </a:extLst>
          </p:cNvPr>
          <p:cNvSpPr/>
          <p:nvPr/>
        </p:nvSpPr>
        <p:spPr>
          <a:xfrm>
            <a:off x="361170" y="2357695"/>
            <a:ext cx="72255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95427A5-A424-7CEC-38FE-3522D7D0ECD6}"/>
              </a:ext>
            </a:extLst>
          </p:cNvPr>
          <p:cNvSpPr txBox="1"/>
          <p:nvPr/>
        </p:nvSpPr>
        <p:spPr>
          <a:xfrm>
            <a:off x="352750" y="459581"/>
            <a:ext cx="787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36FE7E6-1085-427A-2A06-1655A56B683B}"/>
              </a:ext>
            </a:extLst>
          </p:cNvPr>
          <p:cNvSpPr txBox="1"/>
          <p:nvPr/>
        </p:nvSpPr>
        <p:spPr>
          <a:xfrm>
            <a:off x="1778738" y="459574"/>
            <a:ext cx="1043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W1.R1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0DA1DA7C-AE1D-E424-C375-A3FD894B28AD}"/>
              </a:ext>
            </a:extLst>
          </p:cNvPr>
          <p:cNvSpPr/>
          <p:nvPr/>
        </p:nvSpPr>
        <p:spPr>
          <a:xfrm>
            <a:off x="1853139" y="655703"/>
            <a:ext cx="864539" cy="359243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543B58ED-9148-D208-3AB6-3330491BB764}"/>
              </a:ext>
            </a:extLst>
          </p:cNvPr>
          <p:cNvSpPr/>
          <p:nvPr/>
        </p:nvSpPr>
        <p:spPr>
          <a:xfrm>
            <a:off x="1853139" y="1081201"/>
            <a:ext cx="87164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768A0CAB-554C-3B7C-3870-3C3D61A5A51B}"/>
              </a:ext>
            </a:extLst>
          </p:cNvPr>
          <p:cNvSpPr/>
          <p:nvPr/>
        </p:nvSpPr>
        <p:spPr>
          <a:xfrm>
            <a:off x="1853137" y="1506699"/>
            <a:ext cx="871649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24678211-6344-0DC3-9344-410804AADEF6}"/>
              </a:ext>
            </a:extLst>
          </p:cNvPr>
          <p:cNvSpPr/>
          <p:nvPr/>
        </p:nvSpPr>
        <p:spPr>
          <a:xfrm>
            <a:off x="1853137" y="1932197"/>
            <a:ext cx="87165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6D67C32B-19E8-9DB0-3EE0-741734D5B756}"/>
              </a:ext>
            </a:extLst>
          </p:cNvPr>
          <p:cNvSpPr/>
          <p:nvPr/>
        </p:nvSpPr>
        <p:spPr>
          <a:xfrm>
            <a:off x="1853137" y="2357695"/>
            <a:ext cx="87165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07" name="Elbow Connector 106">
            <a:extLst>
              <a:ext uri="{FF2B5EF4-FFF2-40B4-BE49-F238E27FC236}">
                <a16:creationId xmlns:a16="http://schemas.microsoft.com/office/drawing/2014/main" id="{38A37EB7-D810-2013-70C0-E77522E1920F}"/>
              </a:ext>
            </a:extLst>
          </p:cNvPr>
          <p:cNvCxnSpPr>
            <a:cxnSpLocks/>
            <a:stCxn id="98" idx="1"/>
            <a:endCxn id="99" idx="1"/>
          </p:cNvCxnSpPr>
          <p:nvPr/>
        </p:nvCxnSpPr>
        <p:spPr>
          <a:xfrm rot="10800000" flipV="1">
            <a:off x="1853139" y="835325"/>
            <a:ext cx="12700" cy="425498"/>
          </a:xfrm>
          <a:prstGeom prst="bentConnector3">
            <a:avLst>
              <a:gd name="adj1" fmla="val 2433803"/>
            </a:avLst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A2EE057D-4A92-B978-FBD3-79210A8A0999}"/>
              </a:ext>
            </a:extLst>
          </p:cNvPr>
          <p:cNvSpPr txBox="1">
            <a:spLocks/>
          </p:cNvSpPr>
          <p:nvPr/>
        </p:nvSpPr>
        <p:spPr>
          <a:xfrm>
            <a:off x="1531414" y="1026248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x2</a:t>
            </a:r>
          </a:p>
        </p:txBody>
      </p:sp>
      <p:cxnSp>
        <p:nvCxnSpPr>
          <p:cNvPr id="127" name="Elbow Connector 126">
            <a:extLst>
              <a:ext uri="{FF2B5EF4-FFF2-40B4-BE49-F238E27FC236}">
                <a16:creationId xmlns:a16="http://schemas.microsoft.com/office/drawing/2014/main" id="{A37D2884-8CE8-B6A2-C999-BFF69C835309}"/>
              </a:ext>
            </a:extLst>
          </p:cNvPr>
          <p:cNvCxnSpPr>
            <a:cxnSpLocks/>
            <a:endCxn id="100" idx="1"/>
          </p:cNvCxnSpPr>
          <p:nvPr/>
        </p:nvCxnSpPr>
        <p:spPr>
          <a:xfrm rot="16200000" flipH="1">
            <a:off x="1245976" y="1079160"/>
            <a:ext cx="850996" cy="363326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3" name="Elbow Connector 142">
            <a:extLst>
              <a:ext uri="{FF2B5EF4-FFF2-40B4-BE49-F238E27FC236}">
                <a16:creationId xmlns:a16="http://schemas.microsoft.com/office/drawing/2014/main" id="{56528FDA-29B2-E883-11D0-0A9E15EEE0D3}"/>
              </a:ext>
            </a:extLst>
          </p:cNvPr>
          <p:cNvCxnSpPr>
            <a:cxnSpLocks/>
            <a:endCxn id="101" idx="1"/>
          </p:cNvCxnSpPr>
          <p:nvPr/>
        </p:nvCxnSpPr>
        <p:spPr>
          <a:xfrm rot="16200000" flipH="1">
            <a:off x="995955" y="1254637"/>
            <a:ext cx="1276498" cy="437866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6" name="Elbow Connector 145">
            <a:extLst>
              <a:ext uri="{FF2B5EF4-FFF2-40B4-BE49-F238E27FC236}">
                <a16:creationId xmlns:a16="http://schemas.microsoft.com/office/drawing/2014/main" id="{E32F9306-73EA-D59E-F2E8-F5D4A91854C3}"/>
              </a:ext>
            </a:extLst>
          </p:cNvPr>
          <p:cNvCxnSpPr>
            <a:cxnSpLocks/>
            <a:endCxn id="102" idx="1"/>
          </p:cNvCxnSpPr>
          <p:nvPr/>
        </p:nvCxnSpPr>
        <p:spPr>
          <a:xfrm rot="16200000" flipH="1">
            <a:off x="747680" y="1431860"/>
            <a:ext cx="1701996" cy="508918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9" name="TextBox 148">
            <a:extLst>
              <a:ext uri="{FF2B5EF4-FFF2-40B4-BE49-F238E27FC236}">
                <a16:creationId xmlns:a16="http://schemas.microsoft.com/office/drawing/2014/main" id="{8150B952-A39E-CE02-52FE-54B74407763E}"/>
              </a:ext>
            </a:extLst>
          </p:cNvPr>
          <p:cNvSpPr txBox="1"/>
          <p:nvPr/>
        </p:nvSpPr>
        <p:spPr>
          <a:xfrm>
            <a:off x="1516624" y="1459701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x3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56785F86-F02B-4674-8381-982C69009EDE}"/>
              </a:ext>
            </a:extLst>
          </p:cNvPr>
          <p:cNvSpPr txBox="1"/>
          <p:nvPr/>
        </p:nvSpPr>
        <p:spPr>
          <a:xfrm>
            <a:off x="1516623" y="1883880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x4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D3C2941E-AB1E-435C-0921-9CC9B2607FB9}"/>
              </a:ext>
            </a:extLst>
          </p:cNvPr>
          <p:cNvSpPr txBox="1"/>
          <p:nvPr/>
        </p:nvSpPr>
        <p:spPr>
          <a:xfrm>
            <a:off x="1501836" y="2309007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x5</a:t>
            </a:r>
          </a:p>
        </p:txBody>
      </p: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E3DA89C9-039D-9139-510B-E8E90637F0CF}"/>
              </a:ext>
            </a:extLst>
          </p:cNvPr>
          <p:cNvCxnSpPr>
            <a:cxnSpLocks/>
          </p:cNvCxnSpPr>
          <p:nvPr/>
        </p:nvCxnSpPr>
        <p:spPr>
          <a:xfrm>
            <a:off x="1334839" y="835320"/>
            <a:ext cx="254357" cy="0"/>
          </a:xfrm>
          <a:prstGeom prst="line">
            <a:avLst/>
          </a:prstGeom>
          <a:ln w="9525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75" name="TextBox 174">
            <a:extLst>
              <a:ext uri="{FF2B5EF4-FFF2-40B4-BE49-F238E27FC236}">
                <a16:creationId xmlns:a16="http://schemas.microsoft.com/office/drawing/2014/main" id="{D12601B4-DBB3-7B90-8DE2-6D25B5FB13C2}"/>
              </a:ext>
            </a:extLst>
          </p:cNvPr>
          <p:cNvSpPr txBox="1"/>
          <p:nvPr/>
        </p:nvSpPr>
        <p:spPr>
          <a:xfrm>
            <a:off x="2710148" y="650654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E1B77402-C76B-7AAF-7631-515855822687}"/>
              </a:ext>
            </a:extLst>
          </p:cNvPr>
          <p:cNvSpPr txBox="1"/>
          <p:nvPr/>
        </p:nvSpPr>
        <p:spPr>
          <a:xfrm>
            <a:off x="3422967" y="459572"/>
            <a:ext cx="1043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W1.R2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9E63A247-552E-5251-51CA-CEE16EDE8C42}"/>
              </a:ext>
            </a:extLst>
          </p:cNvPr>
          <p:cNvSpPr/>
          <p:nvPr/>
        </p:nvSpPr>
        <p:spPr>
          <a:xfrm>
            <a:off x="3486132" y="661960"/>
            <a:ext cx="864539" cy="359243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67DCBC86-D289-4707-8579-52172AA43F61}"/>
              </a:ext>
            </a:extLst>
          </p:cNvPr>
          <p:cNvSpPr/>
          <p:nvPr/>
        </p:nvSpPr>
        <p:spPr>
          <a:xfrm>
            <a:off x="3486132" y="1087458"/>
            <a:ext cx="871647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389C63D7-F522-A0FB-2A0C-0A7069D0AFA3}"/>
              </a:ext>
            </a:extLst>
          </p:cNvPr>
          <p:cNvSpPr/>
          <p:nvPr/>
        </p:nvSpPr>
        <p:spPr>
          <a:xfrm>
            <a:off x="3486130" y="1512956"/>
            <a:ext cx="871649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591095F6-CEAC-35A9-BE12-04A80C846E22}"/>
              </a:ext>
            </a:extLst>
          </p:cNvPr>
          <p:cNvSpPr/>
          <p:nvPr/>
        </p:nvSpPr>
        <p:spPr>
          <a:xfrm>
            <a:off x="3486130" y="1938454"/>
            <a:ext cx="87165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7CAA567C-725D-E8D5-561E-93455C328763}"/>
              </a:ext>
            </a:extLst>
          </p:cNvPr>
          <p:cNvSpPr/>
          <p:nvPr/>
        </p:nvSpPr>
        <p:spPr>
          <a:xfrm>
            <a:off x="3486130" y="2363952"/>
            <a:ext cx="871650" cy="359243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2" name="Elbow Connector 181">
            <a:extLst>
              <a:ext uri="{FF2B5EF4-FFF2-40B4-BE49-F238E27FC236}">
                <a16:creationId xmlns:a16="http://schemas.microsoft.com/office/drawing/2014/main" id="{7DF6FD0D-2E72-9C20-4798-089EA77E9461}"/>
              </a:ext>
            </a:extLst>
          </p:cNvPr>
          <p:cNvCxnSpPr>
            <a:cxnSpLocks/>
            <a:stCxn id="177" idx="1"/>
            <a:endCxn id="178" idx="1"/>
          </p:cNvCxnSpPr>
          <p:nvPr/>
        </p:nvCxnSpPr>
        <p:spPr>
          <a:xfrm rot="10800000" flipV="1">
            <a:off x="3486132" y="841582"/>
            <a:ext cx="12700" cy="425498"/>
          </a:xfrm>
          <a:prstGeom prst="bentConnector3">
            <a:avLst>
              <a:gd name="adj1" fmla="val 2433803"/>
            </a:avLst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3" name="TextBox 182">
            <a:extLst>
              <a:ext uri="{FF2B5EF4-FFF2-40B4-BE49-F238E27FC236}">
                <a16:creationId xmlns:a16="http://schemas.microsoft.com/office/drawing/2014/main" id="{3992E111-57A8-3032-C17A-DF533A65DEBD}"/>
              </a:ext>
            </a:extLst>
          </p:cNvPr>
          <p:cNvSpPr txBox="1">
            <a:spLocks/>
          </p:cNvSpPr>
          <p:nvPr/>
        </p:nvSpPr>
        <p:spPr>
          <a:xfrm>
            <a:off x="3164407" y="1032505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x4</a:t>
            </a:r>
          </a:p>
        </p:txBody>
      </p:sp>
      <p:cxnSp>
        <p:nvCxnSpPr>
          <p:cNvPr id="184" name="Elbow Connector 183">
            <a:extLst>
              <a:ext uri="{FF2B5EF4-FFF2-40B4-BE49-F238E27FC236}">
                <a16:creationId xmlns:a16="http://schemas.microsoft.com/office/drawing/2014/main" id="{55CFE194-F918-5C62-9497-FA14B921A3C4}"/>
              </a:ext>
            </a:extLst>
          </p:cNvPr>
          <p:cNvCxnSpPr>
            <a:cxnSpLocks/>
            <a:endCxn id="179" idx="1"/>
          </p:cNvCxnSpPr>
          <p:nvPr/>
        </p:nvCxnSpPr>
        <p:spPr>
          <a:xfrm rot="16200000" flipH="1">
            <a:off x="2878969" y="1085417"/>
            <a:ext cx="850996" cy="363326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5" name="Elbow Connector 184">
            <a:extLst>
              <a:ext uri="{FF2B5EF4-FFF2-40B4-BE49-F238E27FC236}">
                <a16:creationId xmlns:a16="http://schemas.microsoft.com/office/drawing/2014/main" id="{AF0CDE28-E6A9-1FF6-5B1B-0D7C421868B5}"/>
              </a:ext>
            </a:extLst>
          </p:cNvPr>
          <p:cNvCxnSpPr>
            <a:cxnSpLocks/>
            <a:endCxn id="180" idx="1"/>
          </p:cNvCxnSpPr>
          <p:nvPr/>
        </p:nvCxnSpPr>
        <p:spPr>
          <a:xfrm rot="16200000" flipH="1">
            <a:off x="2628948" y="1260894"/>
            <a:ext cx="1276498" cy="437866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6" name="Elbow Connector 185">
            <a:extLst>
              <a:ext uri="{FF2B5EF4-FFF2-40B4-BE49-F238E27FC236}">
                <a16:creationId xmlns:a16="http://schemas.microsoft.com/office/drawing/2014/main" id="{C18B9EDD-2A67-5EE5-CC44-31E2F5E0B469}"/>
              </a:ext>
            </a:extLst>
          </p:cNvPr>
          <p:cNvCxnSpPr>
            <a:cxnSpLocks/>
            <a:endCxn id="181" idx="1"/>
          </p:cNvCxnSpPr>
          <p:nvPr/>
        </p:nvCxnSpPr>
        <p:spPr>
          <a:xfrm rot="16200000" flipH="1">
            <a:off x="2380673" y="1438117"/>
            <a:ext cx="1701996" cy="508918"/>
          </a:xfrm>
          <a:prstGeom prst="bentConnector2">
            <a:avLst/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87" name="TextBox 186">
            <a:extLst>
              <a:ext uri="{FF2B5EF4-FFF2-40B4-BE49-F238E27FC236}">
                <a16:creationId xmlns:a16="http://schemas.microsoft.com/office/drawing/2014/main" id="{DF285E21-86A0-0FA2-E26E-F64D7B7356B8}"/>
              </a:ext>
            </a:extLst>
          </p:cNvPr>
          <p:cNvSpPr txBox="1"/>
          <p:nvPr/>
        </p:nvSpPr>
        <p:spPr>
          <a:xfrm>
            <a:off x="3149617" y="1465958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x9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1B06B6BA-EA11-8B95-0ABC-FF8242405ADB}"/>
              </a:ext>
            </a:extLst>
          </p:cNvPr>
          <p:cNvSpPr txBox="1"/>
          <p:nvPr/>
        </p:nvSpPr>
        <p:spPr>
          <a:xfrm>
            <a:off x="3115151" y="1890137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x16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695C1BDD-BE8E-2F9F-DF7F-C6C93526412A}"/>
              </a:ext>
            </a:extLst>
          </p:cNvPr>
          <p:cNvSpPr txBox="1"/>
          <p:nvPr/>
        </p:nvSpPr>
        <p:spPr>
          <a:xfrm>
            <a:off x="3100364" y="2315264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x25</a:t>
            </a: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3252E1DF-BDBD-D32F-F8D5-9BA70920366B}"/>
              </a:ext>
            </a:extLst>
          </p:cNvPr>
          <p:cNvCxnSpPr>
            <a:cxnSpLocks/>
          </p:cNvCxnSpPr>
          <p:nvPr/>
        </p:nvCxnSpPr>
        <p:spPr>
          <a:xfrm>
            <a:off x="2967832" y="841577"/>
            <a:ext cx="254357" cy="0"/>
          </a:xfrm>
          <a:prstGeom prst="line">
            <a:avLst/>
          </a:prstGeom>
          <a:ln w="9525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1" name="TextBox 190">
            <a:extLst>
              <a:ext uri="{FF2B5EF4-FFF2-40B4-BE49-F238E27FC236}">
                <a16:creationId xmlns:a16="http://schemas.microsoft.com/office/drawing/2014/main" id="{1BFA5C08-A4A6-85B9-B5A2-F53FA0FF1E81}"/>
              </a:ext>
            </a:extLst>
          </p:cNvPr>
          <p:cNvSpPr txBox="1"/>
          <p:nvPr/>
        </p:nvSpPr>
        <p:spPr>
          <a:xfrm>
            <a:off x="2713368" y="1078059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D9734090-D78F-556D-8E63-8050410465A8}"/>
              </a:ext>
            </a:extLst>
          </p:cNvPr>
          <p:cNvSpPr txBox="1"/>
          <p:nvPr/>
        </p:nvSpPr>
        <p:spPr>
          <a:xfrm>
            <a:off x="2713368" y="149846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10431365-5150-4000-3785-0CAA98453940}"/>
              </a:ext>
            </a:extLst>
          </p:cNvPr>
          <p:cNvSpPr txBox="1"/>
          <p:nvPr/>
        </p:nvSpPr>
        <p:spPr>
          <a:xfrm>
            <a:off x="2713368" y="1930205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30C8F69E-3EB6-7D81-D32F-1270ABEC0DB5}"/>
              </a:ext>
            </a:extLst>
          </p:cNvPr>
          <p:cNvSpPr txBox="1"/>
          <p:nvPr/>
        </p:nvSpPr>
        <p:spPr>
          <a:xfrm>
            <a:off x="2713368" y="2353369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9F77D25A-DA31-9599-F887-C5A6F1AAC8BC}"/>
              </a:ext>
            </a:extLst>
          </p:cNvPr>
          <p:cNvSpPr txBox="1"/>
          <p:nvPr/>
        </p:nvSpPr>
        <p:spPr>
          <a:xfrm>
            <a:off x="1078898" y="650654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BE8ACF3F-6DB2-4D93-3DEE-4EF77EEAC144}"/>
              </a:ext>
            </a:extLst>
          </p:cNvPr>
          <p:cNvSpPr txBox="1"/>
          <p:nvPr/>
        </p:nvSpPr>
        <p:spPr>
          <a:xfrm>
            <a:off x="1082118" y="1078059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EBD9A879-FEB0-132E-EF00-4B8123987BF0}"/>
              </a:ext>
            </a:extLst>
          </p:cNvPr>
          <p:cNvSpPr txBox="1"/>
          <p:nvPr/>
        </p:nvSpPr>
        <p:spPr>
          <a:xfrm>
            <a:off x="1082118" y="149846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1A17ADC3-34C0-42C4-0507-3CDD57BBDDC5}"/>
              </a:ext>
            </a:extLst>
          </p:cNvPr>
          <p:cNvSpPr txBox="1"/>
          <p:nvPr/>
        </p:nvSpPr>
        <p:spPr>
          <a:xfrm>
            <a:off x="1082118" y="1930205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3CE2F034-6E07-44B3-9209-7F38A5C2F2C2}"/>
              </a:ext>
            </a:extLst>
          </p:cNvPr>
          <p:cNvSpPr txBox="1"/>
          <p:nvPr/>
        </p:nvSpPr>
        <p:spPr>
          <a:xfrm>
            <a:off x="1082118" y="2353369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B356EAB5-946C-4455-F225-0EC02DACEBFF}"/>
              </a:ext>
            </a:extLst>
          </p:cNvPr>
          <p:cNvSpPr txBox="1"/>
          <p:nvPr/>
        </p:nvSpPr>
        <p:spPr>
          <a:xfrm>
            <a:off x="4336143" y="712209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4C93D9F2-E36A-ABB9-E5E7-DC48A68A98F7}"/>
              </a:ext>
            </a:extLst>
          </p:cNvPr>
          <p:cNvSpPr txBox="1"/>
          <p:nvPr/>
        </p:nvSpPr>
        <p:spPr>
          <a:xfrm>
            <a:off x="5496858" y="722038"/>
            <a:ext cx="622208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W1.S1</a:t>
            </a:r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4BD8ED64-728D-BE40-EC73-0156A083B6A0}"/>
              </a:ext>
            </a:extLst>
          </p:cNvPr>
          <p:cNvSpPr/>
          <p:nvPr/>
        </p:nvSpPr>
        <p:spPr>
          <a:xfrm>
            <a:off x="4802400" y="666249"/>
            <a:ext cx="722557" cy="359243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012A86FD-EB5B-9F20-4250-1B4679FC225F}"/>
              </a:ext>
            </a:extLst>
          </p:cNvPr>
          <p:cNvSpPr/>
          <p:nvPr/>
        </p:nvSpPr>
        <p:spPr>
          <a:xfrm>
            <a:off x="4802400" y="1091747"/>
            <a:ext cx="722557" cy="35924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9FE7CD5B-4221-AB3D-1B6D-60DF4A11731B}"/>
              </a:ext>
            </a:extLst>
          </p:cNvPr>
          <p:cNvSpPr/>
          <p:nvPr/>
        </p:nvSpPr>
        <p:spPr>
          <a:xfrm>
            <a:off x="4802400" y="1517245"/>
            <a:ext cx="722557" cy="359243"/>
          </a:xfrm>
          <a:prstGeom prst="rect">
            <a:avLst/>
          </a:prstGeom>
          <a:noFill/>
          <a:ln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A65732AD-8F0C-6D1C-03A6-61AA6B6A8B14}"/>
              </a:ext>
            </a:extLst>
          </p:cNvPr>
          <p:cNvSpPr/>
          <p:nvPr/>
        </p:nvSpPr>
        <p:spPr>
          <a:xfrm>
            <a:off x="4802400" y="1942743"/>
            <a:ext cx="722557" cy="359243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3CA35BE1-B30F-2700-B668-67C55D187785}"/>
              </a:ext>
            </a:extLst>
          </p:cNvPr>
          <p:cNvSpPr/>
          <p:nvPr/>
        </p:nvSpPr>
        <p:spPr>
          <a:xfrm>
            <a:off x="4802400" y="2368241"/>
            <a:ext cx="722557" cy="35924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FA955A86-1554-83A3-3E4A-BA8D714D58A2}"/>
              </a:ext>
            </a:extLst>
          </p:cNvPr>
          <p:cNvSpPr txBox="1"/>
          <p:nvPr/>
        </p:nvSpPr>
        <p:spPr>
          <a:xfrm>
            <a:off x="4340376" y="1139614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30BDB347-53D5-F71B-F55E-53EFFBDE7C06}"/>
              </a:ext>
            </a:extLst>
          </p:cNvPr>
          <p:cNvSpPr txBox="1"/>
          <p:nvPr/>
        </p:nvSpPr>
        <p:spPr>
          <a:xfrm>
            <a:off x="4340835" y="1548593"/>
            <a:ext cx="5229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01550370-E1CA-CC0C-DED3-5B447E072F26}"/>
              </a:ext>
            </a:extLst>
          </p:cNvPr>
          <p:cNvSpPr txBox="1"/>
          <p:nvPr/>
        </p:nvSpPr>
        <p:spPr>
          <a:xfrm>
            <a:off x="4341734" y="1987035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0BAC42F3-4635-03AC-170D-09004E734D16}"/>
              </a:ext>
            </a:extLst>
          </p:cNvPr>
          <p:cNvSpPr txBox="1"/>
          <p:nvPr/>
        </p:nvSpPr>
        <p:spPr>
          <a:xfrm>
            <a:off x="4340087" y="2424818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ED40151D-5759-16FE-6657-23C1782B36D1}"/>
              </a:ext>
            </a:extLst>
          </p:cNvPr>
          <p:cNvSpPr txBox="1"/>
          <p:nvPr/>
        </p:nvSpPr>
        <p:spPr>
          <a:xfrm>
            <a:off x="5496859" y="1148516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W1.S2</a:t>
            </a: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699BA70D-0BF3-83C9-98D2-2DCEFF65CDF3}"/>
              </a:ext>
            </a:extLst>
          </p:cNvPr>
          <p:cNvSpPr txBox="1"/>
          <p:nvPr/>
        </p:nvSpPr>
        <p:spPr>
          <a:xfrm>
            <a:off x="5497954" y="1575145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W1.S3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D12F5D04-6EC9-2A6A-A773-789FDC90FC6E}"/>
              </a:ext>
            </a:extLst>
          </p:cNvPr>
          <p:cNvSpPr txBox="1"/>
          <p:nvPr/>
        </p:nvSpPr>
        <p:spPr>
          <a:xfrm>
            <a:off x="5497954" y="2001623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W1.S4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90A39020-C440-51CC-82EB-CCB81123E57C}"/>
              </a:ext>
            </a:extLst>
          </p:cNvPr>
          <p:cNvSpPr txBox="1"/>
          <p:nvPr/>
        </p:nvSpPr>
        <p:spPr>
          <a:xfrm>
            <a:off x="5496859" y="2422671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W1.S5</a:t>
            </a:r>
          </a:p>
        </p:txBody>
      </p:sp>
      <p:sp>
        <p:nvSpPr>
          <p:cNvPr id="357" name="Rectangle 356">
            <a:extLst>
              <a:ext uri="{FF2B5EF4-FFF2-40B4-BE49-F238E27FC236}">
                <a16:creationId xmlns:a16="http://schemas.microsoft.com/office/drawing/2014/main" id="{5E67941C-EDCC-6EF9-DD80-D21907A2AA65}"/>
              </a:ext>
            </a:extLst>
          </p:cNvPr>
          <p:cNvSpPr/>
          <p:nvPr/>
        </p:nvSpPr>
        <p:spPr>
          <a:xfrm>
            <a:off x="356341" y="7484746"/>
            <a:ext cx="722557" cy="359243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58" name="Rectangle 357">
            <a:extLst>
              <a:ext uri="{FF2B5EF4-FFF2-40B4-BE49-F238E27FC236}">
                <a16:creationId xmlns:a16="http://schemas.microsoft.com/office/drawing/2014/main" id="{01F4ADEA-ED57-5A96-3ED8-7B74F42F5E7A}"/>
              </a:ext>
            </a:extLst>
          </p:cNvPr>
          <p:cNvSpPr/>
          <p:nvPr/>
        </p:nvSpPr>
        <p:spPr>
          <a:xfrm>
            <a:off x="356341" y="7910244"/>
            <a:ext cx="72255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59" name="Rectangle 358">
            <a:extLst>
              <a:ext uri="{FF2B5EF4-FFF2-40B4-BE49-F238E27FC236}">
                <a16:creationId xmlns:a16="http://schemas.microsoft.com/office/drawing/2014/main" id="{071B9C17-8ACC-EA57-3956-9361E1551A76}"/>
              </a:ext>
            </a:extLst>
          </p:cNvPr>
          <p:cNvSpPr/>
          <p:nvPr/>
        </p:nvSpPr>
        <p:spPr>
          <a:xfrm>
            <a:off x="356340" y="8335742"/>
            <a:ext cx="72255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0" name="Rectangle 359">
            <a:extLst>
              <a:ext uri="{FF2B5EF4-FFF2-40B4-BE49-F238E27FC236}">
                <a16:creationId xmlns:a16="http://schemas.microsoft.com/office/drawing/2014/main" id="{E8802721-4777-4CB6-FCB2-941EB4F41A06}"/>
              </a:ext>
            </a:extLst>
          </p:cNvPr>
          <p:cNvSpPr/>
          <p:nvPr/>
        </p:nvSpPr>
        <p:spPr>
          <a:xfrm>
            <a:off x="356339" y="8761240"/>
            <a:ext cx="72255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1" name="Rectangle 360">
            <a:extLst>
              <a:ext uri="{FF2B5EF4-FFF2-40B4-BE49-F238E27FC236}">
                <a16:creationId xmlns:a16="http://schemas.microsoft.com/office/drawing/2014/main" id="{99C756E2-2422-C889-8E23-F289CEA90548}"/>
              </a:ext>
            </a:extLst>
          </p:cNvPr>
          <p:cNvSpPr/>
          <p:nvPr/>
        </p:nvSpPr>
        <p:spPr>
          <a:xfrm>
            <a:off x="356339" y="9186738"/>
            <a:ext cx="72255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2" name="TextBox 361">
            <a:extLst>
              <a:ext uri="{FF2B5EF4-FFF2-40B4-BE49-F238E27FC236}">
                <a16:creationId xmlns:a16="http://schemas.microsoft.com/office/drawing/2014/main" id="{32C6F720-2A71-1231-90F8-922386280EC9}"/>
              </a:ext>
            </a:extLst>
          </p:cNvPr>
          <p:cNvSpPr txBox="1"/>
          <p:nvPr/>
        </p:nvSpPr>
        <p:spPr>
          <a:xfrm>
            <a:off x="41292" y="7288624"/>
            <a:ext cx="135674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0F9ED5"/>
                </a:solidFill>
              </a:rPr>
              <a:t>W2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4EA72E"/>
                </a:solidFill>
              </a:rPr>
              <a:t>W3</a:t>
            </a:r>
            <a:r>
              <a:rPr lang="en-US" sz="1000" b="1" noProof="0" dirty="0"/>
              <a:t>+1</a:t>
            </a:r>
          </a:p>
        </p:txBody>
      </p:sp>
      <p:sp>
        <p:nvSpPr>
          <p:cNvPr id="363" name="TextBox 362">
            <a:extLst>
              <a:ext uri="{FF2B5EF4-FFF2-40B4-BE49-F238E27FC236}">
                <a16:creationId xmlns:a16="http://schemas.microsoft.com/office/drawing/2014/main" id="{80E3F286-41E3-D94B-4784-8C5688B7CC5D}"/>
              </a:ext>
            </a:extLst>
          </p:cNvPr>
          <p:cNvSpPr txBox="1"/>
          <p:nvPr/>
        </p:nvSpPr>
        <p:spPr>
          <a:xfrm>
            <a:off x="1336235" y="7288617"/>
            <a:ext cx="18934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97132"/>
                </a:solidFill>
              </a:rPr>
              <a:t>W1.R1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0F9ED5"/>
                </a:solidFill>
              </a:rPr>
              <a:t>W2.R1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4EA72E"/>
                </a:solidFill>
              </a:rPr>
              <a:t>W3.R1</a:t>
            </a:r>
            <a:endParaRPr lang="en-US" sz="1000" noProof="0" dirty="0"/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D70A748E-69DE-2C66-B82F-9D1E6D51B6B2}"/>
              </a:ext>
            </a:extLst>
          </p:cNvPr>
          <p:cNvSpPr/>
          <p:nvPr/>
        </p:nvSpPr>
        <p:spPr>
          <a:xfrm>
            <a:off x="1848308" y="7484746"/>
            <a:ext cx="864539" cy="359243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5" name="Rectangle 364">
            <a:extLst>
              <a:ext uri="{FF2B5EF4-FFF2-40B4-BE49-F238E27FC236}">
                <a16:creationId xmlns:a16="http://schemas.microsoft.com/office/drawing/2014/main" id="{BC896361-FF36-6473-4D16-D4CAC699921B}"/>
              </a:ext>
            </a:extLst>
          </p:cNvPr>
          <p:cNvSpPr/>
          <p:nvPr/>
        </p:nvSpPr>
        <p:spPr>
          <a:xfrm>
            <a:off x="1848308" y="7910244"/>
            <a:ext cx="87164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6" name="Rectangle 365">
            <a:extLst>
              <a:ext uri="{FF2B5EF4-FFF2-40B4-BE49-F238E27FC236}">
                <a16:creationId xmlns:a16="http://schemas.microsoft.com/office/drawing/2014/main" id="{CA2EE003-A86B-BA9D-99D1-60BC58C486D3}"/>
              </a:ext>
            </a:extLst>
          </p:cNvPr>
          <p:cNvSpPr/>
          <p:nvPr/>
        </p:nvSpPr>
        <p:spPr>
          <a:xfrm>
            <a:off x="1848306" y="8335742"/>
            <a:ext cx="871649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7" name="Rectangle 366">
            <a:extLst>
              <a:ext uri="{FF2B5EF4-FFF2-40B4-BE49-F238E27FC236}">
                <a16:creationId xmlns:a16="http://schemas.microsoft.com/office/drawing/2014/main" id="{BB14ECAF-7DBE-0431-113D-AB217E5C2F16}"/>
              </a:ext>
            </a:extLst>
          </p:cNvPr>
          <p:cNvSpPr/>
          <p:nvPr/>
        </p:nvSpPr>
        <p:spPr>
          <a:xfrm>
            <a:off x="1848306" y="8761240"/>
            <a:ext cx="871650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68" name="Rectangle 367">
            <a:extLst>
              <a:ext uri="{FF2B5EF4-FFF2-40B4-BE49-F238E27FC236}">
                <a16:creationId xmlns:a16="http://schemas.microsoft.com/office/drawing/2014/main" id="{D3046548-8169-5987-4068-39EDFB28027A}"/>
              </a:ext>
            </a:extLst>
          </p:cNvPr>
          <p:cNvSpPr/>
          <p:nvPr/>
        </p:nvSpPr>
        <p:spPr>
          <a:xfrm>
            <a:off x="1848306" y="9186738"/>
            <a:ext cx="871650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369" name="Elbow Connector 368">
            <a:extLst>
              <a:ext uri="{FF2B5EF4-FFF2-40B4-BE49-F238E27FC236}">
                <a16:creationId xmlns:a16="http://schemas.microsoft.com/office/drawing/2014/main" id="{13473A79-81BA-FC8C-6B30-C721CAD8E019}"/>
              </a:ext>
            </a:extLst>
          </p:cNvPr>
          <p:cNvCxnSpPr>
            <a:cxnSpLocks/>
            <a:stCxn id="364" idx="1"/>
            <a:endCxn id="365" idx="1"/>
          </p:cNvCxnSpPr>
          <p:nvPr/>
        </p:nvCxnSpPr>
        <p:spPr>
          <a:xfrm rot="10800000" flipV="1">
            <a:off x="1848308" y="7664368"/>
            <a:ext cx="12700" cy="425498"/>
          </a:xfrm>
          <a:prstGeom prst="bentConnector3">
            <a:avLst>
              <a:gd name="adj1" fmla="val 2433803"/>
            </a:avLst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70" name="TextBox 369">
            <a:extLst>
              <a:ext uri="{FF2B5EF4-FFF2-40B4-BE49-F238E27FC236}">
                <a16:creationId xmlns:a16="http://schemas.microsoft.com/office/drawing/2014/main" id="{4C3BACD6-CB7A-1185-FF0E-4A4732BF57CF}"/>
              </a:ext>
            </a:extLst>
          </p:cNvPr>
          <p:cNvSpPr txBox="1">
            <a:spLocks/>
          </p:cNvSpPr>
          <p:nvPr/>
        </p:nvSpPr>
        <p:spPr>
          <a:xfrm>
            <a:off x="1526583" y="7855291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x2</a:t>
            </a:r>
          </a:p>
        </p:txBody>
      </p:sp>
      <p:cxnSp>
        <p:nvCxnSpPr>
          <p:cNvPr id="371" name="Elbow Connector 370">
            <a:extLst>
              <a:ext uri="{FF2B5EF4-FFF2-40B4-BE49-F238E27FC236}">
                <a16:creationId xmlns:a16="http://schemas.microsoft.com/office/drawing/2014/main" id="{B7859023-CC19-7FD9-AB82-07357112E78D}"/>
              </a:ext>
            </a:extLst>
          </p:cNvPr>
          <p:cNvCxnSpPr>
            <a:cxnSpLocks/>
            <a:endCxn id="366" idx="1"/>
          </p:cNvCxnSpPr>
          <p:nvPr/>
        </p:nvCxnSpPr>
        <p:spPr>
          <a:xfrm rot="16200000" flipH="1">
            <a:off x="1241145" y="7908203"/>
            <a:ext cx="850996" cy="363326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2" name="Elbow Connector 371">
            <a:extLst>
              <a:ext uri="{FF2B5EF4-FFF2-40B4-BE49-F238E27FC236}">
                <a16:creationId xmlns:a16="http://schemas.microsoft.com/office/drawing/2014/main" id="{2FDD5A8E-BD75-B33F-03DA-52F3AC4F07A6}"/>
              </a:ext>
            </a:extLst>
          </p:cNvPr>
          <p:cNvCxnSpPr>
            <a:cxnSpLocks/>
            <a:endCxn id="367" idx="1"/>
          </p:cNvCxnSpPr>
          <p:nvPr/>
        </p:nvCxnSpPr>
        <p:spPr>
          <a:xfrm rot="16200000" flipH="1">
            <a:off x="991124" y="8083680"/>
            <a:ext cx="1276498" cy="437866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73" name="Elbow Connector 372">
            <a:extLst>
              <a:ext uri="{FF2B5EF4-FFF2-40B4-BE49-F238E27FC236}">
                <a16:creationId xmlns:a16="http://schemas.microsoft.com/office/drawing/2014/main" id="{F07DD8A2-E16D-0ED8-728B-93B94FCC0B92}"/>
              </a:ext>
            </a:extLst>
          </p:cNvPr>
          <p:cNvCxnSpPr>
            <a:cxnSpLocks/>
            <a:endCxn id="368" idx="1"/>
          </p:cNvCxnSpPr>
          <p:nvPr/>
        </p:nvCxnSpPr>
        <p:spPr>
          <a:xfrm rot="16200000" flipH="1">
            <a:off x="742849" y="8260903"/>
            <a:ext cx="1701996" cy="508918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74" name="TextBox 373">
            <a:extLst>
              <a:ext uri="{FF2B5EF4-FFF2-40B4-BE49-F238E27FC236}">
                <a16:creationId xmlns:a16="http://schemas.microsoft.com/office/drawing/2014/main" id="{E88397AF-A6E0-F620-3C58-1B8BB834CFB4}"/>
              </a:ext>
            </a:extLst>
          </p:cNvPr>
          <p:cNvSpPr txBox="1"/>
          <p:nvPr/>
        </p:nvSpPr>
        <p:spPr>
          <a:xfrm>
            <a:off x="1511793" y="8288744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x3</a:t>
            </a:r>
          </a:p>
        </p:txBody>
      </p:sp>
      <p:sp>
        <p:nvSpPr>
          <p:cNvPr id="375" name="TextBox 374">
            <a:extLst>
              <a:ext uri="{FF2B5EF4-FFF2-40B4-BE49-F238E27FC236}">
                <a16:creationId xmlns:a16="http://schemas.microsoft.com/office/drawing/2014/main" id="{442492E5-FBEA-B949-C6BA-B1551A1A4029}"/>
              </a:ext>
            </a:extLst>
          </p:cNvPr>
          <p:cNvSpPr txBox="1"/>
          <p:nvPr/>
        </p:nvSpPr>
        <p:spPr>
          <a:xfrm>
            <a:off x="1511792" y="8712923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x4</a:t>
            </a:r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03124403-64AD-C318-6156-D582D984D95E}"/>
              </a:ext>
            </a:extLst>
          </p:cNvPr>
          <p:cNvSpPr txBox="1"/>
          <p:nvPr/>
        </p:nvSpPr>
        <p:spPr>
          <a:xfrm>
            <a:off x="1497005" y="9138050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x5</a:t>
            </a:r>
          </a:p>
        </p:txBody>
      </p:sp>
      <p:cxnSp>
        <p:nvCxnSpPr>
          <p:cNvPr id="377" name="Straight Connector 376">
            <a:extLst>
              <a:ext uri="{FF2B5EF4-FFF2-40B4-BE49-F238E27FC236}">
                <a16:creationId xmlns:a16="http://schemas.microsoft.com/office/drawing/2014/main" id="{9A6A96E1-9830-044D-EB63-47C20C3D4DBE}"/>
              </a:ext>
            </a:extLst>
          </p:cNvPr>
          <p:cNvCxnSpPr>
            <a:cxnSpLocks/>
          </p:cNvCxnSpPr>
          <p:nvPr/>
        </p:nvCxnSpPr>
        <p:spPr>
          <a:xfrm>
            <a:off x="1330008" y="7664363"/>
            <a:ext cx="254357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78" name="TextBox 377">
            <a:extLst>
              <a:ext uri="{FF2B5EF4-FFF2-40B4-BE49-F238E27FC236}">
                <a16:creationId xmlns:a16="http://schemas.microsoft.com/office/drawing/2014/main" id="{D3B713BE-AD85-40B0-4FE5-5C4E0FC5929A}"/>
              </a:ext>
            </a:extLst>
          </p:cNvPr>
          <p:cNvSpPr txBox="1"/>
          <p:nvPr/>
        </p:nvSpPr>
        <p:spPr>
          <a:xfrm>
            <a:off x="2705317" y="747969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79" name="TextBox 378">
            <a:extLst>
              <a:ext uri="{FF2B5EF4-FFF2-40B4-BE49-F238E27FC236}">
                <a16:creationId xmlns:a16="http://schemas.microsoft.com/office/drawing/2014/main" id="{7B1D8E2C-30D2-96F0-DA9E-AB32DF442EB1}"/>
              </a:ext>
            </a:extLst>
          </p:cNvPr>
          <p:cNvSpPr txBox="1"/>
          <p:nvPr/>
        </p:nvSpPr>
        <p:spPr>
          <a:xfrm>
            <a:off x="2948400" y="7290000"/>
            <a:ext cx="19375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W1.R2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0F9ED5"/>
                </a:solidFill>
              </a:rPr>
              <a:t>W2.R2</a:t>
            </a:r>
            <a:r>
              <a:rPr lang="en-US" sz="1000" noProof="0" dirty="0"/>
              <a:t>+</a:t>
            </a:r>
            <a:r>
              <a:rPr lang="en-US" sz="1000" noProof="0" dirty="0">
                <a:solidFill>
                  <a:srgbClr val="4EA72E"/>
                </a:solidFill>
              </a:rPr>
              <a:t>W3.R2</a:t>
            </a:r>
            <a:endParaRPr lang="en-US" sz="1000" noProof="0" dirty="0"/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A0E60E46-FB2F-B675-6C15-25171B4AD6E7}"/>
              </a:ext>
            </a:extLst>
          </p:cNvPr>
          <p:cNvSpPr/>
          <p:nvPr/>
        </p:nvSpPr>
        <p:spPr>
          <a:xfrm>
            <a:off x="3481301" y="7491003"/>
            <a:ext cx="864539" cy="359243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1" name="Rectangle 380">
            <a:extLst>
              <a:ext uri="{FF2B5EF4-FFF2-40B4-BE49-F238E27FC236}">
                <a16:creationId xmlns:a16="http://schemas.microsoft.com/office/drawing/2014/main" id="{7577C829-0B44-7A94-AE1B-9506B37E0A73}"/>
              </a:ext>
            </a:extLst>
          </p:cNvPr>
          <p:cNvSpPr/>
          <p:nvPr/>
        </p:nvSpPr>
        <p:spPr>
          <a:xfrm>
            <a:off x="3481301" y="7916501"/>
            <a:ext cx="871647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156D1F46-675E-05E7-4A98-FFB9935913AD}"/>
              </a:ext>
            </a:extLst>
          </p:cNvPr>
          <p:cNvSpPr/>
          <p:nvPr/>
        </p:nvSpPr>
        <p:spPr>
          <a:xfrm>
            <a:off x="3481299" y="8341999"/>
            <a:ext cx="871649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3" name="Rectangle 382">
            <a:extLst>
              <a:ext uri="{FF2B5EF4-FFF2-40B4-BE49-F238E27FC236}">
                <a16:creationId xmlns:a16="http://schemas.microsoft.com/office/drawing/2014/main" id="{9154664C-00B4-7681-EA21-57ACE85B655F}"/>
              </a:ext>
            </a:extLst>
          </p:cNvPr>
          <p:cNvSpPr/>
          <p:nvPr/>
        </p:nvSpPr>
        <p:spPr>
          <a:xfrm>
            <a:off x="3481299" y="8767497"/>
            <a:ext cx="871650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0DE64335-0BB6-8BE2-0D48-6B3B5615EC8E}"/>
              </a:ext>
            </a:extLst>
          </p:cNvPr>
          <p:cNvSpPr/>
          <p:nvPr/>
        </p:nvSpPr>
        <p:spPr>
          <a:xfrm>
            <a:off x="3481299" y="9192995"/>
            <a:ext cx="871650" cy="359243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385" name="Elbow Connector 384">
            <a:extLst>
              <a:ext uri="{FF2B5EF4-FFF2-40B4-BE49-F238E27FC236}">
                <a16:creationId xmlns:a16="http://schemas.microsoft.com/office/drawing/2014/main" id="{2656734B-FFC4-5CE9-BFBF-C7FB3111B545}"/>
              </a:ext>
            </a:extLst>
          </p:cNvPr>
          <p:cNvCxnSpPr>
            <a:cxnSpLocks/>
            <a:stCxn id="380" idx="1"/>
            <a:endCxn id="381" idx="1"/>
          </p:cNvCxnSpPr>
          <p:nvPr/>
        </p:nvCxnSpPr>
        <p:spPr>
          <a:xfrm rot="10800000" flipV="1">
            <a:off x="3481301" y="7670625"/>
            <a:ext cx="12700" cy="425498"/>
          </a:xfrm>
          <a:prstGeom prst="bentConnector3">
            <a:avLst>
              <a:gd name="adj1" fmla="val 2433803"/>
            </a:avLst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86" name="TextBox 385">
            <a:extLst>
              <a:ext uri="{FF2B5EF4-FFF2-40B4-BE49-F238E27FC236}">
                <a16:creationId xmlns:a16="http://schemas.microsoft.com/office/drawing/2014/main" id="{C750C1B1-31DB-774B-169E-1BE0C4291FAA}"/>
              </a:ext>
            </a:extLst>
          </p:cNvPr>
          <p:cNvSpPr txBox="1">
            <a:spLocks/>
          </p:cNvSpPr>
          <p:nvPr/>
        </p:nvSpPr>
        <p:spPr>
          <a:xfrm>
            <a:off x="3159576" y="7861548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x4</a:t>
            </a:r>
          </a:p>
        </p:txBody>
      </p:sp>
      <p:cxnSp>
        <p:nvCxnSpPr>
          <p:cNvPr id="387" name="Elbow Connector 386">
            <a:extLst>
              <a:ext uri="{FF2B5EF4-FFF2-40B4-BE49-F238E27FC236}">
                <a16:creationId xmlns:a16="http://schemas.microsoft.com/office/drawing/2014/main" id="{37C8B93E-E3F5-9A38-B923-34A8E597F477}"/>
              </a:ext>
            </a:extLst>
          </p:cNvPr>
          <p:cNvCxnSpPr>
            <a:cxnSpLocks/>
            <a:endCxn id="382" idx="1"/>
          </p:cNvCxnSpPr>
          <p:nvPr/>
        </p:nvCxnSpPr>
        <p:spPr>
          <a:xfrm rot="16200000" flipH="1">
            <a:off x="2874138" y="7914460"/>
            <a:ext cx="850996" cy="363326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8" name="Elbow Connector 387">
            <a:extLst>
              <a:ext uri="{FF2B5EF4-FFF2-40B4-BE49-F238E27FC236}">
                <a16:creationId xmlns:a16="http://schemas.microsoft.com/office/drawing/2014/main" id="{6B4DFE0E-D9F5-131D-6287-9EDF0C59BF9D}"/>
              </a:ext>
            </a:extLst>
          </p:cNvPr>
          <p:cNvCxnSpPr>
            <a:cxnSpLocks/>
            <a:endCxn id="383" idx="1"/>
          </p:cNvCxnSpPr>
          <p:nvPr/>
        </p:nvCxnSpPr>
        <p:spPr>
          <a:xfrm rot="16200000" flipH="1">
            <a:off x="2624117" y="8089937"/>
            <a:ext cx="1276498" cy="437866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9" name="Elbow Connector 388">
            <a:extLst>
              <a:ext uri="{FF2B5EF4-FFF2-40B4-BE49-F238E27FC236}">
                <a16:creationId xmlns:a16="http://schemas.microsoft.com/office/drawing/2014/main" id="{F2F03BC3-7526-0330-EEFA-8F3F38D41A5C}"/>
              </a:ext>
            </a:extLst>
          </p:cNvPr>
          <p:cNvCxnSpPr>
            <a:cxnSpLocks/>
            <a:endCxn id="384" idx="1"/>
          </p:cNvCxnSpPr>
          <p:nvPr/>
        </p:nvCxnSpPr>
        <p:spPr>
          <a:xfrm rot="16200000" flipH="1">
            <a:off x="2375842" y="8267160"/>
            <a:ext cx="1701996" cy="508918"/>
          </a:xfrm>
          <a:prstGeom prst="bentConnector2">
            <a:avLst/>
          </a:prstGeom>
          <a:ln w="9525">
            <a:solidFill>
              <a:schemeClr val="accent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0" name="TextBox 389">
            <a:extLst>
              <a:ext uri="{FF2B5EF4-FFF2-40B4-BE49-F238E27FC236}">
                <a16:creationId xmlns:a16="http://schemas.microsoft.com/office/drawing/2014/main" id="{139A6212-0F52-0654-2BB3-CF03898B90A9}"/>
              </a:ext>
            </a:extLst>
          </p:cNvPr>
          <p:cNvSpPr txBox="1"/>
          <p:nvPr/>
        </p:nvSpPr>
        <p:spPr>
          <a:xfrm>
            <a:off x="3144786" y="8295001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x9</a:t>
            </a:r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4F29D4EC-C4D9-68D1-C58D-A055AF97A167}"/>
              </a:ext>
            </a:extLst>
          </p:cNvPr>
          <p:cNvSpPr txBox="1"/>
          <p:nvPr/>
        </p:nvSpPr>
        <p:spPr>
          <a:xfrm>
            <a:off x="3110320" y="8719180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x16</a:t>
            </a:r>
          </a:p>
        </p:txBody>
      </p:sp>
      <p:sp>
        <p:nvSpPr>
          <p:cNvPr id="392" name="TextBox 391">
            <a:extLst>
              <a:ext uri="{FF2B5EF4-FFF2-40B4-BE49-F238E27FC236}">
                <a16:creationId xmlns:a16="http://schemas.microsoft.com/office/drawing/2014/main" id="{72FB3210-5AA1-83A3-15DA-308998B65E9F}"/>
              </a:ext>
            </a:extLst>
          </p:cNvPr>
          <p:cNvSpPr txBox="1"/>
          <p:nvPr/>
        </p:nvSpPr>
        <p:spPr>
          <a:xfrm>
            <a:off x="3095533" y="9144307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x25</a:t>
            </a:r>
          </a:p>
        </p:txBody>
      </p:sp>
      <p:cxnSp>
        <p:nvCxnSpPr>
          <p:cNvPr id="393" name="Straight Connector 392">
            <a:extLst>
              <a:ext uri="{FF2B5EF4-FFF2-40B4-BE49-F238E27FC236}">
                <a16:creationId xmlns:a16="http://schemas.microsoft.com/office/drawing/2014/main" id="{BACBDF31-7A52-7B9E-60EE-824C5553C58D}"/>
              </a:ext>
            </a:extLst>
          </p:cNvPr>
          <p:cNvCxnSpPr>
            <a:cxnSpLocks/>
          </p:cNvCxnSpPr>
          <p:nvPr/>
        </p:nvCxnSpPr>
        <p:spPr>
          <a:xfrm>
            <a:off x="2963001" y="7670620"/>
            <a:ext cx="254357" cy="0"/>
          </a:xfrm>
          <a:prstGeom prst="line">
            <a:avLst/>
          </a:prstGeom>
          <a:ln w="9525">
            <a:solidFill>
              <a:schemeClr val="accent5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94" name="TextBox 393">
            <a:extLst>
              <a:ext uri="{FF2B5EF4-FFF2-40B4-BE49-F238E27FC236}">
                <a16:creationId xmlns:a16="http://schemas.microsoft.com/office/drawing/2014/main" id="{F80E1085-C32C-1BAA-B144-7DC8D4C04C84}"/>
              </a:ext>
            </a:extLst>
          </p:cNvPr>
          <p:cNvSpPr txBox="1"/>
          <p:nvPr/>
        </p:nvSpPr>
        <p:spPr>
          <a:xfrm>
            <a:off x="2708537" y="7907102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5" name="TextBox 394">
            <a:extLst>
              <a:ext uri="{FF2B5EF4-FFF2-40B4-BE49-F238E27FC236}">
                <a16:creationId xmlns:a16="http://schemas.microsoft.com/office/drawing/2014/main" id="{6DDD8B72-D558-6B94-3513-01B486C94AB5}"/>
              </a:ext>
            </a:extLst>
          </p:cNvPr>
          <p:cNvSpPr txBox="1"/>
          <p:nvPr/>
        </p:nvSpPr>
        <p:spPr>
          <a:xfrm>
            <a:off x="2708537" y="8327511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6" name="TextBox 395">
            <a:extLst>
              <a:ext uri="{FF2B5EF4-FFF2-40B4-BE49-F238E27FC236}">
                <a16:creationId xmlns:a16="http://schemas.microsoft.com/office/drawing/2014/main" id="{8FD7DD8F-F907-0BE5-64BD-52C3E71BC6B4}"/>
              </a:ext>
            </a:extLst>
          </p:cNvPr>
          <p:cNvSpPr txBox="1"/>
          <p:nvPr/>
        </p:nvSpPr>
        <p:spPr>
          <a:xfrm>
            <a:off x="2708537" y="875924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7" name="TextBox 396">
            <a:extLst>
              <a:ext uri="{FF2B5EF4-FFF2-40B4-BE49-F238E27FC236}">
                <a16:creationId xmlns:a16="http://schemas.microsoft.com/office/drawing/2014/main" id="{CD357D82-4758-24A2-CAD6-D18CE8CF162C}"/>
              </a:ext>
            </a:extLst>
          </p:cNvPr>
          <p:cNvSpPr txBox="1"/>
          <p:nvPr/>
        </p:nvSpPr>
        <p:spPr>
          <a:xfrm>
            <a:off x="2708537" y="9182412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8" name="TextBox 397">
            <a:extLst>
              <a:ext uri="{FF2B5EF4-FFF2-40B4-BE49-F238E27FC236}">
                <a16:creationId xmlns:a16="http://schemas.microsoft.com/office/drawing/2014/main" id="{7A26B3B5-4609-AD14-6E88-25069151DE9A}"/>
              </a:ext>
            </a:extLst>
          </p:cNvPr>
          <p:cNvSpPr txBox="1"/>
          <p:nvPr/>
        </p:nvSpPr>
        <p:spPr>
          <a:xfrm>
            <a:off x="1074067" y="747969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399" name="TextBox 398">
            <a:extLst>
              <a:ext uri="{FF2B5EF4-FFF2-40B4-BE49-F238E27FC236}">
                <a16:creationId xmlns:a16="http://schemas.microsoft.com/office/drawing/2014/main" id="{3675884A-97E3-73C8-A1DB-010796F547C7}"/>
              </a:ext>
            </a:extLst>
          </p:cNvPr>
          <p:cNvSpPr txBox="1"/>
          <p:nvPr/>
        </p:nvSpPr>
        <p:spPr>
          <a:xfrm>
            <a:off x="1077287" y="7907102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3DD64A71-5982-3F67-20E4-1392D9C3DB79}"/>
              </a:ext>
            </a:extLst>
          </p:cNvPr>
          <p:cNvSpPr txBox="1"/>
          <p:nvPr/>
        </p:nvSpPr>
        <p:spPr>
          <a:xfrm>
            <a:off x="1077287" y="8327511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5B060534-9D9C-7BB5-43CA-C78F0DE09897}"/>
              </a:ext>
            </a:extLst>
          </p:cNvPr>
          <p:cNvSpPr txBox="1"/>
          <p:nvPr/>
        </p:nvSpPr>
        <p:spPr>
          <a:xfrm>
            <a:off x="1077287" y="875924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02" name="TextBox 401">
            <a:extLst>
              <a:ext uri="{FF2B5EF4-FFF2-40B4-BE49-F238E27FC236}">
                <a16:creationId xmlns:a16="http://schemas.microsoft.com/office/drawing/2014/main" id="{3FBD1E96-1E03-E82B-7C7A-CA7400EEC0F9}"/>
              </a:ext>
            </a:extLst>
          </p:cNvPr>
          <p:cNvSpPr txBox="1"/>
          <p:nvPr/>
        </p:nvSpPr>
        <p:spPr>
          <a:xfrm>
            <a:off x="1077287" y="9182412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403" name="TextBox 402">
            <a:extLst>
              <a:ext uri="{FF2B5EF4-FFF2-40B4-BE49-F238E27FC236}">
                <a16:creationId xmlns:a16="http://schemas.microsoft.com/office/drawing/2014/main" id="{B2B9DA2B-AF46-3A33-9929-CC3AAB3FC818}"/>
              </a:ext>
            </a:extLst>
          </p:cNvPr>
          <p:cNvSpPr txBox="1"/>
          <p:nvPr/>
        </p:nvSpPr>
        <p:spPr>
          <a:xfrm>
            <a:off x="4331312" y="7541252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8E5E1A7E-7EB5-5D5E-D44B-E453233DF2DA}"/>
              </a:ext>
            </a:extLst>
          </p:cNvPr>
          <p:cNvSpPr txBox="1"/>
          <p:nvPr/>
        </p:nvSpPr>
        <p:spPr>
          <a:xfrm>
            <a:off x="5870634" y="7440406"/>
            <a:ext cx="622208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W1.S1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0F9ED5"/>
                </a:solidFill>
              </a:rPr>
              <a:t>W2.S1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4EA72E"/>
                </a:solidFill>
              </a:rPr>
              <a:t>W3.S1</a:t>
            </a:r>
            <a:r>
              <a:rPr lang="en-US" sz="800" dirty="0">
                <a:solidFill>
                  <a:schemeClr val="bg1"/>
                </a:solidFill>
              </a:rPr>
              <a:t> .</a:t>
            </a:r>
            <a:r>
              <a:rPr lang="en-US" sz="800" dirty="0"/>
              <a:t>  </a:t>
            </a:r>
            <a:endParaRPr lang="en-US" sz="800" noProof="0" dirty="0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7673E26F-8B50-563C-3A5A-7EA5B45C761B}"/>
              </a:ext>
            </a:extLst>
          </p:cNvPr>
          <p:cNvSpPr/>
          <p:nvPr/>
        </p:nvSpPr>
        <p:spPr>
          <a:xfrm>
            <a:off x="4800676" y="7495292"/>
            <a:ext cx="722557" cy="359243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5655D3A3-5663-9436-DF3E-EEEFBD3593B9}"/>
              </a:ext>
            </a:extLst>
          </p:cNvPr>
          <p:cNvSpPr/>
          <p:nvPr/>
        </p:nvSpPr>
        <p:spPr>
          <a:xfrm>
            <a:off x="4800676" y="7920790"/>
            <a:ext cx="722557" cy="359243"/>
          </a:xfrm>
          <a:prstGeom prst="rect">
            <a:avLst/>
          </a:prstGeom>
          <a:noFill/>
          <a:ln>
            <a:solidFill>
              <a:schemeClr val="accent5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2AAFF0C3-947E-091D-BC5B-1426A0A476FA}"/>
              </a:ext>
            </a:extLst>
          </p:cNvPr>
          <p:cNvSpPr/>
          <p:nvPr/>
        </p:nvSpPr>
        <p:spPr>
          <a:xfrm>
            <a:off x="4800675" y="8346288"/>
            <a:ext cx="722557" cy="359243"/>
          </a:xfrm>
          <a:prstGeom prst="rect">
            <a:avLst/>
          </a:prstGeom>
          <a:noFill/>
          <a:ln>
            <a:solidFill>
              <a:schemeClr val="accent5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55BA792B-FFCF-B586-1C42-1A6F32F343C0}"/>
              </a:ext>
            </a:extLst>
          </p:cNvPr>
          <p:cNvSpPr/>
          <p:nvPr/>
        </p:nvSpPr>
        <p:spPr>
          <a:xfrm>
            <a:off x="4800674" y="8771786"/>
            <a:ext cx="722557" cy="359243"/>
          </a:xfrm>
          <a:prstGeom prst="rect">
            <a:avLst/>
          </a:prstGeom>
          <a:noFill/>
          <a:ln>
            <a:solidFill>
              <a:schemeClr val="accent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C066EFB2-79F0-535D-4E58-9DA3F3D6AE2E}"/>
              </a:ext>
            </a:extLst>
          </p:cNvPr>
          <p:cNvSpPr/>
          <p:nvPr/>
        </p:nvSpPr>
        <p:spPr>
          <a:xfrm>
            <a:off x="4800674" y="9197284"/>
            <a:ext cx="722557" cy="359243"/>
          </a:xfrm>
          <a:prstGeom prst="rect">
            <a:avLst/>
          </a:prstGeom>
          <a:noFill/>
          <a:ln>
            <a:solidFill>
              <a:schemeClr val="accent5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10" name="TextBox 409">
            <a:extLst>
              <a:ext uri="{FF2B5EF4-FFF2-40B4-BE49-F238E27FC236}">
                <a16:creationId xmlns:a16="http://schemas.microsoft.com/office/drawing/2014/main" id="{4821EFDC-2A30-1114-63F4-4804F2F266F5}"/>
              </a:ext>
            </a:extLst>
          </p:cNvPr>
          <p:cNvSpPr txBox="1"/>
          <p:nvPr/>
        </p:nvSpPr>
        <p:spPr>
          <a:xfrm>
            <a:off x="4335545" y="7968657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411" name="TextBox 410">
            <a:extLst>
              <a:ext uri="{FF2B5EF4-FFF2-40B4-BE49-F238E27FC236}">
                <a16:creationId xmlns:a16="http://schemas.microsoft.com/office/drawing/2014/main" id="{6858A913-009A-1AB0-E3F4-76723AADCE4A}"/>
              </a:ext>
            </a:extLst>
          </p:cNvPr>
          <p:cNvSpPr txBox="1"/>
          <p:nvPr/>
        </p:nvSpPr>
        <p:spPr>
          <a:xfrm>
            <a:off x="4336004" y="8377636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412" name="TextBox 411">
            <a:extLst>
              <a:ext uri="{FF2B5EF4-FFF2-40B4-BE49-F238E27FC236}">
                <a16:creationId xmlns:a16="http://schemas.microsoft.com/office/drawing/2014/main" id="{FB7EB238-A662-114B-AFD8-5F0ED8D9F074}"/>
              </a:ext>
            </a:extLst>
          </p:cNvPr>
          <p:cNvSpPr txBox="1"/>
          <p:nvPr/>
        </p:nvSpPr>
        <p:spPr>
          <a:xfrm>
            <a:off x="4336903" y="8816078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413" name="TextBox 412">
            <a:extLst>
              <a:ext uri="{FF2B5EF4-FFF2-40B4-BE49-F238E27FC236}">
                <a16:creationId xmlns:a16="http://schemas.microsoft.com/office/drawing/2014/main" id="{DAA4B6EE-838F-FAC4-7D08-D2499D841017}"/>
              </a:ext>
            </a:extLst>
          </p:cNvPr>
          <p:cNvSpPr txBox="1"/>
          <p:nvPr/>
        </p:nvSpPr>
        <p:spPr>
          <a:xfrm>
            <a:off x="4335256" y="9253861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CF8892D4-FF2B-4172-6C29-8D99C4C380C2}"/>
              </a:ext>
            </a:extLst>
          </p:cNvPr>
          <p:cNvSpPr/>
          <p:nvPr/>
        </p:nvSpPr>
        <p:spPr>
          <a:xfrm>
            <a:off x="356339" y="2928852"/>
            <a:ext cx="722557" cy="359243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1" name="Rectangle 540">
            <a:extLst>
              <a:ext uri="{FF2B5EF4-FFF2-40B4-BE49-F238E27FC236}">
                <a16:creationId xmlns:a16="http://schemas.microsoft.com/office/drawing/2014/main" id="{5346CD05-9DC3-6E7D-0026-F1EB44168CB0}"/>
              </a:ext>
            </a:extLst>
          </p:cNvPr>
          <p:cNvSpPr/>
          <p:nvPr/>
        </p:nvSpPr>
        <p:spPr>
          <a:xfrm>
            <a:off x="356339" y="3354350"/>
            <a:ext cx="722557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2" name="Rectangle 541">
            <a:extLst>
              <a:ext uri="{FF2B5EF4-FFF2-40B4-BE49-F238E27FC236}">
                <a16:creationId xmlns:a16="http://schemas.microsoft.com/office/drawing/2014/main" id="{9FDDA30E-6868-5A01-8F73-7752C8C36A68}"/>
              </a:ext>
            </a:extLst>
          </p:cNvPr>
          <p:cNvSpPr/>
          <p:nvPr/>
        </p:nvSpPr>
        <p:spPr>
          <a:xfrm>
            <a:off x="356338" y="3779848"/>
            <a:ext cx="722557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3" name="Rectangle 542">
            <a:extLst>
              <a:ext uri="{FF2B5EF4-FFF2-40B4-BE49-F238E27FC236}">
                <a16:creationId xmlns:a16="http://schemas.microsoft.com/office/drawing/2014/main" id="{3C440FE3-2523-18D3-E4C8-E9306BE2E3FE}"/>
              </a:ext>
            </a:extLst>
          </p:cNvPr>
          <p:cNvSpPr/>
          <p:nvPr/>
        </p:nvSpPr>
        <p:spPr>
          <a:xfrm>
            <a:off x="356337" y="4205346"/>
            <a:ext cx="722557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4" name="Rectangle 543">
            <a:extLst>
              <a:ext uri="{FF2B5EF4-FFF2-40B4-BE49-F238E27FC236}">
                <a16:creationId xmlns:a16="http://schemas.microsoft.com/office/drawing/2014/main" id="{EEFA6783-4E57-75A6-F4ED-11C029AEDC1C}"/>
              </a:ext>
            </a:extLst>
          </p:cNvPr>
          <p:cNvSpPr/>
          <p:nvPr/>
        </p:nvSpPr>
        <p:spPr>
          <a:xfrm>
            <a:off x="356337" y="4630844"/>
            <a:ext cx="722557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5" name="TextBox 544">
            <a:extLst>
              <a:ext uri="{FF2B5EF4-FFF2-40B4-BE49-F238E27FC236}">
                <a16:creationId xmlns:a16="http://schemas.microsoft.com/office/drawing/2014/main" id="{C6B340D5-402D-5613-C0E1-5530791A7965}"/>
              </a:ext>
            </a:extLst>
          </p:cNvPr>
          <p:cNvSpPr txBox="1"/>
          <p:nvPr/>
        </p:nvSpPr>
        <p:spPr>
          <a:xfrm>
            <a:off x="321413" y="2732730"/>
            <a:ext cx="787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chemeClr val="accent4"/>
                </a:solidFill>
              </a:rPr>
              <a:t>W2</a:t>
            </a:r>
          </a:p>
        </p:txBody>
      </p:sp>
      <p:sp>
        <p:nvSpPr>
          <p:cNvPr id="546" name="TextBox 545">
            <a:extLst>
              <a:ext uri="{FF2B5EF4-FFF2-40B4-BE49-F238E27FC236}">
                <a16:creationId xmlns:a16="http://schemas.microsoft.com/office/drawing/2014/main" id="{DABC3C28-8F56-4CC3-F28E-95233A258EDC}"/>
              </a:ext>
            </a:extLst>
          </p:cNvPr>
          <p:cNvSpPr txBox="1"/>
          <p:nvPr/>
        </p:nvSpPr>
        <p:spPr>
          <a:xfrm>
            <a:off x="1747401" y="2732723"/>
            <a:ext cx="1043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chemeClr val="accent4"/>
                </a:solidFill>
              </a:rPr>
              <a:t>W2.R1</a:t>
            </a:r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7D367A97-EF5A-C2BB-5A2B-7E58F53BCDE1}"/>
              </a:ext>
            </a:extLst>
          </p:cNvPr>
          <p:cNvSpPr/>
          <p:nvPr/>
        </p:nvSpPr>
        <p:spPr>
          <a:xfrm>
            <a:off x="1848306" y="2928852"/>
            <a:ext cx="864539" cy="359243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11760054-108C-B8D4-1151-2F400C1970A5}"/>
              </a:ext>
            </a:extLst>
          </p:cNvPr>
          <p:cNvSpPr/>
          <p:nvPr/>
        </p:nvSpPr>
        <p:spPr>
          <a:xfrm>
            <a:off x="1848306" y="3354350"/>
            <a:ext cx="871647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49" name="Rectangle 548">
            <a:extLst>
              <a:ext uri="{FF2B5EF4-FFF2-40B4-BE49-F238E27FC236}">
                <a16:creationId xmlns:a16="http://schemas.microsoft.com/office/drawing/2014/main" id="{4CBCDB63-121C-6124-572D-8FCC797EA90C}"/>
              </a:ext>
            </a:extLst>
          </p:cNvPr>
          <p:cNvSpPr/>
          <p:nvPr/>
        </p:nvSpPr>
        <p:spPr>
          <a:xfrm>
            <a:off x="1848304" y="3779848"/>
            <a:ext cx="871649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380362B5-AF76-6BE3-D6EC-56D0E1956A51}"/>
              </a:ext>
            </a:extLst>
          </p:cNvPr>
          <p:cNvSpPr/>
          <p:nvPr/>
        </p:nvSpPr>
        <p:spPr>
          <a:xfrm>
            <a:off x="1848304" y="4205346"/>
            <a:ext cx="871650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88F794CE-3D3D-6BF0-F9D1-192F00579809}"/>
              </a:ext>
            </a:extLst>
          </p:cNvPr>
          <p:cNvSpPr/>
          <p:nvPr/>
        </p:nvSpPr>
        <p:spPr>
          <a:xfrm>
            <a:off x="1848304" y="4630844"/>
            <a:ext cx="871650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552" name="Elbow Connector 551">
            <a:extLst>
              <a:ext uri="{FF2B5EF4-FFF2-40B4-BE49-F238E27FC236}">
                <a16:creationId xmlns:a16="http://schemas.microsoft.com/office/drawing/2014/main" id="{638D83E1-3060-9147-8377-ED643B11D08F}"/>
              </a:ext>
            </a:extLst>
          </p:cNvPr>
          <p:cNvCxnSpPr>
            <a:cxnSpLocks/>
            <a:stCxn id="547" idx="1"/>
            <a:endCxn id="548" idx="1"/>
          </p:cNvCxnSpPr>
          <p:nvPr/>
        </p:nvCxnSpPr>
        <p:spPr>
          <a:xfrm rot="10800000" flipV="1">
            <a:off x="1848306" y="3108474"/>
            <a:ext cx="12700" cy="425498"/>
          </a:xfrm>
          <a:prstGeom prst="bentConnector3">
            <a:avLst>
              <a:gd name="adj1" fmla="val 2433803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53" name="TextBox 552">
            <a:extLst>
              <a:ext uri="{FF2B5EF4-FFF2-40B4-BE49-F238E27FC236}">
                <a16:creationId xmlns:a16="http://schemas.microsoft.com/office/drawing/2014/main" id="{C7DA5B8E-5DE4-8F81-7ACB-43C254CB85E4}"/>
              </a:ext>
            </a:extLst>
          </p:cNvPr>
          <p:cNvSpPr txBox="1">
            <a:spLocks/>
          </p:cNvSpPr>
          <p:nvPr/>
        </p:nvSpPr>
        <p:spPr>
          <a:xfrm>
            <a:off x="1526581" y="3299397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x2</a:t>
            </a:r>
          </a:p>
        </p:txBody>
      </p:sp>
      <p:cxnSp>
        <p:nvCxnSpPr>
          <p:cNvPr id="554" name="Elbow Connector 553">
            <a:extLst>
              <a:ext uri="{FF2B5EF4-FFF2-40B4-BE49-F238E27FC236}">
                <a16:creationId xmlns:a16="http://schemas.microsoft.com/office/drawing/2014/main" id="{13C473CB-53E0-9E33-CD01-BC2BBF085E92}"/>
              </a:ext>
            </a:extLst>
          </p:cNvPr>
          <p:cNvCxnSpPr>
            <a:cxnSpLocks/>
            <a:endCxn id="549" idx="1"/>
          </p:cNvCxnSpPr>
          <p:nvPr/>
        </p:nvCxnSpPr>
        <p:spPr>
          <a:xfrm rot="16200000" flipH="1">
            <a:off x="1241143" y="3352309"/>
            <a:ext cx="850996" cy="363326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55" name="Elbow Connector 554">
            <a:extLst>
              <a:ext uri="{FF2B5EF4-FFF2-40B4-BE49-F238E27FC236}">
                <a16:creationId xmlns:a16="http://schemas.microsoft.com/office/drawing/2014/main" id="{F045EFBE-06E8-29F8-F0E0-FEA925702644}"/>
              </a:ext>
            </a:extLst>
          </p:cNvPr>
          <p:cNvCxnSpPr>
            <a:cxnSpLocks/>
            <a:endCxn id="550" idx="1"/>
          </p:cNvCxnSpPr>
          <p:nvPr/>
        </p:nvCxnSpPr>
        <p:spPr>
          <a:xfrm rot="16200000" flipH="1">
            <a:off x="991122" y="3527786"/>
            <a:ext cx="1276498" cy="437866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56" name="Elbow Connector 555">
            <a:extLst>
              <a:ext uri="{FF2B5EF4-FFF2-40B4-BE49-F238E27FC236}">
                <a16:creationId xmlns:a16="http://schemas.microsoft.com/office/drawing/2014/main" id="{BBE1F8CA-FBB7-AE55-CF8A-3983450E84F4}"/>
              </a:ext>
            </a:extLst>
          </p:cNvPr>
          <p:cNvCxnSpPr>
            <a:cxnSpLocks/>
            <a:endCxn id="551" idx="1"/>
          </p:cNvCxnSpPr>
          <p:nvPr/>
        </p:nvCxnSpPr>
        <p:spPr>
          <a:xfrm rot="16200000" flipH="1">
            <a:off x="742847" y="3705009"/>
            <a:ext cx="1701996" cy="508918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57" name="TextBox 556">
            <a:extLst>
              <a:ext uri="{FF2B5EF4-FFF2-40B4-BE49-F238E27FC236}">
                <a16:creationId xmlns:a16="http://schemas.microsoft.com/office/drawing/2014/main" id="{6C899E6C-56DD-705B-FA99-08A2C34B32B9}"/>
              </a:ext>
            </a:extLst>
          </p:cNvPr>
          <p:cNvSpPr txBox="1"/>
          <p:nvPr/>
        </p:nvSpPr>
        <p:spPr>
          <a:xfrm>
            <a:off x="1511791" y="3732850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x3</a:t>
            </a:r>
          </a:p>
        </p:txBody>
      </p:sp>
      <p:sp>
        <p:nvSpPr>
          <p:cNvPr id="558" name="TextBox 557">
            <a:extLst>
              <a:ext uri="{FF2B5EF4-FFF2-40B4-BE49-F238E27FC236}">
                <a16:creationId xmlns:a16="http://schemas.microsoft.com/office/drawing/2014/main" id="{887D3050-16A9-ADE5-5EBE-BDDA44A256BE}"/>
              </a:ext>
            </a:extLst>
          </p:cNvPr>
          <p:cNvSpPr txBox="1"/>
          <p:nvPr/>
        </p:nvSpPr>
        <p:spPr>
          <a:xfrm>
            <a:off x="1511790" y="4157029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x4</a:t>
            </a:r>
          </a:p>
        </p:txBody>
      </p:sp>
      <p:sp>
        <p:nvSpPr>
          <p:cNvPr id="559" name="TextBox 558">
            <a:extLst>
              <a:ext uri="{FF2B5EF4-FFF2-40B4-BE49-F238E27FC236}">
                <a16:creationId xmlns:a16="http://schemas.microsoft.com/office/drawing/2014/main" id="{CF803C55-F7DA-A66C-317A-4739DF2CC187}"/>
              </a:ext>
            </a:extLst>
          </p:cNvPr>
          <p:cNvSpPr txBox="1"/>
          <p:nvPr/>
        </p:nvSpPr>
        <p:spPr>
          <a:xfrm>
            <a:off x="1497003" y="4582156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x5</a:t>
            </a:r>
          </a:p>
        </p:txBody>
      </p:sp>
      <p:cxnSp>
        <p:nvCxnSpPr>
          <p:cNvPr id="560" name="Straight Connector 559">
            <a:extLst>
              <a:ext uri="{FF2B5EF4-FFF2-40B4-BE49-F238E27FC236}">
                <a16:creationId xmlns:a16="http://schemas.microsoft.com/office/drawing/2014/main" id="{4C7D39AF-BEC2-673E-0CC7-0B0913B1C88D}"/>
              </a:ext>
            </a:extLst>
          </p:cNvPr>
          <p:cNvCxnSpPr>
            <a:cxnSpLocks/>
          </p:cNvCxnSpPr>
          <p:nvPr/>
        </p:nvCxnSpPr>
        <p:spPr>
          <a:xfrm>
            <a:off x="1330006" y="3108469"/>
            <a:ext cx="254357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61" name="TextBox 560">
            <a:extLst>
              <a:ext uri="{FF2B5EF4-FFF2-40B4-BE49-F238E27FC236}">
                <a16:creationId xmlns:a16="http://schemas.microsoft.com/office/drawing/2014/main" id="{D0A5B062-1F48-674C-4544-C98AA0E82293}"/>
              </a:ext>
            </a:extLst>
          </p:cNvPr>
          <p:cNvSpPr txBox="1"/>
          <p:nvPr/>
        </p:nvSpPr>
        <p:spPr>
          <a:xfrm>
            <a:off x="2705315" y="2923803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62" name="TextBox 561">
            <a:extLst>
              <a:ext uri="{FF2B5EF4-FFF2-40B4-BE49-F238E27FC236}">
                <a16:creationId xmlns:a16="http://schemas.microsoft.com/office/drawing/2014/main" id="{2390306B-65B8-D54C-18AA-877BD1EE2DCD}"/>
              </a:ext>
            </a:extLst>
          </p:cNvPr>
          <p:cNvSpPr txBox="1"/>
          <p:nvPr/>
        </p:nvSpPr>
        <p:spPr>
          <a:xfrm>
            <a:off x="3391631" y="2732721"/>
            <a:ext cx="1043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chemeClr val="accent4"/>
                </a:solidFill>
              </a:rPr>
              <a:t>W2.R2</a:t>
            </a:r>
          </a:p>
        </p:txBody>
      </p:sp>
      <p:sp>
        <p:nvSpPr>
          <p:cNvPr id="563" name="Rectangle 562">
            <a:extLst>
              <a:ext uri="{FF2B5EF4-FFF2-40B4-BE49-F238E27FC236}">
                <a16:creationId xmlns:a16="http://schemas.microsoft.com/office/drawing/2014/main" id="{869E1654-DBB9-8690-9FCA-6352EC858F9F}"/>
              </a:ext>
            </a:extLst>
          </p:cNvPr>
          <p:cNvSpPr/>
          <p:nvPr/>
        </p:nvSpPr>
        <p:spPr>
          <a:xfrm>
            <a:off x="3481299" y="2935109"/>
            <a:ext cx="864539" cy="359243"/>
          </a:xfrm>
          <a:prstGeom prst="rect">
            <a:avLst/>
          </a:prstGeom>
          <a:noFill/>
          <a:ln w="28575">
            <a:solidFill>
              <a:schemeClr val="accent4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64" name="Rectangle 563">
            <a:extLst>
              <a:ext uri="{FF2B5EF4-FFF2-40B4-BE49-F238E27FC236}">
                <a16:creationId xmlns:a16="http://schemas.microsoft.com/office/drawing/2014/main" id="{BD60CAD3-CA76-95D2-2DDF-E1252CA644A8}"/>
              </a:ext>
            </a:extLst>
          </p:cNvPr>
          <p:cNvSpPr/>
          <p:nvPr/>
        </p:nvSpPr>
        <p:spPr>
          <a:xfrm>
            <a:off x="3481299" y="3360607"/>
            <a:ext cx="871647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65" name="Rectangle 564">
            <a:extLst>
              <a:ext uri="{FF2B5EF4-FFF2-40B4-BE49-F238E27FC236}">
                <a16:creationId xmlns:a16="http://schemas.microsoft.com/office/drawing/2014/main" id="{E91179D2-0393-8E26-4CFF-843DDC5589BB}"/>
              </a:ext>
            </a:extLst>
          </p:cNvPr>
          <p:cNvSpPr/>
          <p:nvPr/>
        </p:nvSpPr>
        <p:spPr>
          <a:xfrm>
            <a:off x="3481297" y="3786105"/>
            <a:ext cx="871649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66" name="Rectangle 565">
            <a:extLst>
              <a:ext uri="{FF2B5EF4-FFF2-40B4-BE49-F238E27FC236}">
                <a16:creationId xmlns:a16="http://schemas.microsoft.com/office/drawing/2014/main" id="{1B21B7FF-0FD2-0D76-5835-A9E65FE6C7B4}"/>
              </a:ext>
            </a:extLst>
          </p:cNvPr>
          <p:cNvSpPr/>
          <p:nvPr/>
        </p:nvSpPr>
        <p:spPr>
          <a:xfrm>
            <a:off x="3481297" y="4211603"/>
            <a:ext cx="871650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67" name="Rectangle 566">
            <a:extLst>
              <a:ext uri="{FF2B5EF4-FFF2-40B4-BE49-F238E27FC236}">
                <a16:creationId xmlns:a16="http://schemas.microsoft.com/office/drawing/2014/main" id="{92FD25DA-C9CF-AB4F-5684-279E88215DB3}"/>
              </a:ext>
            </a:extLst>
          </p:cNvPr>
          <p:cNvSpPr/>
          <p:nvPr/>
        </p:nvSpPr>
        <p:spPr>
          <a:xfrm>
            <a:off x="3481297" y="4637101"/>
            <a:ext cx="871650" cy="359243"/>
          </a:xfrm>
          <a:prstGeom prst="rect">
            <a:avLst/>
          </a:prstGeom>
          <a:noFill/>
          <a:ln w="12700"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568" name="Elbow Connector 567">
            <a:extLst>
              <a:ext uri="{FF2B5EF4-FFF2-40B4-BE49-F238E27FC236}">
                <a16:creationId xmlns:a16="http://schemas.microsoft.com/office/drawing/2014/main" id="{07B3985A-1403-72C8-01FF-85746E389FB6}"/>
              </a:ext>
            </a:extLst>
          </p:cNvPr>
          <p:cNvCxnSpPr>
            <a:cxnSpLocks/>
            <a:stCxn id="563" idx="1"/>
            <a:endCxn id="564" idx="1"/>
          </p:cNvCxnSpPr>
          <p:nvPr/>
        </p:nvCxnSpPr>
        <p:spPr>
          <a:xfrm rot="10800000" flipV="1">
            <a:off x="3481299" y="3114731"/>
            <a:ext cx="12700" cy="425498"/>
          </a:xfrm>
          <a:prstGeom prst="bentConnector3">
            <a:avLst>
              <a:gd name="adj1" fmla="val 2433803"/>
            </a:avLst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69" name="TextBox 568">
            <a:extLst>
              <a:ext uri="{FF2B5EF4-FFF2-40B4-BE49-F238E27FC236}">
                <a16:creationId xmlns:a16="http://schemas.microsoft.com/office/drawing/2014/main" id="{52F98FD6-116A-770D-05FC-E266108D6CFD}"/>
              </a:ext>
            </a:extLst>
          </p:cNvPr>
          <p:cNvSpPr txBox="1">
            <a:spLocks/>
          </p:cNvSpPr>
          <p:nvPr/>
        </p:nvSpPr>
        <p:spPr>
          <a:xfrm>
            <a:off x="3159574" y="3305654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x4</a:t>
            </a:r>
          </a:p>
        </p:txBody>
      </p:sp>
      <p:cxnSp>
        <p:nvCxnSpPr>
          <p:cNvPr id="570" name="Elbow Connector 569">
            <a:extLst>
              <a:ext uri="{FF2B5EF4-FFF2-40B4-BE49-F238E27FC236}">
                <a16:creationId xmlns:a16="http://schemas.microsoft.com/office/drawing/2014/main" id="{02D04763-2E80-5A15-2096-F34DE8004968}"/>
              </a:ext>
            </a:extLst>
          </p:cNvPr>
          <p:cNvCxnSpPr>
            <a:cxnSpLocks/>
            <a:endCxn id="565" idx="1"/>
          </p:cNvCxnSpPr>
          <p:nvPr/>
        </p:nvCxnSpPr>
        <p:spPr>
          <a:xfrm rot="16200000" flipH="1">
            <a:off x="2874136" y="3358566"/>
            <a:ext cx="850996" cy="363326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71" name="Elbow Connector 570">
            <a:extLst>
              <a:ext uri="{FF2B5EF4-FFF2-40B4-BE49-F238E27FC236}">
                <a16:creationId xmlns:a16="http://schemas.microsoft.com/office/drawing/2014/main" id="{4327DAE3-B0C6-DE7A-90C4-0F738D9CA430}"/>
              </a:ext>
            </a:extLst>
          </p:cNvPr>
          <p:cNvCxnSpPr>
            <a:cxnSpLocks/>
            <a:endCxn id="566" idx="1"/>
          </p:cNvCxnSpPr>
          <p:nvPr/>
        </p:nvCxnSpPr>
        <p:spPr>
          <a:xfrm rot="16200000" flipH="1">
            <a:off x="2624115" y="3534043"/>
            <a:ext cx="1276498" cy="437866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72" name="Elbow Connector 571">
            <a:extLst>
              <a:ext uri="{FF2B5EF4-FFF2-40B4-BE49-F238E27FC236}">
                <a16:creationId xmlns:a16="http://schemas.microsoft.com/office/drawing/2014/main" id="{80E80D34-9E06-6EF1-0605-E4F6B22E659C}"/>
              </a:ext>
            </a:extLst>
          </p:cNvPr>
          <p:cNvCxnSpPr>
            <a:cxnSpLocks/>
            <a:endCxn id="567" idx="1"/>
          </p:cNvCxnSpPr>
          <p:nvPr/>
        </p:nvCxnSpPr>
        <p:spPr>
          <a:xfrm rot="16200000" flipH="1">
            <a:off x="2375840" y="3711266"/>
            <a:ext cx="1701996" cy="508918"/>
          </a:xfrm>
          <a:prstGeom prst="bentConnector2">
            <a:avLst/>
          </a:prstGeom>
          <a:ln w="9525">
            <a:solidFill>
              <a:schemeClr val="accent4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73" name="TextBox 572">
            <a:extLst>
              <a:ext uri="{FF2B5EF4-FFF2-40B4-BE49-F238E27FC236}">
                <a16:creationId xmlns:a16="http://schemas.microsoft.com/office/drawing/2014/main" id="{A2AA4972-0DB3-897F-C4BC-073F0CAB8DE2}"/>
              </a:ext>
            </a:extLst>
          </p:cNvPr>
          <p:cNvSpPr txBox="1"/>
          <p:nvPr/>
        </p:nvSpPr>
        <p:spPr>
          <a:xfrm>
            <a:off x="3144784" y="3739107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x9</a:t>
            </a:r>
          </a:p>
        </p:txBody>
      </p:sp>
      <p:sp>
        <p:nvSpPr>
          <p:cNvPr id="574" name="TextBox 573">
            <a:extLst>
              <a:ext uri="{FF2B5EF4-FFF2-40B4-BE49-F238E27FC236}">
                <a16:creationId xmlns:a16="http://schemas.microsoft.com/office/drawing/2014/main" id="{F2619C66-DF6E-5491-4F37-9C955CFE9268}"/>
              </a:ext>
            </a:extLst>
          </p:cNvPr>
          <p:cNvSpPr txBox="1"/>
          <p:nvPr/>
        </p:nvSpPr>
        <p:spPr>
          <a:xfrm>
            <a:off x="3110318" y="4163286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x16</a:t>
            </a:r>
          </a:p>
        </p:txBody>
      </p:sp>
      <p:sp>
        <p:nvSpPr>
          <p:cNvPr id="575" name="TextBox 574">
            <a:extLst>
              <a:ext uri="{FF2B5EF4-FFF2-40B4-BE49-F238E27FC236}">
                <a16:creationId xmlns:a16="http://schemas.microsoft.com/office/drawing/2014/main" id="{5E8B4EAB-E9FA-4F9E-DFAD-CF94D6ED4BD1}"/>
              </a:ext>
            </a:extLst>
          </p:cNvPr>
          <p:cNvSpPr txBox="1"/>
          <p:nvPr/>
        </p:nvSpPr>
        <p:spPr>
          <a:xfrm>
            <a:off x="3095531" y="4588413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x25</a:t>
            </a:r>
          </a:p>
        </p:txBody>
      </p:sp>
      <p:cxnSp>
        <p:nvCxnSpPr>
          <p:cNvPr id="576" name="Straight Connector 575">
            <a:extLst>
              <a:ext uri="{FF2B5EF4-FFF2-40B4-BE49-F238E27FC236}">
                <a16:creationId xmlns:a16="http://schemas.microsoft.com/office/drawing/2014/main" id="{24FBB3D6-45C2-FA9E-0C7E-5419B73BB658}"/>
              </a:ext>
            </a:extLst>
          </p:cNvPr>
          <p:cNvCxnSpPr>
            <a:cxnSpLocks/>
          </p:cNvCxnSpPr>
          <p:nvPr/>
        </p:nvCxnSpPr>
        <p:spPr>
          <a:xfrm>
            <a:off x="2962999" y="3114726"/>
            <a:ext cx="254357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77" name="TextBox 576">
            <a:extLst>
              <a:ext uri="{FF2B5EF4-FFF2-40B4-BE49-F238E27FC236}">
                <a16:creationId xmlns:a16="http://schemas.microsoft.com/office/drawing/2014/main" id="{69441A86-E021-A790-333A-F15930DC6163}"/>
              </a:ext>
            </a:extLst>
          </p:cNvPr>
          <p:cNvSpPr txBox="1"/>
          <p:nvPr/>
        </p:nvSpPr>
        <p:spPr>
          <a:xfrm>
            <a:off x="2708535" y="335120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78" name="TextBox 577">
            <a:extLst>
              <a:ext uri="{FF2B5EF4-FFF2-40B4-BE49-F238E27FC236}">
                <a16:creationId xmlns:a16="http://schemas.microsoft.com/office/drawing/2014/main" id="{97EE85B6-419C-D761-DEAE-E8B2E304236B}"/>
              </a:ext>
            </a:extLst>
          </p:cNvPr>
          <p:cNvSpPr txBox="1"/>
          <p:nvPr/>
        </p:nvSpPr>
        <p:spPr>
          <a:xfrm>
            <a:off x="2708535" y="377161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79" name="TextBox 578">
            <a:extLst>
              <a:ext uri="{FF2B5EF4-FFF2-40B4-BE49-F238E27FC236}">
                <a16:creationId xmlns:a16="http://schemas.microsoft.com/office/drawing/2014/main" id="{68F91933-3E48-80DF-6689-04DAF482FDF2}"/>
              </a:ext>
            </a:extLst>
          </p:cNvPr>
          <p:cNvSpPr txBox="1"/>
          <p:nvPr/>
        </p:nvSpPr>
        <p:spPr>
          <a:xfrm>
            <a:off x="2708535" y="4203354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0" name="TextBox 579">
            <a:extLst>
              <a:ext uri="{FF2B5EF4-FFF2-40B4-BE49-F238E27FC236}">
                <a16:creationId xmlns:a16="http://schemas.microsoft.com/office/drawing/2014/main" id="{66383992-44FF-4336-FEE5-DBC8AC5955D9}"/>
              </a:ext>
            </a:extLst>
          </p:cNvPr>
          <p:cNvSpPr txBox="1"/>
          <p:nvPr/>
        </p:nvSpPr>
        <p:spPr>
          <a:xfrm>
            <a:off x="2708535" y="462651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1" name="TextBox 580">
            <a:extLst>
              <a:ext uri="{FF2B5EF4-FFF2-40B4-BE49-F238E27FC236}">
                <a16:creationId xmlns:a16="http://schemas.microsoft.com/office/drawing/2014/main" id="{8AA0ADA9-D847-EB09-977E-AB9B19C4DC90}"/>
              </a:ext>
            </a:extLst>
          </p:cNvPr>
          <p:cNvSpPr txBox="1"/>
          <p:nvPr/>
        </p:nvSpPr>
        <p:spPr>
          <a:xfrm>
            <a:off x="1074065" y="2923803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2" name="TextBox 581">
            <a:extLst>
              <a:ext uri="{FF2B5EF4-FFF2-40B4-BE49-F238E27FC236}">
                <a16:creationId xmlns:a16="http://schemas.microsoft.com/office/drawing/2014/main" id="{19D85DB5-EF65-BFBF-2834-F554E4318DC6}"/>
              </a:ext>
            </a:extLst>
          </p:cNvPr>
          <p:cNvSpPr txBox="1"/>
          <p:nvPr/>
        </p:nvSpPr>
        <p:spPr>
          <a:xfrm>
            <a:off x="1077285" y="335120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3" name="TextBox 582">
            <a:extLst>
              <a:ext uri="{FF2B5EF4-FFF2-40B4-BE49-F238E27FC236}">
                <a16:creationId xmlns:a16="http://schemas.microsoft.com/office/drawing/2014/main" id="{934F0D38-3F7D-F6EB-4A20-B34F66AA6AEF}"/>
              </a:ext>
            </a:extLst>
          </p:cNvPr>
          <p:cNvSpPr txBox="1"/>
          <p:nvPr/>
        </p:nvSpPr>
        <p:spPr>
          <a:xfrm>
            <a:off x="1077285" y="377161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4" name="TextBox 583">
            <a:extLst>
              <a:ext uri="{FF2B5EF4-FFF2-40B4-BE49-F238E27FC236}">
                <a16:creationId xmlns:a16="http://schemas.microsoft.com/office/drawing/2014/main" id="{B3D6EB12-E206-D7A3-DFA3-4BA029AD9D53}"/>
              </a:ext>
            </a:extLst>
          </p:cNvPr>
          <p:cNvSpPr txBox="1"/>
          <p:nvPr/>
        </p:nvSpPr>
        <p:spPr>
          <a:xfrm>
            <a:off x="1077285" y="4203354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5" name="TextBox 584">
            <a:extLst>
              <a:ext uri="{FF2B5EF4-FFF2-40B4-BE49-F238E27FC236}">
                <a16:creationId xmlns:a16="http://schemas.microsoft.com/office/drawing/2014/main" id="{EFA40991-BCEE-6EC4-A694-0AF109FD7EED}"/>
              </a:ext>
            </a:extLst>
          </p:cNvPr>
          <p:cNvSpPr txBox="1"/>
          <p:nvPr/>
        </p:nvSpPr>
        <p:spPr>
          <a:xfrm>
            <a:off x="1077285" y="462651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586" name="TextBox 585">
            <a:extLst>
              <a:ext uri="{FF2B5EF4-FFF2-40B4-BE49-F238E27FC236}">
                <a16:creationId xmlns:a16="http://schemas.microsoft.com/office/drawing/2014/main" id="{E5A4120C-2A53-F059-F897-D26D612F8216}"/>
              </a:ext>
            </a:extLst>
          </p:cNvPr>
          <p:cNvSpPr txBox="1"/>
          <p:nvPr/>
        </p:nvSpPr>
        <p:spPr>
          <a:xfrm>
            <a:off x="4331310" y="2985358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587" name="TextBox 586">
            <a:extLst>
              <a:ext uri="{FF2B5EF4-FFF2-40B4-BE49-F238E27FC236}">
                <a16:creationId xmlns:a16="http://schemas.microsoft.com/office/drawing/2014/main" id="{0CF5ADE8-F820-8737-F3D4-BAD7A6A77359}"/>
              </a:ext>
            </a:extLst>
          </p:cNvPr>
          <p:cNvSpPr txBox="1"/>
          <p:nvPr/>
        </p:nvSpPr>
        <p:spPr>
          <a:xfrm>
            <a:off x="5497200" y="2995187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W2.S1</a:t>
            </a:r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ECB92905-12B8-94E9-5C08-009E8DA20067}"/>
              </a:ext>
            </a:extLst>
          </p:cNvPr>
          <p:cNvSpPr/>
          <p:nvPr/>
        </p:nvSpPr>
        <p:spPr>
          <a:xfrm>
            <a:off x="4800674" y="2939398"/>
            <a:ext cx="722557" cy="359243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241D70A0-6AF3-89CB-92EE-B0924D29887E}"/>
              </a:ext>
            </a:extLst>
          </p:cNvPr>
          <p:cNvSpPr/>
          <p:nvPr/>
        </p:nvSpPr>
        <p:spPr>
          <a:xfrm>
            <a:off x="4800674" y="3364896"/>
            <a:ext cx="722557" cy="359243"/>
          </a:xfrm>
          <a:prstGeom prst="rect">
            <a:avLst/>
          </a:prstGeom>
          <a:noFill/>
          <a:ln>
            <a:solidFill>
              <a:schemeClr val="accent4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9E5DF7DA-6D30-8B4A-A685-0C4107DC2734}"/>
              </a:ext>
            </a:extLst>
          </p:cNvPr>
          <p:cNvSpPr/>
          <p:nvPr/>
        </p:nvSpPr>
        <p:spPr>
          <a:xfrm>
            <a:off x="4800673" y="3790394"/>
            <a:ext cx="722557" cy="359243"/>
          </a:xfrm>
          <a:prstGeom prst="rect">
            <a:avLst/>
          </a:prstGeom>
          <a:noFill/>
          <a:ln>
            <a:solidFill>
              <a:schemeClr val="accent4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91" name="Rectangle 590">
            <a:extLst>
              <a:ext uri="{FF2B5EF4-FFF2-40B4-BE49-F238E27FC236}">
                <a16:creationId xmlns:a16="http://schemas.microsoft.com/office/drawing/2014/main" id="{6B1F6E26-5814-3690-728A-07F1FF94801A}"/>
              </a:ext>
            </a:extLst>
          </p:cNvPr>
          <p:cNvSpPr/>
          <p:nvPr/>
        </p:nvSpPr>
        <p:spPr>
          <a:xfrm>
            <a:off x="4800672" y="4215892"/>
            <a:ext cx="722557" cy="359243"/>
          </a:xfrm>
          <a:prstGeom prst="rect">
            <a:avLst/>
          </a:prstGeom>
          <a:noFill/>
          <a:ln>
            <a:solidFill>
              <a:schemeClr val="accent4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02242A0F-CEEC-54F6-04D7-7CC6210B1AA6}"/>
              </a:ext>
            </a:extLst>
          </p:cNvPr>
          <p:cNvSpPr/>
          <p:nvPr/>
        </p:nvSpPr>
        <p:spPr>
          <a:xfrm>
            <a:off x="4800672" y="4641390"/>
            <a:ext cx="722557" cy="359243"/>
          </a:xfrm>
          <a:prstGeom prst="rect">
            <a:avLst/>
          </a:prstGeom>
          <a:noFill/>
          <a:ln>
            <a:solidFill>
              <a:schemeClr val="accent4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93" name="TextBox 592">
            <a:extLst>
              <a:ext uri="{FF2B5EF4-FFF2-40B4-BE49-F238E27FC236}">
                <a16:creationId xmlns:a16="http://schemas.microsoft.com/office/drawing/2014/main" id="{702321B3-44F7-94E8-39BC-1E153858983E}"/>
              </a:ext>
            </a:extLst>
          </p:cNvPr>
          <p:cNvSpPr txBox="1"/>
          <p:nvPr/>
        </p:nvSpPr>
        <p:spPr>
          <a:xfrm>
            <a:off x="4335543" y="3412763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594" name="TextBox 593">
            <a:extLst>
              <a:ext uri="{FF2B5EF4-FFF2-40B4-BE49-F238E27FC236}">
                <a16:creationId xmlns:a16="http://schemas.microsoft.com/office/drawing/2014/main" id="{3C22B5A5-2180-B773-64E2-42829D8A51DC}"/>
              </a:ext>
            </a:extLst>
          </p:cNvPr>
          <p:cNvSpPr txBox="1"/>
          <p:nvPr/>
        </p:nvSpPr>
        <p:spPr>
          <a:xfrm>
            <a:off x="4336002" y="3821742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595" name="TextBox 594">
            <a:extLst>
              <a:ext uri="{FF2B5EF4-FFF2-40B4-BE49-F238E27FC236}">
                <a16:creationId xmlns:a16="http://schemas.microsoft.com/office/drawing/2014/main" id="{D558FF26-6785-535D-5B71-ADEF4422D216}"/>
              </a:ext>
            </a:extLst>
          </p:cNvPr>
          <p:cNvSpPr txBox="1"/>
          <p:nvPr/>
        </p:nvSpPr>
        <p:spPr>
          <a:xfrm>
            <a:off x="4336901" y="4260184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596" name="TextBox 595">
            <a:extLst>
              <a:ext uri="{FF2B5EF4-FFF2-40B4-BE49-F238E27FC236}">
                <a16:creationId xmlns:a16="http://schemas.microsoft.com/office/drawing/2014/main" id="{07B5481D-1CCA-D013-3D7A-BC593D57CD89}"/>
              </a:ext>
            </a:extLst>
          </p:cNvPr>
          <p:cNvSpPr txBox="1"/>
          <p:nvPr/>
        </p:nvSpPr>
        <p:spPr>
          <a:xfrm>
            <a:off x="4335254" y="4697967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597" name="TextBox 596">
            <a:extLst>
              <a:ext uri="{FF2B5EF4-FFF2-40B4-BE49-F238E27FC236}">
                <a16:creationId xmlns:a16="http://schemas.microsoft.com/office/drawing/2014/main" id="{392A94E3-596F-C917-B47A-37883CEF1E03}"/>
              </a:ext>
            </a:extLst>
          </p:cNvPr>
          <p:cNvSpPr txBox="1"/>
          <p:nvPr/>
        </p:nvSpPr>
        <p:spPr>
          <a:xfrm>
            <a:off x="5497200" y="3421665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W2.S2</a:t>
            </a:r>
          </a:p>
        </p:txBody>
      </p:sp>
      <p:sp>
        <p:nvSpPr>
          <p:cNvPr id="598" name="TextBox 597">
            <a:extLst>
              <a:ext uri="{FF2B5EF4-FFF2-40B4-BE49-F238E27FC236}">
                <a16:creationId xmlns:a16="http://schemas.microsoft.com/office/drawing/2014/main" id="{8072670E-58B9-0C5B-5540-59980A22E92C}"/>
              </a:ext>
            </a:extLst>
          </p:cNvPr>
          <p:cNvSpPr txBox="1"/>
          <p:nvPr/>
        </p:nvSpPr>
        <p:spPr>
          <a:xfrm>
            <a:off x="5497200" y="3848294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W2.S3</a:t>
            </a:r>
          </a:p>
        </p:txBody>
      </p:sp>
      <p:sp>
        <p:nvSpPr>
          <p:cNvPr id="599" name="TextBox 598">
            <a:extLst>
              <a:ext uri="{FF2B5EF4-FFF2-40B4-BE49-F238E27FC236}">
                <a16:creationId xmlns:a16="http://schemas.microsoft.com/office/drawing/2014/main" id="{CEC152B6-5618-D4F0-BCA9-DF0A713C6291}"/>
              </a:ext>
            </a:extLst>
          </p:cNvPr>
          <p:cNvSpPr txBox="1"/>
          <p:nvPr/>
        </p:nvSpPr>
        <p:spPr>
          <a:xfrm>
            <a:off x="5497200" y="4274772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W2.S4</a:t>
            </a:r>
          </a:p>
        </p:txBody>
      </p:sp>
      <p:sp>
        <p:nvSpPr>
          <p:cNvPr id="600" name="TextBox 599">
            <a:extLst>
              <a:ext uri="{FF2B5EF4-FFF2-40B4-BE49-F238E27FC236}">
                <a16:creationId xmlns:a16="http://schemas.microsoft.com/office/drawing/2014/main" id="{464D2D80-D317-8423-ABBF-13FE4BAB07DA}"/>
              </a:ext>
            </a:extLst>
          </p:cNvPr>
          <p:cNvSpPr txBox="1"/>
          <p:nvPr/>
        </p:nvSpPr>
        <p:spPr>
          <a:xfrm>
            <a:off x="5497200" y="4695820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W2.S5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601" name="Rectangle 600">
            <a:extLst>
              <a:ext uri="{FF2B5EF4-FFF2-40B4-BE49-F238E27FC236}">
                <a16:creationId xmlns:a16="http://schemas.microsoft.com/office/drawing/2014/main" id="{D192EC95-590F-AB90-002E-2883741C1361}"/>
              </a:ext>
            </a:extLst>
          </p:cNvPr>
          <p:cNvSpPr/>
          <p:nvPr/>
        </p:nvSpPr>
        <p:spPr>
          <a:xfrm>
            <a:off x="360077" y="5200822"/>
            <a:ext cx="722557" cy="359243"/>
          </a:xfrm>
          <a:prstGeom prst="rect">
            <a:avLst/>
          </a:prstGeom>
          <a:noFill/>
          <a:ln w="28575">
            <a:solidFill>
              <a:schemeClr val="accent6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2" name="Rectangle 601">
            <a:extLst>
              <a:ext uri="{FF2B5EF4-FFF2-40B4-BE49-F238E27FC236}">
                <a16:creationId xmlns:a16="http://schemas.microsoft.com/office/drawing/2014/main" id="{8AA9211F-51D2-9840-F68F-C81EA3D60AB2}"/>
              </a:ext>
            </a:extLst>
          </p:cNvPr>
          <p:cNvSpPr/>
          <p:nvPr/>
        </p:nvSpPr>
        <p:spPr>
          <a:xfrm>
            <a:off x="360077" y="5626320"/>
            <a:ext cx="722557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3" name="Rectangle 602">
            <a:extLst>
              <a:ext uri="{FF2B5EF4-FFF2-40B4-BE49-F238E27FC236}">
                <a16:creationId xmlns:a16="http://schemas.microsoft.com/office/drawing/2014/main" id="{18156187-9EB1-EE62-D3F1-E207BC6B9434}"/>
              </a:ext>
            </a:extLst>
          </p:cNvPr>
          <p:cNvSpPr/>
          <p:nvPr/>
        </p:nvSpPr>
        <p:spPr>
          <a:xfrm>
            <a:off x="360076" y="6051818"/>
            <a:ext cx="722557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4" name="Rectangle 603">
            <a:extLst>
              <a:ext uri="{FF2B5EF4-FFF2-40B4-BE49-F238E27FC236}">
                <a16:creationId xmlns:a16="http://schemas.microsoft.com/office/drawing/2014/main" id="{6AF01ABC-E792-328F-EB97-6B02254CB3E8}"/>
              </a:ext>
            </a:extLst>
          </p:cNvPr>
          <p:cNvSpPr/>
          <p:nvPr/>
        </p:nvSpPr>
        <p:spPr>
          <a:xfrm>
            <a:off x="360075" y="6477316"/>
            <a:ext cx="722557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5" name="Rectangle 604">
            <a:extLst>
              <a:ext uri="{FF2B5EF4-FFF2-40B4-BE49-F238E27FC236}">
                <a16:creationId xmlns:a16="http://schemas.microsoft.com/office/drawing/2014/main" id="{190367A3-A931-7839-CA5D-CA0B364B01D7}"/>
              </a:ext>
            </a:extLst>
          </p:cNvPr>
          <p:cNvSpPr/>
          <p:nvPr/>
        </p:nvSpPr>
        <p:spPr>
          <a:xfrm>
            <a:off x="360075" y="6902814"/>
            <a:ext cx="722557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6" name="TextBox 605">
            <a:extLst>
              <a:ext uri="{FF2B5EF4-FFF2-40B4-BE49-F238E27FC236}">
                <a16:creationId xmlns:a16="http://schemas.microsoft.com/office/drawing/2014/main" id="{86B34B25-86C7-C3C2-0AFD-57C197E6EE3D}"/>
              </a:ext>
            </a:extLst>
          </p:cNvPr>
          <p:cNvSpPr txBox="1"/>
          <p:nvPr/>
        </p:nvSpPr>
        <p:spPr>
          <a:xfrm>
            <a:off x="325151" y="5004700"/>
            <a:ext cx="7873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chemeClr val="accent6"/>
                </a:solidFill>
              </a:rPr>
              <a:t>W3</a:t>
            </a:r>
          </a:p>
        </p:txBody>
      </p:sp>
      <p:sp>
        <p:nvSpPr>
          <p:cNvPr id="607" name="TextBox 606">
            <a:extLst>
              <a:ext uri="{FF2B5EF4-FFF2-40B4-BE49-F238E27FC236}">
                <a16:creationId xmlns:a16="http://schemas.microsoft.com/office/drawing/2014/main" id="{75B908F0-E614-8511-8932-07874A685B4F}"/>
              </a:ext>
            </a:extLst>
          </p:cNvPr>
          <p:cNvSpPr txBox="1"/>
          <p:nvPr/>
        </p:nvSpPr>
        <p:spPr>
          <a:xfrm>
            <a:off x="1751138" y="5004693"/>
            <a:ext cx="1043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chemeClr val="accent6"/>
                </a:solidFill>
              </a:rPr>
              <a:t>W3.R1</a:t>
            </a:r>
          </a:p>
        </p:txBody>
      </p:sp>
      <p:sp>
        <p:nvSpPr>
          <p:cNvPr id="608" name="Rectangle 607">
            <a:extLst>
              <a:ext uri="{FF2B5EF4-FFF2-40B4-BE49-F238E27FC236}">
                <a16:creationId xmlns:a16="http://schemas.microsoft.com/office/drawing/2014/main" id="{4F4E6C9E-5BA3-C42E-8496-355DF6749A4C}"/>
              </a:ext>
            </a:extLst>
          </p:cNvPr>
          <p:cNvSpPr/>
          <p:nvPr/>
        </p:nvSpPr>
        <p:spPr>
          <a:xfrm>
            <a:off x="1852044" y="5200822"/>
            <a:ext cx="864539" cy="359243"/>
          </a:xfrm>
          <a:prstGeom prst="rect">
            <a:avLst/>
          </a:prstGeom>
          <a:noFill/>
          <a:ln w="28575">
            <a:solidFill>
              <a:schemeClr val="accent6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09" name="Rectangle 608">
            <a:extLst>
              <a:ext uri="{FF2B5EF4-FFF2-40B4-BE49-F238E27FC236}">
                <a16:creationId xmlns:a16="http://schemas.microsoft.com/office/drawing/2014/main" id="{A4997FBF-3DF0-2B20-AED0-D0866192F6A5}"/>
              </a:ext>
            </a:extLst>
          </p:cNvPr>
          <p:cNvSpPr/>
          <p:nvPr/>
        </p:nvSpPr>
        <p:spPr>
          <a:xfrm>
            <a:off x="1852044" y="5626320"/>
            <a:ext cx="871647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10" name="Rectangle 609">
            <a:extLst>
              <a:ext uri="{FF2B5EF4-FFF2-40B4-BE49-F238E27FC236}">
                <a16:creationId xmlns:a16="http://schemas.microsoft.com/office/drawing/2014/main" id="{18CD440C-E2A5-C976-FEAC-18527D2A32A1}"/>
              </a:ext>
            </a:extLst>
          </p:cNvPr>
          <p:cNvSpPr/>
          <p:nvPr/>
        </p:nvSpPr>
        <p:spPr>
          <a:xfrm>
            <a:off x="1852042" y="6051818"/>
            <a:ext cx="871649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11" name="Rectangle 610">
            <a:extLst>
              <a:ext uri="{FF2B5EF4-FFF2-40B4-BE49-F238E27FC236}">
                <a16:creationId xmlns:a16="http://schemas.microsoft.com/office/drawing/2014/main" id="{31C2AC9B-4B03-A9B3-A3ED-BA298BA58673}"/>
              </a:ext>
            </a:extLst>
          </p:cNvPr>
          <p:cNvSpPr/>
          <p:nvPr/>
        </p:nvSpPr>
        <p:spPr>
          <a:xfrm>
            <a:off x="1852042" y="6477316"/>
            <a:ext cx="871650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12" name="Rectangle 611">
            <a:extLst>
              <a:ext uri="{FF2B5EF4-FFF2-40B4-BE49-F238E27FC236}">
                <a16:creationId xmlns:a16="http://schemas.microsoft.com/office/drawing/2014/main" id="{64212FCA-1C04-9941-7ECC-5DCE14B2D449}"/>
              </a:ext>
            </a:extLst>
          </p:cNvPr>
          <p:cNvSpPr/>
          <p:nvPr/>
        </p:nvSpPr>
        <p:spPr>
          <a:xfrm>
            <a:off x="1852042" y="6902814"/>
            <a:ext cx="871650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613" name="Elbow Connector 612">
            <a:extLst>
              <a:ext uri="{FF2B5EF4-FFF2-40B4-BE49-F238E27FC236}">
                <a16:creationId xmlns:a16="http://schemas.microsoft.com/office/drawing/2014/main" id="{38A0E427-09A6-84BD-66E7-D8EE6BF485CC}"/>
              </a:ext>
            </a:extLst>
          </p:cNvPr>
          <p:cNvCxnSpPr>
            <a:cxnSpLocks/>
            <a:stCxn id="608" idx="1"/>
            <a:endCxn id="609" idx="1"/>
          </p:cNvCxnSpPr>
          <p:nvPr/>
        </p:nvCxnSpPr>
        <p:spPr>
          <a:xfrm rot="10800000" flipV="1">
            <a:off x="1852044" y="5380444"/>
            <a:ext cx="12700" cy="425498"/>
          </a:xfrm>
          <a:prstGeom prst="bentConnector3">
            <a:avLst>
              <a:gd name="adj1" fmla="val 2433803"/>
            </a:avLst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14" name="TextBox 613">
            <a:extLst>
              <a:ext uri="{FF2B5EF4-FFF2-40B4-BE49-F238E27FC236}">
                <a16:creationId xmlns:a16="http://schemas.microsoft.com/office/drawing/2014/main" id="{BDD37408-15B9-D735-EAB7-45BA27045768}"/>
              </a:ext>
            </a:extLst>
          </p:cNvPr>
          <p:cNvSpPr txBox="1">
            <a:spLocks/>
          </p:cNvSpPr>
          <p:nvPr/>
        </p:nvSpPr>
        <p:spPr>
          <a:xfrm>
            <a:off x="1530319" y="5571367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x2</a:t>
            </a:r>
          </a:p>
        </p:txBody>
      </p:sp>
      <p:cxnSp>
        <p:nvCxnSpPr>
          <p:cNvPr id="615" name="Elbow Connector 614">
            <a:extLst>
              <a:ext uri="{FF2B5EF4-FFF2-40B4-BE49-F238E27FC236}">
                <a16:creationId xmlns:a16="http://schemas.microsoft.com/office/drawing/2014/main" id="{B0C77532-0C73-96DE-DD9E-FF4CAFA3A486}"/>
              </a:ext>
            </a:extLst>
          </p:cNvPr>
          <p:cNvCxnSpPr>
            <a:cxnSpLocks/>
            <a:endCxn id="610" idx="1"/>
          </p:cNvCxnSpPr>
          <p:nvPr/>
        </p:nvCxnSpPr>
        <p:spPr>
          <a:xfrm rot="16200000" flipH="1">
            <a:off x="1244881" y="5624279"/>
            <a:ext cx="850996" cy="363326"/>
          </a:xfrm>
          <a:prstGeom prst="bentConnector2">
            <a:avLst/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16" name="Elbow Connector 615">
            <a:extLst>
              <a:ext uri="{FF2B5EF4-FFF2-40B4-BE49-F238E27FC236}">
                <a16:creationId xmlns:a16="http://schemas.microsoft.com/office/drawing/2014/main" id="{1D909391-D64C-5EA2-2840-F18D1939958E}"/>
              </a:ext>
            </a:extLst>
          </p:cNvPr>
          <p:cNvCxnSpPr>
            <a:cxnSpLocks/>
            <a:endCxn id="611" idx="1"/>
          </p:cNvCxnSpPr>
          <p:nvPr/>
        </p:nvCxnSpPr>
        <p:spPr>
          <a:xfrm rot="16200000" flipH="1">
            <a:off x="994860" y="5799756"/>
            <a:ext cx="1276498" cy="437866"/>
          </a:xfrm>
          <a:prstGeom prst="bentConnector2">
            <a:avLst/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17" name="Elbow Connector 616">
            <a:extLst>
              <a:ext uri="{FF2B5EF4-FFF2-40B4-BE49-F238E27FC236}">
                <a16:creationId xmlns:a16="http://schemas.microsoft.com/office/drawing/2014/main" id="{89D509CA-A285-CAC2-FFA7-74D6C3863876}"/>
              </a:ext>
            </a:extLst>
          </p:cNvPr>
          <p:cNvCxnSpPr>
            <a:cxnSpLocks/>
            <a:endCxn id="612" idx="1"/>
          </p:cNvCxnSpPr>
          <p:nvPr/>
        </p:nvCxnSpPr>
        <p:spPr>
          <a:xfrm rot="16200000" flipH="1">
            <a:off x="746585" y="5976979"/>
            <a:ext cx="1701996" cy="508918"/>
          </a:xfrm>
          <a:prstGeom prst="bentConnector2">
            <a:avLst/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18" name="TextBox 617">
            <a:extLst>
              <a:ext uri="{FF2B5EF4-FFF2-40B4-BE49-F238E27FC236}">
                <a16:creationId xmlns:a16="http://schemas.microsoft.com/office/drawing/2014/main" id="{8231BAF7-0A9D-E88F-3CDF-3E6EC18766C1}"/>
              </a:ext>
            </a:extLst>
          </p:cNvPr>
          <p:cNvSpPr txBox="1"/>
          <p:nvPr/>
        </p:nvSpPr>
        <p:spPr>
          <a:xfrm>
            <a:off x="1515529" y="6004820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x3</a:t>
            </a:r>
          </a:p>
        </p:txBody>
      </p:sp>
      <p:sp>
        <p:nvSpPr>
          <p:cNvPr id="619" name="TextBox 618">
            <a:extLst>
              <a:ext uri="{FF2B5EF4-FFF2-40B4-BE49-F238E27FC236}">
                <a16:creationId xmlns:a16="http://schemas.microsoft.com/office/drawing/2014/main" id="{97A9F849-4FA8-0147-5A61-ADF0C6419BE8}"/>
              </a:ext>
            </a:extLst>
          </p:cNvPr>
          <p:cNvSpPr txBox="1"/>
          <p:nvPr/>
        </p:nvSpPr>
        <p:spPr>
          <a:xfrm>
            <a:off x="1515528" y="6428999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x4</a:t>
            </a:r>
          </a:p>
        </p:txBody>
      </p:sp>
      <p:sp>
        <p:nvSpPr>
          <p:cNvPr id="620" name="TextBox 619">
            <a:extLst>
              <a:ext uri="{FF2B5EF4-FFF2-40B4-BE49-F238E27FC236}">
                <a16:creationId xmlns:a16="http://schemas.microsoft.com/office/drawing/2014/main" id="{61B0C228-613E-1EB1-FEBA-4FC9B19DDFFD}"/>
              </a:ext>
            </a:extLst>
          </p:cNvPr>
          <p:cNvSpPr txBox="1"/>
          <p:nvPr/>
        </p:nvSpPr>
        <p:spPr>
          <a:xfrm>
            <a:off x="1500741" y="6854126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x5</a:t>
            </a:r>
          </a:p>
        </p:txBody>
      </p:sp>
      <p:cxnSp>
        <p:nvCxnSpPr>
          <p:cNvPr id="621" name="Straight Connector 620">
            <a:extLst>
              <a:ext uri="{FF2B5EF4-FFF2-40B4-BE49-F238E27FC236}">
                <a16:creationId xmlns:a16="http://schemas.microsoft.com/office/drawing/2014/main" id="{A6603284-749A-3C19-327B-256771CC4A1C}"/>
              </a:ext>
            </a:extLst>
          </p:cNvPr>
          <p:cNvCxnSpPr>
            <a:cxnSpLocks/>
          </p:cNvCxnSpPr>
          <p:nvPr/>
        </p:nvCxnSpPr>
        <p:spPr>
          <a:xfrm>
            <a:off x="1333744" y="5380439"/>
            <a:ext cx="254357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22" name="TextBox 621">
            <a:extLst>
              <a:ext uri="{FF2B5EF4-FFF2-40B4-BE49-F238E27FC236}">
                <a16:creationId xmlns:a16="http://schemas.microsoft.com/office/drawing/2014/main" id="{32B4B23B-6D8D-BF2E-7870-14F777ECA520}"/>
              </a:ext>
            </a:extLst>
          </p:cNvPr>
          <p:cNvSpPr txBox="1"/>
          <p:nvPr/>
        </p:nvSpPr>
        <p:spPr>
          <a:xfrm>
            <a:off x="2709053" y="5195773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23" name="TextBox 622">
            <a:extLst>
              <a:ext uri="{FF2B5EF4-FFF2-40B4-BE49-F238E27FC236}">
                <a16:creationId xmlns:a16="http://schemas.microsoft.com/office/drawing/2014/main" id="{9F150286-C16B-8EEC-8619-7A9363EAAD6F}"/>
              </a:ext>
            </a:extLst>
          </p:cNvPr>
          <p:cNvSpPr txBox="1"/>
          <p:nvPr/>
        </p:nvSpPr>
        <p:spPr>
          <a:xfrm>
            <a:off x="3395370" y="5004691"/>
            <a:ext cx="10438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chemeClr val="accent6"/>
                </a:solidFill>
              </a:rPr>
              <a:t>W3.R2</a:t>
            </a:r>
          </a:p>
        </p:txBody>
      </p:sp>
      <p:sp>
        <p:nvSpPr>
          <p:cNvPr id="624" name="Rectangle 623">
            <a:extLst>
              <a:ext uri="{FF2B5EF4-FFF2-40B4-BE49-F238E27FC236}">
                <a16:creationId xmlns:a16="http://schemas.microsoft.com/office/drawing/2014/main" id="{3577C7BF-7B5B-F5B4-59EF-A1EFC55BC582}"/>
              </a:ext>
            </a:extLst>
          </p:cNvPr>
          <p:cNvSpPr/>
          <p:nvPr/>
        </p:nvSpPr>
        <p:spPr>
          <a:xfrm>
            <a:off x="3485037" y="5207079"/>
            <a:ext cx="864539" cy="359243"/>
          </a:xfrm>
          <a:prstGeom prst="rect">
            <a:avLst/>
          </a:prstGeom>
          <a:noFill/>
          <a:ln w="28575">
            <a:solidFill>
              <a:schemeClr val="accent6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25" name="Rectangle 624">
            <a:extLst>
              <a:ext uri="{FF2B5EF4-FFF2-40B4-BE49-F238E27FC236}">
                <a16:creationId xmlns:a16="http://schemas.microsoft.com/office/drawing/2014/main" id="{4ACAAF8D-FDD8-CFF9-3555-782D4930EBBD}"/>
              </a:ext>
            </a:extLst>
          </p:cNvPr>
          <p:cNvSpPr/>
          <p:nvPr/>
        </p:nvSpPr>
        <p:spPr>
          <a:xfrm>
            <a:off x="3485037" y="5632577"/>
            <a:ext cx="871647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26" name="Rectangle 625">
            <a:extLst>
              <a:ext uri="{FF2B5EF4-FFF2-40B4-BE49-F238E27FC236}">
                <a16:creationId xmlns:a16="http://schemas.microsoft.com/office/drawing/2014/main" id="{CE147E69-5E6B-0FBB-9E8F-8E1E4950B40B}"/>
              </a:ext>
            </a:extLst>
          </p:cNvPr>
          <p:cNvSpPr/>
          <p:nvPr/>
        </p:nvSpPr>
        <p:spPr>
          <a:xfrm>
            <a:off x="3485035" y="6058075"/>
            <a:ext cx="871649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27" name="Rectangle 626">
            <a:extLst>
              <a:ext uri="{FF2B5EF4-FFF2-40B4-BE49-F238E27FC236}">
                <a16:creationId xmlns:a16="http://schemas.microsoft.com/office/drawing/2014/main" id="{7E35D445-3A14-F5B5-AA1D-0C1D556A0F27}"/>
              </a:ext>
            </a:extLst>
          </p:cNvPr>
          <p:cNvSpPr/>
          <p:nvPr/>
        </p:nvSpPr>
        <p:spPr>
          <a:xfrm>
            <a:off x="3485035" y="6483573"/>
            <a:ext cx="871650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28" name="Rectangle 627">
            <a:extLst>
              <a:ext uri="{FF2B5EF4-FFF2-40B4-BE49-F238E27FC236}">
                <a16:creationId xmlns:a16="http://schemas.microsoft.com/office/drawing/2014/main" id="{2D91E14C-2F18-1759-6F29-BAB6A0A307CB}"/>
              </a:ext>
            </a:extLst>
          </p:cNvPr>
          <p:cNvSpPr/>
          <p:nvPr/>
        </p:nvSpPr>
        <p:spPr>
          <a:xfrm>
            <a:off x="3485035" y="6909071"/>
            <a:ext cx="871650" cy="35924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629" name="Elbow Connector 628">
            <a:extLst>
              <a:ext uri="{FF2B5EF4-FFF2-40B4-BE49-F238E27FC236}">
                <a16:creationId xmlns:a16="http://schemas.microsoft.com/office/drawing/2014/main" id="{6330B87C-61EB-C549-EDE5-81B845268355}"/>
              </a:ext>
            </a:extLst>
          </p:cNvPr>
          <p:cNvCxnSpPr>
            <a:cxnSpLocks/>
            <a:stCxn id="624" idx="1"/>
            <a:endCxn id="625" idx="1"/>
          </p:cNvCxnSpPr>
          <p:nvPr/>
        </p:nvCxnSpPr>
        <p:spPr>
          <a:xfrm rot="10800000" flipV="1">
            <a:off x="3485037" y="5386701"/>
            <a:ext cx="12700" cy="425498"/>
          </a:xfrm>
          <a:prstGeom prst="bentConnector3">
            <a:avLst>
              <a:gd name="adj1" fmla="val 2433803"/>
            </a:avLst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30" name="TextBox 629">
            <a:extLst>
              <a:ext uri="{FF2B5EF4-FFF2-40B4-BE49-F238E27FC236}">
                <a16:creationId xmlns:a16="http://schemas.microsoft.com/office/drawing/2014/main" id="{CB32813C-D3F8-F034-EA3D-97CF8CE44517}"/>
              </a:ext>
            </a:extLst>
          </p:cNvPr>
          <p:cNvSpPr txBox="1">
            <a:spLocks/>
          </p:cNvSpPr>
          <p:nvPr/>
        </p:nvSpPr>
        <p:spPr>
          <a:xfrm>
            <a:off x="3163312" y="5577624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x4</a:t>
            </a:r>
          </a:p>
        </p:txBody>
      </p:sp>
      <p:cxnSp>
        <p:nvCxnSpPr>
          <p:cNvPr id="631" name="Elbow Connector 630">
            <a:extLst>
              <a:ext uri="{FF2B5EF4-FFF2-40B4-BE49-F238E27FC236}">
                <a16:creationId xmlns:a16="http://schemas.microsoft.com/office/drawing/2014/main" id="{3E62BC1D-0A5F-C325-089D-07F2B88D3706}"/>
              </a:ext>
            </a:extLst>
          </p:cNvPr>
          <p:cNvCxnSpPr>
            <a:cxnSpLocks/>
            <a:endCxn id="626" idx="1"/>
          </p:cNvCxnSpPr>
          <p:nvPr/>
        </p:nvCxnSpPr>
        <p:spPr>
          <a:xfrm rot="16200000" flipH="1">
            <a:off x="2877874" y="5630536"/>
            <a:ext cx="850996" cy="363326"/>
          </a:xfrm>
          <a:prstGeom prst="bentConnector2">
            <a:avLst/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32" name="Elbow Connector 631">
            <a:extLst>
              <a:ext uri="{FF2B5EF4-FFF2-40B4-BE49-F238E27FC236}">
                <a16:creationId xmlns:a16="http://schemas.microsoft.com/office/drawing/2014/main" id="{1291744F-399B-0CF9-B585-F6DB4C3AE685}"/>
              </a:ext>
            </a:extLst>
          </p:cNvPr>
          <p:cNvCxnSpPr>
            <a:cxnSpLocks/>
            <a:endCxn id="627" idx="1"/>
          </p:cNvCxnSpPr>
          <p:nvPr/>
        </p:nvCxnSpPr>
        <p:spPr>
          <a:xfrm rot="16200000" flipH="1">
            <a:off x="2627853" y="5806013"/>
            <a:ext cx="1276498" cy="437866"/>
          </a:xfrm>
          <a:prstGeom prst="bentConnector2">
            <a:avLst/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33" name="Elbow Connector 632">
            <a:extLst>
              <a:ext uri="{FF2B5EF4-FFF2-40B4-BE49-F238E27FC236}">
                <a16:creationId xmlns:a16="http://schemas.microsoft.com/office/drawing/2014/main" id="{641198E9-823A-0C68-1B05-619350B983DC}"/>
              </a:ext>
            </a:extLst>
          </p:cNvPr>
          <p:cNvCxnSpPr>
            <a:cxnSpLocks/>
            <a:endCxn id="628" idx="1"/>
          </p:cNvCxnSpPr>
          <p:nvPr/>
        </p:nvCxnSpPr>
        <p:spPr>
          <a:xfrm rot="16200000" flipH="1">
            <a:off x="2379578" y="5983236"/>
            <a:ext cx="1701996" cy="508918"/>
          </a:xfrm>
          <a:prstGeom prst="bentConnector2">
            <a:avLst/>
          </a:prstGeom>
          <a:ln w="9525">
            <a:solidFill>
              <a:schemeClr val="accent6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34" name="TextBox 633">
            <a:extLst>
              <a:ext uri="{FF2B5EF4-FFF2-40B4-BE49-F238E27FC236}">
                <a16:creationId xmlns:a16="http://schemas.microsoft.com/office/drawing/2014/main" id="{E9B9BB43-0396-63BC-4310-FAEC5ABF9F52}"/>
              </a:ext>
            </a:extLst>
          </p:cNvPr>
          <p:cNvSpPr txBox="1"/>
          <p:nvPr/>
        </p:nvSpPr>
        <p:spPr>
          <a:xfrm>
            <a:off x="3148522" y="6011077"/>
            <a:ext cx="3097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x9</a:t>
            </a:r>
          </a:p>
        </p:txBody>
      </p:sp>
      <p:sp>
        <p:nvSpPr>
          <p:cNvPr id="635" name="TextBox 634">
            <a:extLst>
              <a:ext uri="{FF2B5EF4-FFF2-40B4-BE49-F238E27FC236}">
                <a16:creationId xmlns:a16="http://schemas.microsoft.com/office/drawing/2014/main" id="{52E6754C-5B77-9742-49DF-86E757155183}"/>
              </a:ext>
            </a:extLst>
          </p:cNvPr>
          <p:cNvSpPr txBox="1"/>
          <p:nvPr/>
        </p:nvSpPr>
        <p:spPr>
          <a:xfrm>
            <a:off x="3114056" y="6435256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x16</a:t>
            </a:r>
          </a:p>
        </p:txBody>
      </p:sp>
      <p:sp>
        <p:nvSpPr>
          <p:cNvPr id="636" name="TextBox 635">
            <a:extLst>
              <a:ext uri="{FF2B5EF4-FFF2-40B4-BE49-F238E27FC236}">
                <a16:creationId xmlns:a16="http://schemas.microsoft.com/office/drawing/2014/main" id="{47CB5CDF-B3A6-A6AC-E20F-066AEB0ACCBD}"/>
              </a:ext>
            </a:extLst>
          </p:cNvPr>
          <p:cNvSpPr txBox="1"/>
          <p:nvPr/>
        </p:nvSpPr>
        <p:spPr>
          <a:xfrm>
            <a:off x="3099269" y="6860383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x25</a:t>
            </a:r>
          </a:p>
        </p:txBody>
      </p:sp>
      <p:cxnSp>
        <p:nvCxnSpPr>
          <p:cNvPr id="637" name="Straight Connector 636">
            <a:extLst>
              <a:ext uri="{FF2B5EF4-FFF2-40B4-BE49-F238E27FC236}">
                <a16:creationId xmlns:a16="http://schemas.microsoft.com/office/drawing/2014/main" id="{6507539D-1A9D-4395-DDB1-F12F1FFAF652}"/>
              </a:ext>
            </a:extLst>
          </p:cNvPr>
          <p:cNvCxnSpPr>
            <a:cxnSpLocks/>
          </p:cNvCxnSpPr>
          <p:nvPr/>
        </p:nvCxnSpPr>
        <p:spPr>
          <a:xfrm>
            <a:off x="2966737" y="5386696"/>
            <a:ext cx="254357" cy="0"/>
          </a:xfrm>
          <a:prstGeom prst="line">
            <a:avLst/>
          </a:prstGeom>
          <a:ln w="9525">
            <a:solidFill>
              <a:schemeClr val="accent6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38" name="TextBox 637">
            <a:extLst>
              <a:ext uri="{FF2B5EF4-FFF2-40B4-BE49-F238E27FC236}">
                <a16:creationId xmlns:a16="http://schemas.microsoft.com/office/drawing/2014/main" id="{032D5953-A3BD-54BF-3E57-7C5E6313D3BE}"/>
              </a:ext>
            </a:extLst>
          </p:cNvPr>
          <p:cNvSpPr txBox="1"/>
          <p:nvPr/>
        </p:nvSpPr>
        <p:spPr>
          <a:xfrm>
            <a:off x="2712273" y="562317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39" name="TextBox 638">
            <a:extLst>
              <a:ext uri="{FF2B5EF4-FFF2-40B4-BE49-F238E27FC236}">
                <a16:creationId xmlns:a16="http://schemas.microsoft.com/office/drawing/2014/main" id="{F891D29D-A2D1-7297-208C-E389E0B41401}"/>
              </a:ext>
            </a:extLst>
          </p:cNvPr>
          <p:cNvSpPr txBox="1"/>
          <p:nvPr/>
        </p:nvSpPr>
        <p:spPr>
          <a:xfrm>
            <a:off x="2712273" y="604358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0" name="TextBox 639">
            <a:extLst>
              <a:ext uri="{FF2B5EF4-FFF2-40B4-BE49-F238E27FC236}">
                <a16:creationId xmlns:a16="http://schemas.microsoft.com/office/drawing/2014/main" id="{ADF22612-B859-2B2C-5FB0-1F815339ACF3}"/>
              </a:ext>
            </a:extLst>
          </p:cNvPr>
          <p:cNvSpPr txBox="1"/>
          <p:nvPr/>
        </p:nvSpPr>
        <p:spPr>
          <a:xfrm>
            <a:off x="2712273" y="6475324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1" name="TextBox 640">
            <a:extLst>
              <a:ext uri="{FF2B5EF4-FFF2-40B4-BE49-F238E27FC236}">
                <a16:creationId xmlns:a16="http://schemas.microsoft.com/office/drawing/2014/main" id="{6291FC8F-C591-65FE-3CDC-15C340F85C22}"/>
              </a:ext>
            </a:extLst>
          </p:cNvPr>
          <p:cNvSpPr txBox="1"/>
          <p:nvPr/>
        </p:nvSpPr>
        <p:spPr>
          <a:xfrm>
            <a:off x="2712273" y="689848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2" name="TextBox 641">
            <a:extLst>
              <a:ext uri="{FF2B5EF4-FFF2-40B4-BE49-F238E27FC236}">
                <a16:creationId xmlns:a16="http://schemas.microsoft.com/office/drawing/2014/main" id="{633DD1D6-BD9F-6EE4-D59E-7503CEE5D5C1}"/>
              </a:ext>
            </a:extLst>
          </p:cNvPr>
          <p:cNvSpPr txBox="1"/>
          <p:nvPr/>
        </p:nvSpPr>
        <p:spPr>
          <a:xfrm>
            <a:off x="1077803" y="5195773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3" name="TextBox 642">
            <a:extLst>
              <a:ext uri="{FF2B5EF4-FFF2-40B4-BE49-F238E27FC236}">
                <a16:creationId xmlns:a16="http://schemas.microsoft.com/office/drawing/2014/main" id="{C39FFBAC-E643-028B-7E09-E78544308D99}"/>
              </a:ext>
            </a:extLst>
          </p:cNvPr>
          <p:cNvSpPr txBox="1"/>
          <p:nvPr/>
        </p:nvSpPr>
        <p:spPr>
          <a:xfrm>
            <a:off x="1081023" y="562317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4" name="TextBox 643">
            <a:extLst>
              <a:ext uri="{FF2B5EF4-FFF2-40B4-BE49-F238E27FC236}">
                <a16:creationId xmlns:a16="http://schemas.microsoft.com/office/drawing/2014/main" id="{5A24C8C6-B050-32D0-F66C-8F7121FF7CB9}"/>
              </a:ext>
            </a:extLst>
          </p:cNvPr>
          <p:cNvSpPr txBox="1"/>
          <p:nvPr/>
        </p:nvSpPr>
        <p:spPr>
          <a:xfrm>
            <a:off x="1081023" y="6043587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5" name="TextBox 644">
            <a:extLst>
              <a:ext uri="{FF2B5EF4-FFF2-40B4-BE49-F238E27FC236}">
                <a16:creationId xmlns:a16="http://schemas.microsoft.com/office/drawing/2014/main" id="{0FE55213-52B3-558B-B327-1CA6BD76023E}"/>
              </a:ext>
            </a:extLst>
          </p:cNvPr>
          <p:cNvSpPr txBox="1"/>
          <p:nvPr/>
        </p:nvSpPr>
        <p:spPr>
          <a:xfrm>
            <a:off x="1081023" y="6475324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6" name="TextBox 645">
            <a:extLst>
              <a:ext uri="{FF2B5EF4-FFF2-40B4-BE49-F238E27FC236}">
                <a16:creationId xmlns:a16="http://schemas.microsoft.com/office/drawing/2014/main" id="{8DDADC15-7532-E999-0EDF-2AF7E3AF93B9}"/>
              </a:ext>
            </a:extLst>
          </p:cNvPr>
          <p:cNvSpPr txBox="1"/>
          <p:nvPr/>
        </p:nvSpPr>
        <p:spPr>
          <a:xfrm>
            <a:off x="1081023" y="6898488"/>
            <a:ext cx="308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+</a:t>
            </a:r>
          </a:p>
        </p:txBody>
      </p:sp>
      <p:sp>
        <p:nvSpPr>
          <p:cNvPr id="647" name="TextBox 646">
            <a:extLst>
              <a:ext uri="{FF2B5EF4-FFF2-40B4-BE49-F238E27FC236}">
                <a16:creationId xmlns:a16="http://schemas.microsoft.com/office/drawing/2014/main" id="{CD898894-E007-027D-95FA-79775667190D}"/>
              </a:ext>
            </a:extLst>
          </p:cNvPr>
          <p:cNvSpPr txBox="1"/>
          <p:nvPr/>
        </p:nvSpPr>
        <p:spPr>
          <a:xfrm>
            <a:off x="4335048" y="5257328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648" name="TextBox 647">
            <a:extLst>
              <a:ext uri="{FF2B5EF4-FFF2-40B4-BE49-F238E27FC236}">
                <a16:creationId xmlns:a16="http://schemas.microsoft.com/office/drawing/2014/main" id="{447F3BBB-0F5B-9487-F3CC-ADB43B777122}"/>
              </a:ext>
            </a:extLst>
          </p:cNvPr>
          <p:cNvSpPr txBox="1"/>
          <p:nvPr/>
        </p:nvSpPr>
        <p:spPr>
          <a:xfrm>
            <a:off x="5495764" y="5267157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W3.S1</a:t>
            </a:r>
          </a:p>
        </p:txBody>
      </p:sp>
      <p:sp>
        <p:nvSpPr>
          <p:cNvPr id="649" name="Rectangle 648">
            <a:extLst>
              <a:ext uri="{FF2B5EF4-FFF2-40B4-BE49-F238E27FC236}">
                <a16:creationId xmlns:a16="http://schemas.microsoft.com/office/drawing/2014/main" id="{2CFBC5EB-55C9-1B8F-5C97-B3399684D48C}"/>
              </a:ext>
            </a:extLst>
          </p:cNvPr>
          <p:cNvSpPr/>
          <p:nvPr/>
        </p:nvSpPr>
        <p:spPr>
          <a:xfrm>
            <a:off x="4804412" y="5211368"/>
            <a:ext cx="722557" cy="359243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0" name="Rectangle 649">
            <a:extLst>
              <a:ext uri="{FF2B5EF4-FFF2-40B4-BE49-F238E27FC236}">
                <a16:creationId xmlns:a16="http://schemas.microsoft.com/office/drawing/2014/main" id="{D47FCBB4-799E-A4F5-DCA6-F8AD69D285D4}"/>
              </a:ext>
            </a:extLst>
          </p:cNvPr>
          <p:cNvSpPr/>
          <p:nvPr/>
        </p:nvSpPr>
        <p:spPr>
          <a:xfrm>
            <a:off x="4804412" y="5636866"/>
            <a:ext cx="722557" cy="359243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1" name="Rectangle 650">
            <a:extLst>
              <a:ext uri="{FF2B5EF4-FFF2-40B4-BE49-F238E27FC236}">
                <a16:creationId xmlns:a16="http://schemas.microsoft.com/office/drawing/2014/main" id="{A021A42E-7C8E-B950-4113-B332D00D94DD}"/>
              </a:ext>
            </a:extLst>
          </p:cNvPr>
          <p:cNvSpPr/>
          <p:nvPr/>
        </p:nvSpPr>
        <p:spPr>
          <a:xfrm>
            <a:off x="4804411" y="6062364"/>
            <a:ext cx="722557" cy="359243"/>
          </a:xfrm>
          <a:prstGeom prst="rect">
            <a:avLst/>
          </a:prstGeom>
          <a:noFill/>
          <a:ln>
            <a:solidFill>
              <a:schemeClr val="accent6"/>
            </a:solidFill>
            <a:prstDash val="lg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2" name="Rectangle 651">
            <a:extLst>
              <a:ext uri="{FF2B5EF4-FFF2-40B4-BE49-F238E27FC236}">
                <a16:creationId xmlns:a16="http://schemas.microsoft.com/office/drawing/2014/main" id="{D16F91EF-F517-929F-35DB-2AC294E4EB98}"/>
              </a:ext>
            </a:extLst>
          </p:cNvPr>
          <p:cNvSpPr/>
          <p:nvPr/>
        </p:nvSpPr>
        <p:spPr>
          <a:xfrm>
            <a:off x="4804410" y="6487862"/>
            <a:ext cx="722557" cy="359243"/>
          </a:xfrm>
          <a:prstGeom prst="rect">
            <a:avLst/>
          </a:prstGeom>
          <a:noFill/>
          <a:ln>
            <a:solidFill>
              <a:schemeClr val="accent6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3" name="Rectangle 652">
            <a:extLst>
              <a:ext uri="{FF2B5EF4-FFF2-40B4-BE49-F238E27FC236}">
                <a16:creationId xmlns:a16="http://schemas.microsoft.com/office/drawing/2014/main" id="{EF7CE9BB-77B2-60EB-4BB4-B4057381820E}"/>
              </a:ext>
            </a:extLst>
          </p:cNvPr>
          <p:cNvSpPr/>
          <p:nvPr/>
        </p:nvSpPr>
        <p:spPr>
          <a:xfrm>
            <a:off x="4804410" y="6913360"/>
            <a:ext cx="722557" cy="359243"/>
          </a:xfrm>
          <a:prstGeom prst="rect">
            <a:avLst/>
          </a:prstGeom>
          <a:noFill/>
          <a:ln>
            <a:solidFill>
              <a:schemeClr val="accent6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54" name="TextBox 653">
            <a:extLst>
              <a:ext uri="{FF2B5EF4-FFF2-40B4-BE49-F238E27FC236}">
                <a16:creationId xmlns:a16="http://schemas.microsoft.com/office/drawing/2014/main" id="{84C9B1EF-7825-A4D9-6940-1F4F0EBCA81E}"/>
              </a:ext>
            </a:extLst>
          </p:cNvPr>
          <p:cNvSpPr txBox="1"/>
          <p:nvPr/>
        </p:nvSpPr>
        <p:spPr>
          <a:xfrm>
            <a:off x="4339281" y="5684733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655" name="TextBox 654">
            <a:extLst>
              <a:ext uri="{FF2B5EF4-FFF2-40B4-BE49-F238E27FC236}">
                <a16:creationId xmlns:a16="http://schemas.microsoft.com/office/drawing/2014/main" id="{15EAD5C0-0AFE-1236-6E27-F851C6870EA7}"/>
              </a:ext>
            </a:extLst>
          </p:cNvPr>
          <p:cNvSpPr txBox="1"/>
          <p:nvPr/>
        </p:nvSpPr>
        <p:spPr>
          <a:xfrm>
            <a:off x="4339740" y="6093712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656" name="TextBox 655">
            <a:extLst>
              <a:ext uri="{FF2B5EF4-FFF2-40B4-BE49-F238E27FC236}">
                <a16:creationId xmlns:a16="http://schemas.microsoft.com/office/drawing/2014/main" id="{88B99426-4F24-968C-EAB4-E101C4D6F263}"/>
              </a:ext>
            </a:extLst>
          </p:cNvPr>
          <p:cNvSpPr txBox="1"/>
          <p:nvPr/>
        </p:nvSpPr>
        <p:spPr>
          <a:xfrm>
            <a:off x="4340639" y="6532154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657" name="TextBox 656">
            <a:extLst>
              <a:ext uri="{FF2B5EF4-FFF2-40B4-BE49-F238E27FC236}">
                <a16:creationId xmlns:a16="http://schemas.microsoft.com/office/drawing/2014/main" id="{1B49EA80-55E9-FD03-1D89-2E86BE7100FA}"/>
              </a:ext>
            </a:extLst>
          </p:cNvPr>
          <p:cNvSpPr txBox="1"/>
          <p:nvPr/>
        </p:nvSpPr>
        <p:spPr>
          <a:xfrm>
            <a:off x="4338992" y="6969937"/>
            <a:ext cx="522899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/>
              <a:t>Mod =</a:t>
            </a:r>
          </a:p>
        </p:txBody>
      </p:sp>
      <p:sp>
        <p:nvSpPr>
          <p:cNvPr id="658" name="TextBox 657">
            <a:extLst>
              <a:ext uri="{FF2B5EF4-FFF2-40B4-BE49-F238E27FC236}">
                <a16:creationId xmlns:a16="http://schemas.microsoft.com/office/drawing/2014/main" id="{CB31E201-F6C1-CC58-D5CB-90CC0B90613E}"/>
              </a:ext>
            </a:extLst>
          </p:cNvPr>
          <p:cNvSpPr txBox="1"/>
          <p:nvPr/>
        </p:nvSpPr>
        <p:spPr>
          <a:xfrm>
            <a:off x="5495765" y="5693635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W3.S2</a:t>
            </a:r>
          </a:p>
        </p:txBody>
      </p:sp>
      <p:sp>
        <p:nvSpPr>
          <p:cNvPr id="659" name="TextBox 658">
            <a:extLst>
              <a:ext uri="{FF2B5EF4-FFF2-40B4-BE49-F238E27FC236}">
                <a16:creationId xmlns:a16="http://schemas.microsoft.com/office/drawing/2014/main" id="{CF9F6C7F-6F7D-11E2-C4DD-93B957198A2B}"/>
              </a:ext>
            </a:extLst>
          </p:cNvPr>
          <p:cNvSpPr txBox="1"/>
          <p:nvPr/>
        </p:nvSpPr>
        <p:spPr>
          <a:xfrm>
            <a:off x="5496859" y="6120264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W3.S3</a:t>
            </a:r>
          </a:p>
        </p:txBody>
      </p:sp>
      <p:sp>
        <p:nvSpPr>
          <p:cNvPr id="660" name="TextBox 659">
            <a:extLst>
              <a:ext uri="{FF2B5EF4-FFF2-40B4-BE49-F238E27FC236}">
                <a16:creationId xmlns:a16="http://schemas.microsoft.com/office/drawing/2014/main" id="{C6DA1512-E652-00BC-34D3-69A9FE864053}"/>
              </a:ext>
            </a:extLst>
          </p:cNvPr>
          <p:cNvSpPr txBox="1"/>
          <p:nvPr/>
        </p:nvSpPr>
        <p:spPr>
          <a:xfrm>
            <a:off x="5496859" y="6546742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W3.S4</a:t>
            </a:r>
          </a:p>
        </p:txBody>
      </p:sp>
      <p:sp>
        <p:nvSpPr>
          <p:cNvPr id="661" name="TextBox 660">
            <a:extLst>
              <a:ext uri="{FF2B5EF4-FFF2-40B4-BE49-F238E27FC236}">
                <a16:creationId xmlns:a16="http://schemas.microsoft.com/office/drawing/2014/main" id="{BB4D1965-D0B6-03D9-DCCB-2D87AD76C007}"/>
              </a:ext>
            </a:extLst>
          </p:cNvPr>
          <p:cNvSpPr txBox="1"/>
          <p:nvPr/>
        </p:nvSpPr>
        <p:spPr>
          <a:xfrm>
            <a:off x="5495765" y="6967790"/>
            <a:ext cx="62280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W3.S5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34C457-E217-2E49-7C5A-A0C4718EFA75}"/>
              </a:ext>
            </a:extLst>
          </p:cNvPr>
          <p:cNvSpPr txBox="1"/>
          <p:nvPr/>
        </p:nvSpPr>
        <p:spPr>
          <a:xfrm>
            <a:off x="5457753" y="7548128"/>
            <a:ext cx="614271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R1.S1</a:t>
            </a:r>
            <a:r>
              <a:rPr lang="en-US" sz="1000" noProof="0" dirty="0"/>
              <a:t>=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7BE00B-02D1-B7AD-D280-1546C40B8D59}"/>
              </a:ext>
            </a:extLst>
          </p:cNvPr>
          <p:cNvSpPr txBox="1"/>
          <p:nvPr/>
        </p:nvSpPr>
        <p:spPr>
          <a:xfrm>
            <a:off x="5871600" y="7863804"/>
            <a:ext cx="62280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W1.S2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0F9ED5"/>
                </a:solidFill>
              </a:rPr>
              <a:t>W2.S2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4EA72E"/>
                </a:solidFill>
              </a:rPr>
              <a:t>W3.S2</a:t>
            </a:r>
            <a:r>
              <a:rPr lang="en-US" sz="800" dirty="0">
                <a:solidFill>
                  <a:schemeClr val="bg1"/>
                </a:solidFill>
              </a:rPr>
              <a:t> .</a:t>
            </a:r>
            <a:r>
              <a:rPr lang="en-US" sz="800" dirty="0"/>
              <a:t>  </a:t>
            </a:r>
            <a:endParaRPr lang="en-US" sz="800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37A159-F1AB-7971-CC7E-1603D6D2E2C1}"/>
              </a:ext>
            </a:extLst>
          </p:cNvPr>
          <p:cNvSpPr txBox="1"/>
          <p:nvPr/>
        </p:nvSpPr>
        <p:spPr>
          <a:xfrm>
            <a:off x="5457074" y="7971526"/>
            <a:ext cx="614271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R1</a:t>
            </a:r>
            <a:r>
              <a:rPr lang="en-US" sz="1000" noProof="0" dirty="0">
                <a:solidFill>
                  <a:srgbClr val="A02A93"/>
                </a:solidFill>
              </a:rPr>
              <a:t>.S2</a:t>
            </a:r>
            <a:r>
              <a:rPr lang="en-US" sz="1000" noProof="0" dirty="0"/>
              <a:t>=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91302C-F94C-F096-8220-11BBB635561A}"/>
              </a:ext>
            </a:extLst>
          </p:cNvPr>
          <p:cNvSpPr txBox="1"/>
          <p:nvPr/>
        </p:nvSpPr>
        <p:spPr>
          <a:xfrm>
            <a:off x="5871600" y="8292250"/>
            <a:ext cx="62280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W1.S3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0F9ED5"/>
                </a:solidFill>
              </a:rPr>
              <a:t>W2.S3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4EA72E"/>
                </a:solidFill>
              </a:rPr>
              <a:t>W3.S3</a:t>
            </a:r>
            <a:r>
              <a:rPr lang="en-US" sz="800" dirty="0">
                <a:solidFill>
                  <a:schemeClr val="bg1"/>
                </a:solidFill>
              </a:rPr>
              <a:t> .</a:t>
            </a:r>
            <a:r>
              <a:rPr lang="en-US" sz="800" dirty="0"/>
              <a:t>  </a:t>
            </a:r>
            <a:endParaRPr lang="en-US" sz="800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BD5524-FE0E-1C5C-6F30-1ADDDFA9A578}"/>
              </a:ext>
            </a:extLst>
          </p:cNvPr>
          <p:cNvSpPr txBox="1"/>
          <p:nvPr/>
        </p:nvSpPr>
        <p:spPr>
          <a:xfrm>
            <a:off x="5457600" y="8401228"/>
            <a:ext cx="614271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R1</a:t>
            </a:r>
            <a:r>
              <a:rPr lang="en-US" sz="1000" noProof="0" dirty="0">
                <a:solidFill>
                  <a:srgbClr val="A02A93"/>
                </a:solidFill>
              </a:rPr>
              <a:t>.S3</a:t>
            </a:r>
            <a:r>
              <a:rPr lang="en-US" sz="1000" noProof="0" dirty="0"/>
              <a:t>=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CBA08E-B351-2719-D5DA-3641DC2D9E6B}"/>
              </a:ext>
            </a:extLst>
          </p:cNvPr>
          <p:cNvSpPr txBox="1"/>
          <p:nvPr/>
        </p:nvSpPr>
        <p:spPr>
          <a:xfrm>
            <a:off x="5871600" y="8717050"/>
            <a:ext cx="62280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W1.S4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0F9ED5"/>
                </a:solidFill>
              </a:rPr>
              <a:t>W2.S4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4EA72E"/>
                </a:solidFill>
              </a:rPr>
              <a:t>W3.S4</a:t>
            </a:r>
            <a:r>
              <a:rPr lang="en-US" sz="800" dirty="0">
                <a:solidFill>
                  <a:schemeClr val="bg1"/>
                </a:solidFill>
              </a:rPr>
              <a:t> .</a:t>
            </a:r>
            <a:r>
              <a:rPr lang="en-US" sz="800" dirty="0"/>
              <a:t>  </a:t>
            </a:r>
            <a:endParaRPr lang="en-US" sz="800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72E69D-4696-56A9-BEDC-67B28D701FAC}"/>
              </a:ext>
            </a:extLst>
          </p:cNvPr>
          <p:cNvSpPr txBox="1"/>
          <p:nvPr/>
        </p:nvSpPr>
        <p:spPr>
          <a:xfrm>
            <a:off x="5457600" y="8824626"/>
            <a:ext cx="614271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R1</a:t>
            </a:r>
            <a:r>
              <a:rPr lang="en-US" sz="1000" noProof="0" dirty="0">
                <a:solidFill>
                  <a:srgbClr val="A02A93"/>
                </a:solidFill>
              </a:rPr>
              <a:t>.S4</a:t>
            </a:r>
            <a:r>
              <a:rPr lang="en-US" sz="1000" noProof="0" dirty="0"/>
              <a:t>=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39B65F-71C1-56AE-2817-62603176E929}"/>
              </a:ext>
            </a:extLst>
          </p:cNvPr>
          <p:cNvSpPr txBox="1"/>
          <p:nvPr/>
        </p:nvSpPr>
        <p:spPr>
          <a:xfrm>
            <a:off x="5871600" y="9145450"/>
            <a:ext cx="62280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W1.S5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0F9ED5"/>
                </a:solidFill>
              </a:rPr>
              <a:t>W2.S5</a:t>
            </a:r>
            <a:r>
              <a:rPr lang="en-US" sz="800" dirty="0"/>
              <a:t>+</a:t>
            </a:r>
            <a:br>
              <a:rPr lang="en-US" sz="800" dirty="0"/>
            </a:br>
            <a:r>
              <a:rPr lang="en-US" sz="800" dirty="0">
                <a:solidFill>
                  <a:srgbClr val="4EA72E"/>
                </a:solidFill>
              </a:rPr>
              <a:t>W3.S5</a:t>
            </a:r>
            <a:r>
              <a:rPr lang="en-US" sz="800" dirty="0">
                <a:solidFill>
                  <a:schemeClr val="bg1"/>
                </a:solidFill>
              </a:rPr>
              <a:t> .</a:t>
            </a:r>
            <a:r>
              <a:rPr lang="en-US" sz="800" dirty="0"/>
              <a:t>  </a:t>
            </a:r>
            <a:endParaRPr lang="en-US" sz="800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F42F3C-98AA-0E3C-D021-5AA5325CFF57}"/>
              </a:ext>
            </a:extLst>
          </p:cNvPr>
          <p:cNvSpPr txBox="1"/>
          <p:nvPr/>
        </p:nvSpPr>
        <p:spPr>
          <a:xfrm>
            <a:off x="5457600" y="9253210"/>
            <a:ext cx="614271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R1.S5</a:t>
            </a:r>
            <a:r>
              <a:rPr lang="en-US" sz="1000" noProof="0" dirty="0"/>
              <a:t>=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63BBEF-9E67-0273-5E0A-BA61614807F8}"/>
              </a:ext>
            </a:extLst>
          </p:cNvPr>
          <p:cNvSpPr txBox="1"/>
          <p:nvPr/>
        </p:nvSpPr>
        <p:spPr>
          <a:xfrm>
            <a:off x="6019851" y="675822"/>
            <a:ext cx="55607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Word 1</a:t>
            </a:r>
          </a:p>
          <a:p>
            <a:pPr algn="ctr"/>
            <a:r>
              <a:rPr lang="en-US" sz="800" noProof="0" dirty="0">
                <a:solidFill>
                  <a:srgbClr val="E97132"/>
                </a:solidFill>
              </a:rPr>
              <a:t>Share</a:t>
            </a:r>
            <a:r>
              <a:rPr lang="en-US" sz="800" dirty="0">
                <a:solidFill>
                  <a:srgbClr val="E97132"/>
                </a:solidFill>
              </a:rPr>
              <a:t> 1</a:t>
            </a:r>
            <a:endParaRPr lang="en-US" sz="800" noProof="0" dirty="0">
              <a:solidFill>
                <a:srgbClr val="E97132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7E5831C-E5C2-0469-45B7-4C2EF9D026F9}"/>
              </a:ext>
            </a:extLst>
          </p:cNvPr>
          <p:cNvSpPr/>
          <p:nvPr/>
        </p:nvSpPr>
        <p:spPr>
          <a:xfrm>
            <a:off x="6536342" y="760658"/>
            <a:ext cx="178611" cy="178611"/>
          </a:xfrm>
          <a:prstGeom prst="rect">
            <a:avLst/>
          </a:prstGeom>
          <a:noFill/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8165CD5-14C5-1707-9018-C08B5D338D12}"/>
              </a:ext>
            </a:extLst>
          </p:cNvPr>
          <p:cNvSpPr txBox="1"/>
          <p:nvPr/>
        </p:nvSpPr>
        <p:spPr>
          <a:xfrm>
            <a:off x="6019200" y="1106105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Word 1</a:t>
            </a:r>
          </a:p>
          <a:p>
            <a:pPr algn="ctr"/>
            <a:r>
              <a:rPr lang="en-US" sz="800" noProof="0" dirty="0">
                <a:solidFill>
                  <a:srgbClr val="E97132"/>
                </a:solidFill>
              </a:rPr>
              <a:t>Share</a:t>
            </a:r>
            <a:r>
              <a:rPr lang="en-US" sz="800" dirty="0">
                <a:solidFill>
                  <a:srgbClr val="E97132"/>
                </a:solidFill>
              </a:rPr>
              <a:t> 2</a:t>
            </a:r>
            <a:endParaRPr lang="en-US" sz="800" noProof="0" dirty="0">
              <a:solidFill>
                <a:srgbClr val="E97132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825AB88-9D29-67F8-4E68-8301280190DC}"/>
              </a:ext>
            </a:extLst>
          </p:cNvPr>
          <p:cNvSpPr/>
          <p:nvPr/>
        </p:nvSpPr>
        <p:spPr>
          <a:xfrm>
            <a:off x="6537600" y="1190941"/>
            <a:ext cx="178611" cy="178611"/>
          </a:xfrm>
          <a:prstGeom prst="rect">
            <a:avLst/>
          </a:prstGeom>
          <a:noFill/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E95BDF9-DC0C-6284-E310-17951F685E8D}"/>
              </a:ext>
            </a:extLst>
          </p:cNvPr>
          <p:cNvSpPr txBox="1"/>
          <p:nvPr/>
        </p:nvSpPr>
        <p:spPr>
          <a:xfrm>
            <a:off x="6019852" y="1526116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Word 1</a:t>
            </a:r>
          </a:p>
          <a:p>
            <a:pPr algn="ctr"/>
            <a:r>
              <a:rPr lang="en-US" sz="800" noProof="0" dirty="0">
                <a:solidFill>
                  <a:srgbClr val="E97132"/>
                </a:solidFill>
              </a:rPr>
              <a:t>Share</a:t>
            </a:r>
            <a:r>
              <a:rPr lang="en-US" sz="800" dirty="0">
                <a:solidFill>
                  <a:srgbClr val="E97132"/>
                </a:solidFill>
              </a:rPr>
              <a:t> 3</a:t>
            </a:r>
            <a:endParaRPr lang="en-US" sz="800" noProof="0" dirty="0">
              <a:solidFill>
                <a:srgbClr val="E97132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98E06C9-1170-0F4D-6013-7EDC6364A134}"/>
              </a:ext>
            </a:extLst>
          </p:cNvPr>
          <p:cNvSpPr/>
          <p:nvPr/>
        </p:nvSpPr>
        <p:spPr>
          <a:xfrm>
            <a:off x="6536343" y="1610952"/>
            <a:ext cx="178611" cy="178611"/>
          </a:xfrm>
          <a:prstGeom prst="rect">
            <a:avLst/>
          </a:prstGeom>
          <a:noFill/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9D6443F-E47D-D7DE-78F1-C99D029090CE}"/>
              </a:ext>
            </a:extLst>
          </p:cNvPr>
          <p:cNvSpPr txBox="1"/>
          <p:nvPr/>
        </p:nvSpPr>
        <p:spPr>
          <a:xfrm>
            <a:off x="6019200" y="1956399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Word 1</a:t>
            </a:r>
          </a:p>
          <a:p>
            <a:pPr algn="ctr"/>
            <a:r>
              <a:rPr lang="en-US" sz="800" noProof="0" dirty="0">
                <a:solidFill>
                  <a:srgbClr val="E97132"/>
                </a:solidFill>
              </a:rPr>
              <a:t>Share</a:t>
            </a:r>
            <a:r>
              <a:rPr lang="en-US" sz="800" dirty="0">
                <a:solidFill>
                  <a:srgbClr val="E97132"/>
                </a:solidFill>
              </a:rPr>
              <a:t> 4</a:t>
            </a:r>
            <a:endParaRPr lang="en-US" sz="800" noProof="0" dirty="0">
              <a:solidFill>
                <a:srgbClr val="E97132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6525FDF-8C3F-7D6A-6926-0B9A4F843B96}"/>
              </a:ext>
            </a:extLst>
          </p:cNvPr>
          <p:cNvSpPr/>
          <p:nvPr/>
        </p:nvSpPr>
        <p:spPr>
          <a:xfrm>
            <a:off x="6537600" y="2041235"/>
            <a:ext cx="178611" cy="178611"/>
          </a:xfrm>
          <a:prstGeom prst="rect">
            <a:avLst/>
          </a:prstGeom>
          <a:noFill/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75CBA6A-691B-4A11-FB31-9038CD31492D}"/>
              </a:ext>
            </a:extLst>
          </p:cNvPr>
          <p:cNvSpPr txBox="1"/>
          <p:nvPr/>
        </p:nvSpPr>
        <p:spPr>
          <a:xfrm>
            <a:off x="6019200" y="2376955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E97132"/>
                </a:solidFill>
              </a:rPr>
              <a:t>Word 1</a:t>
            </a:r>
          </a:p>
          <a:p>
            <a:pPr algn="ctr"/>
            <a:r>
              <a:rPr lang="en-US" sz="800" noProof="0" dirty="0">
                <a:solidFill>
                  <a:srgbClr val="E97132"/>
                </a:solidFill>
              </a:rPr>
              <a:t>Share</a:t>
            </a:r>
            <a:r>
              <a:rPr lang="en-US" sz="800" dirty="0">
                <a:solidFill>
                  <a:srgbClr val="E97132"/>
                </a:solidFill>
              </a:rPr>
              <a:t> 5</a:t>
            </a:r>
            <a:endParaRPr lang="en-US" sz="800" noProof="0" dirty="0">
              <a:solidFill>
                <a:srgbClr val="E97132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7539E13-CA68-322E-BBB4-198AC0BB287E}"/>
              </a:ext>
            </a:extLst>
          </p:cNvPr>
          <p:cNvSpPr/>
          <p:nvPr/>
        </p:nvSpPr>
        <p:spPr>
          <a:xfrm>
            <a:off x="6537600" y="2461791"/>
            <a:ext cx="178611" cy="178611"/>
          </a:xfrm>
          <a:prstGeom prst="rect">
            <a:avLst/>
          </a:prstGeom>
          <a:noFill/>
          <a:ln w="952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7C65436-37DE-AE14-82E4-FB8476D863F0}"/>
              </a:ext>
            </a:extLst>
          </p:cNvPr>
          <p:cNvSpPr txBox="1"/>
          <p:nvPr/>
        </p:nvSpPr>
        <p:spPr>
          <a:xfrm>
            <a:off x="6019200" y="2950804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0F9ED5"/>
                </a:solidFill>
              </a:rPr>
              <a:t>Word 2</a:t>
            </a:r>
          </a:p>
          <a:p>
            <a:pPr algn="ctr"/>
            <a:r>
              <a:rPr lang="en-US" sz="800" noProof="0" dirty="0">
                <a:solidFill>
                  <a:srgbClr val="0F9ED5"/>
                </a:solidFill>
              </a:rPr>
              <a:t>Share</a:t>
            </a:r>
            <a:r>
              <a:rPr lang="en-US" sz="800" dirty="0">
                <a:solidFill>
                  <a:srgbClr val="0F9ED5"/>
                </a:solidFill>
              </a:rPr>
              <a:t> 1</a:t>
            </a:r>
            <a:endParaRPr lang="en-US" sz="800" noProof="0" dirty="0">
              <a:solidFill>
                <a:srgbClr val="0F9ED5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AE3135D-FDF3-B506-1121-F956971A0CE5}"/>
              </a:ext>
            </a:extLst>
          </p:cNvPr>
          <p:cNvSpPr/>
          <p:nvPr/>
        </p:nvSpPr>
        <p:spPr>
          <a:xfrm>
            <a:off x="6537600" y="3035640"/>
            <a:ext cx="178611" cy="17861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0F9ED5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52B2811-77D9-B9A8-95F7-357E7235DE4D}"/>
              </a:ext>
            </a:extLst>
          </p:cNvPr>
          <p:cNvSpPr txBox="1"/>
          <p:nvPr/>
        </p:nvSpPr>
        <p:spPr>
          <a:xfrm>
            <a:off x="6019200" y="3381087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0F9ED5"/>
                </a:solidFill>
              </a:rPr>
              <a:t>Word 2</a:t>
            </a:r>
          </a:p>
          <a:p>
            <a:pPr algn="ctr"/>
            <a:r>
              <a:rPr lang="en-US" sz="800" noProof="0" dirty="0">
                <a:solidFill>
                  <a:srgbClr val="0F9ED5"/>
                </a:solidFill>
              </a:rPr>
              <a:t>Share</a:t>
            </a:r>
            <a:r>
              <a:rPr lang="en-US" sz="800" dirty="0">
                <a:solidFill>
                  <a:srgbClr val="0F9ED5"/>
                </a:solidFill>
              </a:rPr>
              <a:t> 2</a:t>
            </a:r>
            <a:endParaRPr lang="en-US" sz="800" noProof="0" dirty="0">
              <a:solidFill>
                <a:srgbClr val="0F9ED5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5CFDEC4-2158-09DC-986E-96B8A0A419F9}"/>
              </a:ext>
            </a:extLst>
          </p:cNvPr>
          <p:cNvSpPr/>
          <p:nvPr/>
        </p:nvSpPr>
        <p:spPr>
          <a:xfrm>
            <a:off x="6537600" y="3465923"/>
            <a:ext cx="178611" cy="17861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0F9ED5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FE143CE-D57F-1A81-E933-AF3179F8A3A1}"/>
              </a:ext>
            </a:extLst>
          </p:cNvPr>
          <p:cNvSpPr txBox="1"/>
          <p:nvPr/>
        </p:nvSpPr>
        <p:spPr>
          <a:xfrm>
            <a:off x="6019200" y="3801098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0F9ED5"/>
                </a:solidFill>
              </a:rPr>
              <a:t>Word 2</a:t>
            </a:r>
          </a:p>
          <a:p>
            <a:pPr algn="ctr"/>
            <a:r>
              <a:rPr lang="en-US" sz="800" noProof="0" dirty="0">
                <a:solidFill>
                  <a:srgbClr val="0F9ED5"/>
                </a:solidFill>
              </a:rPr>
              <a:t>Share</a:t>
            </a:r>
            <a:r>
              <a:rPr lang="en-US" sz="800" dirty="0">
                <a:solidFill>
                  <a:srgbClr val="0F9ED5"/>
                </a:solidFill>
              </a:rPr>
              <a:t> 3</a:t>
            </a:r>
            <a:endParaRPr lang="en-US" sz="800" noProof="0" dirty="0">
              <a:solidFill>
                <a:srgbClr val="0F9ED5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258EDD2-0FA2-F3DC-2A93-1CFBDF8F9EC4}"/>
              </a:ext>
            </a:extLst>
          </p:cNvPr>
          <p:cNvSpPr/>
          <p:nvPr/>
        </p:nvSpPr>
        <p:spPr>
          <a:xfrm>
            <a:off x="6537600" y="3885934"/>
            <a:ext cx="178611" cy="17861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0F9ED5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EDD03A0-9731-B11B-8CB9-FADFA97F81CC}"/>
              </a:ext>
            </a:extLst>
          </p:cNvPr>
          <p:cNvSpPr txBox="1"/>
          <p:nvPr/>
        </p:nvSpPr>
        <p:spPr>
          <a:xfrm>
            <a:off x="6019200" y="4231381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0F9ED5"/>
                </a:solidFill>
              </a:rPr>
              <a:t>Word 2</a:t>
            </a:r>
          </a:p>
          <a:p>
            <a:pPr algn="ctr"/>
            <a:r>
              <a:rPr lang="en-US" sz="800" noProof="0" dirty="0">
                <a:solidFill>
                  <a:srgbClr val="0F9ED5"/>
                </a:solidFill>
              </a:rPr>
              <a:t>Share</a:t>
            </a:r>
            <a:r>
              <a:rPr lang="en-US" sz="800" dirty="0">
                <a:solidFill>
                  <a:srgbClr val="0F9ED5"/>
                </a:solidFill>
              </a:rPr>
              <a:t> 4</a:t>
            </a:r>
            <a:endParaRPr lang="en-US" sz="800" noProof="0" dirty="0">
              <a:solidFill>
                <a:srgbClr val="0F9ED5"/>
              </a:solidFill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2BC6ED4-C3B7-2362-28A3-874DDFF42CD1}"/>
              </a:ext>
            </a:extLst>
          </p:cNvPr>
          <p:cNvSpPr/>
          <p:nvPr/>
        </p:nvSpPr>
        <p:spPr>
          <a:xfrm>
            <a:off x="6537600" y="4316217"/>
            <a:ext cx="178611" cy="17861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0F9ED5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074A54D-18B1-E57D-90A1-5CE905BC23A0}"/>
              </a:ext>
            </a:extLst>
          </p:cNvPr>
          <p:cNvSpPr txBox="1"/>
          <p:nvPr/>
        </p:nvSpPr>
        <p:spPr>
          <a:xfrm>
            <a:off x="6019200" y="4651937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0F9ED5"/>
                </a:solidFill>
              </a:rPr>
              <a:t>Word 2</a:t>
            </a:r>
          </a:p>
          <a:p>
            <a:pPr algn="ctr"/>
            <a:r>
              <a:rPr lang="en-US" sz="800" noProof="0" dirty="0">
                <a:solidFill>
                  <a:srgbClr val="0F9ED5"/>
                </a:solidFill>
              </a:rPr>
              <a:t>Share</a:t>
            </a:r>
            <a:r>
              <a:rPr lang="en-US" sz="800" dirty="0">
                <a:solidFill>
                  <a:srgbClr val="0F9ED5"/>
                </a:solidFill>
              </a:rPr>
              <a:t> 5</a:t>
            </a:r>
            <a:endParaRPr lang="en-US" sz="800" noProof="0" dirty="0">
              <a:solidFill>
                <a:srgbClr val="0F9ED5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6F4CEEC-B02A-27AD-623E-A7BE9EFFAB17}"/>
              </a:ext>
            </a:extLst>
          </p:cNvPr>
          <p:cNvSpPr/>
          <p:nvPr/>
        </p:nvSpPr>
        <p:spPr>
          <a:xfrm>
            <a:off x="6537600" y="4735450"/>
            <a:ext cx="178611" cy="178611"/>
          </a:xfrm>
          <a:prstGeom prst="rect">
            <a:avLst/>
          </a:prstGeom>
          <a:noFill/>
          <a:ln w="9525"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0F9ED5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DEAEAEA-9682-21C7-772B-CB87459657D5}"/>
              </a:ext>
            </a:extLst>
          </p:cNvPr>
          <p:cNvSpPr txBox="1"/>
          <p:nvPr/>
        </p:nvSpPr>
        <p:spPr>
          <a:xfrm>
            <a:off x="6018565" y="5222288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4EA72E"/>
                </a:solidFill>
              </a:rPr>
              <a:t>Word 3</a:t>
            </a:r>
          </a:p>
          <a:p>
            <a:pPr algn="ctr"/>
            <a:r>
              <a:rPr lang="en-US" sz="800" noProof="0" dirty="0">
                <a:solidFill>
                  <a:srgbClr val="4EA72E"/>
                </a:solidFill>
              </a:rPr>
              <a:t>Share</a:t>
            </a:r>
            <a:r>
              <a:rPr lang="en-US" sz="800" dirty="0">
                <a:solidFill>
                  <a:srgbClr val="4EA72E"/>
                </a:solidFill>
              </a:rPr>
              <a:t> 1</a:t>
            </a:r>
            <a:endParaRPr lang="en-US" sz="800" noProof="0" dirty="0">
              <a:solidFill>
                <a:srgbClr val="4EA72E"/>
              </a:solidFill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D211E97-3F6D-185B-B8DD-6EC3E7B37F42}"/>
              </a:ext>
            </a:extLst>
          </p:cNvPr>
          <p:cNvSpPr/>
          <p:nvPr/>
        </p:nvSpPr>
        <p:spPr>
          <a:xfrm>
            <a:off x="6537600" y="5307124"/>
            <a:ext cx="178611" cy="17861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4EA72E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AD2342F-CD4D-3A89-9F45-BBC2AFEACA65}"/>
              </a:ext>
            </a:extLst>
          </p:cNvPr>
          <p:cNvSpPr txBox="1"/>
          <p:nvPr/>
        </p:nvSpPr>
        <p:spPr>
          <a:xfrm>
            <a:off x="6019200" y="5652571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4EA72E"/>
                </a:solidFill>
              </a:rPr>
              <a:t>Word 3</a:t>
            </a:r>
          </a:p>
          <a:p>
            <a:pPr algn="ctr"/>
            <a:r>
              <a:rPr lang="en-US" sz="800" noProof="0" dirty="0">
                <a:solidFill>
                  <a:srgbClr val="4EA72E"/>
                </a:solidFill>
              </a:rPr>
              <a:t>Share</a:t>
            </a:r>
            <a:r>
              <a:rPr lang="en-US" sz="800" dirty="0">
                <a:solidFill>
                  <a:srgbClr val="4EA72E"/>
                </a:solidFill>
              </a:rPr>
              <a:t> 2</a:t>
            </a:r>
            <a:endParaRPr lang="en-US" sz="800" noProof="0" dirty="0">
              <a:solidFill>
                <a:srgbClr val="4EA72E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C05880F-4ECC-7788-35C1-7F47D60B6E68}"/>
              </a:ext>
            </a:extLst>
          </p:cNvPr>
          <p:cNvSpPr/>
          <p:nvPr/>
        </p:nvSpPr>
        <p:spPr>
          <a:xfrm>
            <a:off x="6538659" y="5737407"/>
            <a:ext cx="178611" cy="17861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4EA72E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5395D45-59B0-6A7B-387A-F02B967E5B22}"/>
              </a:ext>
            </a:extLst>
          </p:cNvPr>
          <p:cNvSpPr txBox="1"/>
          <p:nvPr/>
        </p:nvSpPr>
        <p:spPr>
          <a:xfrm>
            <a:off x="6018566" y="6072582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4EA72E"/>
                </a:solidFill>
              </a:rPr>
              <a:t>Word 3</a:t>
            </a:r>
          </a:p>
          <a:p>
            <a:pPr algn="ctr"/>
            <a:r>
              <a:rPr lang="en-US" sz="800" noProof="0" dirty="0">
                <a:solidFill>
                  <a:srgbClr val="4EA72E"/>
                </a:solidFill>
              </a:rPr>
              <a:t>Share</a:t>
            </a:r>
            <a:r>
              <a:rPr lang="en-US" sz="800" dirty="0">
                <a:solidFill>
                  <a:srgbClr val="4EA72E"/>
                </a:solidFill>
              </a:rPr>
              <a:t> 3</a:t>
            </a:r>
            <a:endParaRPr lang="en-US" sz="800" noProof="0" dirty="0">
              <a:solidFill>
                <a:srgbClr val="4EA72E"/>
              </a:solidFill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46FE4C9-4F25-E7C5-55DC-55970B2651EF}"/>
              </a:ext>
            </a:extLst>
          </p:cNvPr>
          <p:cNvSpPr/>
          <p:nvPr/>
        </p:nvSpPr>
        <p:spPr>
          <a:xfrm>
            <a:off x="6537600" y="6157450"/>
            <a:ext cx="178611" cy="17861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4EA72E"/>
              </a:solidFill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F7F74E8-09F2-B569-7C94-0472FD51B252}"/>
              </a:ext>
            </a:extLst>
          </p:cNvPr>
          <p:cNvSpPr txBox="1"/>
          <p:nvPr/>
        </p:nvSpPr>
        <p:spPr>
          <a:xfrm>
            <a:off x="6019200" y="6502865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4EA72E"/>
                </a:solidFill>
              </a:rPr>
              <a:t>Word 3</a:t>
            </a:r>
          </a:p>
          <a:p>
            <a:pPr algn="ctr"/>
            <a:r>
              <a:rPr lang="en-US" sz="800" noProof="0" dirty="0">
                <a:solidFill>
                  <a:srgbClr val="4EA72E"/>
                </a:solidFill>
              </a:rPr>
              <a:t>Share</a:t>
            </a:r>
            <a:r>
              <a:rPr lang="en-US" sz="800" dirty="0">
                <a:solidFill>
                  <a:srgbClr val="4EA72E"/>
                </a:solidFill>
              </a:rPr>
              <a:t> 4</a:t>
            </a:r>
            <a:endParaRPr lang="en-US" sz="800" noProof="0" dirty="0">
              <a:solidFill>
                <a:srgbClr val="4EA72E"/>
              </a:solidFill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1163581-EAEA-60E2-86FE-D0034816D337}"/>
              </a:ext>
            </a:extLst>
          </p:cNvPr>
          <p:cNvSpPr/>
          <p:nvPr/>
        </p:nvSpPr>
        <p:spPr>
          <a:xfrm>
            <a:off x="6538660" y="6587701"/>
            <a:ext cx="178611" cy="17861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4EA72E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F71FE21-DD40-20AD-96B1-94033091E54A}"/>
              </a:ext>
            </a:extLst>
          </p:cNvPr>
          <p:cNvSpPr txBox="1"/>
          <p:nvPr/>
        </p:nvSpPr>
        <p:spPr>
          <a:xfrm>
            <a:off x="6019200" y="6923421"/>
            <a:ext cx="5544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dirty="0">
                <a:solidFill>
                  <a:srgbClr val="4EA72E"/>
                </a:solidFill>
              </a:rPr>
              <a:t>Word 3</a:t>
            </a:r>
          </a:p>
          <a:p>
            <a:pPr algn="ctr"/>
            <a:r>
              <a:rPr lang="en-US" sz="800" noProof="0" dirty="0">
                <a:solidFill>
                  <a:srgbClr val="4EA72E"/>
                </a:solidFill>
              </a:rPr>
              <a:t>Share</a:t>
            </a:r>
            <a:r>
              <a:rPr lang="en-US" sz="800" dirty="0">
                <a:solidFill>
                  <a:srgbClr val="4EA72E"/>
                </a:solidFill>
              </a:rPr>
              <a:t> 5</a:t>
            </a:r>
            <a:endParaRPr lang="en-US" sz="800" noProof="0" dirty="0">
              <a:solidFill>
                <a:srgbClr val="4EA72E"/>
              </a:solidFill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E1C2FCA-ADE7-2D35-842E-0B06566FE0B6}"/>
              </a:ext>
            </a:extLst>
          </p:cNvPr>
          <p:cNvSpPr/>
          <p:nvPr/>
        </p:nvSpPr>
        <p:spPr>
          <a:xfrm>
            <a:off x="6538661" y="7008257"/>
            <a:ext cx="178611" cy="178611"/>
          </a:xfrm>
          <a:prstGeom prst="rect">
            <a:avLst/>
          </a:prstGeom>
          <a:noFill/>
          <a:ln w="9525"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4EA72E"/>
              </a:solidFill>
            </a:endParaRPr>
          </a:p>
        </p:txBody>
      </p:sp>
      <p:pic>
        <p:nvPicPr>
          <p:cNvPr id="66" name="Picture 65" descr="A logo of a griffin&#10;&#10;AI-generated content may be incorrect.">
            <a:extLst>
              <a:ext uri="{FF2B5EF4-FFF2-40B4-BE49-F238E27FC236}">
                <a16:creationId xmlns:a16="http://schemas.microsoft.com/office/drawing/2014/main" id="{731AA023-C156-A0F4-FC54-937EE9100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481" y="141553"/>
            <a:ext cx="544198" cy="544198"/>
          </a:xfrm>
          <a:prstGeom prst="rect">
            <a:avLst/>
          </a:prstGeom>
          <a:noFill/>
        </p:spPr>
      </p:pic>
      <p:cxnSp>
        <p:nvCxnSpPr>
          <p:cNvPr id="4" name="Elbow Connector 3">
            <a:extLst>
              <a:ext uri="{FF2B5EF4-FFF2-40B4-BE49-F238E27FC236}">
                <a16:creationId xmlns:a16="http://schemas.microsoft.com/office/drawing/2014/main" id="{CB0BBF29-A53B-6DD1-5960-6BBB923A28D7}"/>
              </a:ext>
            </a:extLst>
          </p:cNvPr>
          <p:cNvCxnSpPr>
            <a:cxnSpLocks/>
            <a:stCxn id="70" idx="1"/>
            <a:endCxn id="74" idx="1"/>
          </p:cNvCxnSpPr>
          <p:nvPr/>
        </p:nvCxnSpPr>
        <p:spPr>
          <a:xfrm rot="10800000" flipV="1">
            <a:off x="361170" y="835325"/>
            <a:ext cx="2" cy="1701992"/>
          </a:xfrm>
          <a:prstGeom prst="bentConnector3">
            <a:avLst>
              <a:gd name="adj1" fmla="val 11430100000"/>
            </a:avLst>
          </a:prstGeom>
          <a:ln w="9525"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9996377-DDB0-C0B6-E4E1-0651C308CD34}"/>
              </a:ext>
            </a:extLst>
          </p:cNvPr>
          <p:cNvSpPr txBox="1">
            <a:spLocks/>
          </p:cNvSpPr>
          <p:nvPr/>
        </p:nvSpPr>
        <p:spPr>
          <a:xfrm rot="16200000">
            <a:off x="-253419" y="1563210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97132"/>
                </a:solidFill>
              </a:rPr>
              <a:t>copy     to      all</a:t>
            </a:r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FB3F566E-7899-B3E7-F9A0-7DAFD414E3AC}"/>
              </a:ext>
            </a:extLst>
          </p:cNvPr>
          <p:cNvCxnSpPr>
            <a:cxnSpLocks/>
            <a:stCxn id="540" idx="1"/>
            <a:endCxn id="544" idx="1"/>
          </p:cNvCxnSpPr>
          <p:nvPr/>
        </p:nvCxnSpPr>
        <p:spPr>
          <a:xfrm rot="10800000" flipV="1">
            <a:off x="356337" y="3108474"/>
            <a:ext cx="2" cy="1701992"/>
          </a:xfrm>
          <a:prstGeom prst="bentConnector3">
            <a:avLst>
              <a:gd name="adj1" fmla="val 11430100000"/>
            </a:avLst>
          </a:prstGeom>
          <a:ln w="9525">
            <a:solidFill>
              <a:srgbClr val="0F9ED5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2BEE9059-2B0B-39F6-8048-B034D64AD84F}"/>
              </a:ext>
            </a:extLst>
          </p:cNvPr>
          <p:cNvSpPr txBox="1">
            <a:spLocks/>
          </p:cNvSpPr>
          <p:nvPr/>
        </p:nvSpPr>
        <p:spPr>
          <a:xfrm rot="16200000">
            <a:off x="-258254" y="3838816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copy     to      all</a:t>
            </a:r>
          </a:p>
        </p:txBody>
      </p:sp>
      <p:cxnSp>
        <p:nvCxnSpPr>
          <p:cNvPr id="69" name="Elbow Connector 68">
            <a:extLst>
              <a:ext uri="{FF2B5EF4-FFF2-40B4-BE49-F238E27FC236}">
                <a16:creationId xmlns:a16="http://schemas.microsoft.com/office/drawing/2014/main" id="{766EC15C-032C-EB69-1464-F2FF02F71645}"/>
              </a:ext>
            </a:extLst>
          </p:cNvPr>
          <p:cNvCxnSpPr>
            <a:cxnSpLocks/>
            <a:stCxn id="601" idx="1"/>
            <a:endCxn id="605" idx="1"/>
          </p:cNvCxnSpPr>
          <p:nvPr/>
        </p:nvCxnSpPr>
        <p:spPr>
          <a:xfrm rot="10800000" flipV="1">
            <a:off x="360075" y="5380444"/>
            <a:ext cx="2" cy="1701992"/>
          </a:xfrm>
          <a:prstGeom prst="bentConnector3">
            <a:avLst>
              <a:gd name="adj1" fmla="val 11430100000"/>
            </a:avLst>
          </a:prstGeom>
          <a:ln w="9525">
            <a:solidFill>
              <a:srgbClr val="4EA72E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8C7DDE54-68EC-FC6A-A1E8-E77063C1134E}"/>
              </a:ext>
            </a:extLst>
          </p:cNvPr>
          <p:cNvSpPr txBox="1">
            <a:spLocks/>
          </p:cNvSpPr>
          <p:nvPr/>
        </p:nvSpPr>
        <p:spPr>
          <a:xfrm rot="16200000">
            <a:off x="-258252" y="6113948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copy     to      all</a:t>
            </a:r>
          </a:p>
        </p:txBody>
      </p: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DF333819-92C5-6152-3260-2A0F38010E0C}"/>
              </a:ext>
            </a:extLst>
          </p:cNvPr>
          <p:cNvCxnSpPr>
            <a:cxnSpLocks/>
            <a:stCxn id="357" idx="1"/>
            <a:endCxn id="361" idx="1"/>
          </p:cNvCxnSpPr>
          <p:nvPr/>
        </p:nvCxnSpPr>
        <p:spPr>
          <a:xfrm rot="10800000" flipV="1">
            <a:off x="356339" y="7664368"/>
            <a:ext cx="2" cy="1701992"/>
          </a:xfrm>
          <a:prstGeom prst="bentConnector3">
            <a:avLst>
              <a:gd name="adj1" fmla="val 11430100000"/>
            </a:avLst>
          </a:prstGeom>
          <a:ln w="9525">
            <a:solidFill>
              <a:srgbClr val="A02A93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56DD3FE2-3A48-7ADF-BDEF-FF35E11A4606}"/>
              </a:ext>
            </a:extLst>
          </p:cNvPr>
          <p:cNvSpPr txBox="1">
            <a:spLocks/>
          </p:cNvSpPr>
          <p:nvPr/>
        </p:nvSpPr>
        <p:spPr>
          <a:xfrm rot="16200000">
            <a:off x="-258255" y="8392254"/>
            <a:ext cx="98296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copy     to      all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B3B773-A6E8-D7A7-4A30-9F5494F29C5F}"/>
              </a:ext>
            </a:extLst>
          </p:cNvPr>
          <p:cNvSpPr txBox="1"/>
          <p:nvPr/>
        </p:nvSpPr>
        <p:spPr>
          <a:xfrm>
            <a:off x="234965" y="88449"/>
            <a:ext cx="5696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 err="1"/>
              <a:t>DuraShare</a:t>
            </a:r>
            <a:r>
              <a:rPr lang="en-US" noProof="0" dirty="0"/>
              <a:t> – Manua</a:t>
            </a:r>
            <a:r>
              <a:rPr lang="en-US" dirty="0"/>
              <a:t>l Sharing 3-of-5 TABConf8</a:t>
            </a:r>
            <a:endParaRPr lang="en-US" noProof="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80749A-EA19-4098-EC59-C8797066063B}"/>
              </a:ext>
            </a:extLst>
          </p:cNvPr>
          <p:cNvSpPr txBox="1"/>
          <p:nvPr/>
        </p:nvSpPr>
        <p:spPr>
          <a:xfrm>
            <a:off x="251727" y="339889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Note: Whenever you see </a:t>
            </a:r>
            <a:r>
              <a:rPr lang="en-US" sz="800" b="1" dirty="0"/>
              <a:t>Mod</a:t>
            </a:r>
            <a:r>
              <a:rPr lang="en-US" sz="800" dirty="0"/>
              <a:t>, divide by 2053, subtract the number before the dot, multiply the result by 2053. Roud the result.</a:t>
            </a:r>
            <a:endParaRPr lang="en-US" sz="600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8FE13C-EDE0-443C-7258-FF5502849D25}"/>
              </a:ext>
            </a:extLst>
          </p:cNvPr>
          <p:cNvSpPr/>
          <p:nvPr/>
        </p:nvSpPr>
        <p:spPr>
          <a:xfrm>
            <a:off x="6612825" y="7529518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A6C802B-48E4-F6F2-38D3-99E66E59FA6D}"/>
              </a:ext>
            </a:extLst>
          </p:cNvPr>
          <p:cNvSpPr/>
          <p:nvPr/>
        </p:nvSpPr>
        <p:spPr>
          <a:xfrm>
            <a:off x="6612825" y="7690718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82A54F1-8C6F-F20D-AA2B-158301EE2B26}"/>
              </a:ext>
            </a:extLst>
          </p:cNvPr>
          <p:cNvSpPr/>
          <p:nvPr/>
        </p:nvSpPr>
        <p:spPr>
          <a:xfrm>
            <a:off x="6611922" y="79538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485AD23-9FB1-0B04-3BDB-DE9ED393B2F1}"/>
              </a:ext>
            </a:extLst>
          </p:cNvPr>
          <p:cNvSpPr/>
          <p:nvPr/>
        </p:nvSpPr>
        <p:spPr>
          <a:xfrm>
            <a:off x="6611922" y="81122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38186204-0598-CA08-BEE6-198653A64D48}"/>
              </a:ext>
            </a:extLst>
          </p:cNvPr>
          <p:cNvSpPr/>
          <p:nvPr/>
        </p:nvSpPr>
        <p:spPr>
          <a:xfrm>
            <a:off x="6611922" y="83822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28F8457F-2C9D-212C-92DB-433FB3DF22CC}"/>
              </a:ext>
            </a:extLst>
          </p:cNvPr>
          <p:cNvSpPr/>
          <p:nvPr/>
        </p:nvSpPr>
        <p:spPr>
          <a:xfrm>
            <a:off x="6611922" y="85442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DE332E2F-CFA4-A4E9-7415-75087910CEDA}"/>
              </a:ext>
            </a:extLst>
          </p:cNvPr>
          <p:cNvSpPr/>
          <p:nvPr/>
        </p:nvSpPr>
        <p:spPr>
          <a:xfrm>
            <a:off x="6611922" y="88070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66D710B7-FA8D-05D4-A755-4EAF85D512AC}"/>
              </a:ext>
            </a:extLst>
          </p:cNvPr>
          <p:cNvSpPr/>
          <p:nvPr/>
        </p:nvSpPr>
        <p:spPr>
          <a:xfrm>
            <a:off x="6611922" y="89690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43D3A6E-982B-7AAA-8E5C-1F8F9F53AB15}"/>
              </a:ext>
            </a:extLst>
          </p:cNvPr>
          <p:cNvSpPr txBox="1"/>
          <p:nvPr/>
        </p:nvSpPr>
        <p:spPr>
          <a:xfrm>
            <a:off x="6234291" y="9386574"/>
            <a:ext cx="46166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noProof="0" dirty="0"/>
              <a:t>+1</a:t>
            </a:r>
            <a:r>
              <a:rPr lang="en-US" sz="600" noProof="0" dirty="0"/>
              <a:t> Mod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2FBF215-03B3-2E55-5478-73BE19D41BC3}"/>
              </a:ext>
            </a:extLst>
          </p:cNvPr>
          <p:cNvSpPr/>
          <p:nvPr/>
        </p:nvSpPr>
        <p:spPr>
          <a:xfrm>
            <a:off x="6611922" y="92390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D99DCA9-92D5-9CE9-3C9A-913279ED7EA1}"/>
              </a:ext>
            </a:extLst>
          </p:cNvPr>
          <p:cNvSpPr/>
          <p:nvPr/>
        </p:nvSpPr>
        <p:spPr>
          <a:xfrm>
            <a:off x="6611922" y="9397450"/>
            <a:ext cx="119801" cy="119801"/>
          </a:xfrm>
          <a:prstGeom prst="rect">
            <a:avLst/>
          </a:prstGeom>
          <a:noFill/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912BB68-7E11-C148-ACB4-77654600045D}"/>
              </a:ext>
            </a:extLst>
          </p:cNvPr>
          <p:cNvSpPr txBox="1"/>
          <p:nvPr/>
        </p:nvSpPr>
        <p:spPr>
          <a:xfrm>
            <a:off x="6229962" y="8961407"/>
            <a:ext cx="46166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noProof="0" dirty="0"/>
              <a:t>+1</a:t>
            </a:r>
            <a:r>
              <a:rPr lang="en-US" sz="600" noProof="0" dirty="0"/>
              <a:t> Mod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462752E-6FB9-B7A6-3417-CFFA71ABE655}"/>
              </a:ext>
            </a:extLst>
          </p:cNvPr>
          <p:cNvSpPr txBox="1"/>
          <p:nvPr/>
        </p:nvSpPr>
        <p:spPr>
          <a:xfrm>
            <a:off x="6234061" y="8535909"/>
            <a:ext cx="46166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noProof="0" dirty="0"/>
              <a:t>+1</a:t>
            </a:r>
            <a:r>
              <a:rPr lang="en-US" sz="600" noProof="0" dirty="0"/>
              <a:t> Mod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271E6BE-0837-805A-6FC4-A3B673BDCBD5}"/>
              </a:ext>
            </a:extLst>
          </p:cNvPr>
          <p:cNvSpPr txBox="1"/>
          <p:nvPr/>
        </p:nvSpPr>
        <p:spPr>
          <a:xfrm>
            <a:off x="6232605" y="8108931"/>
            <a:ext cx="46166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noProof="0" dirty="0"/>
              <a:t>+1</a:t>
            </a:r>
            <a:r>
              <a:rPr lang="en-US" sz="600" noProof="0" dirty="0"/>
              <a:t> Mod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AD58C48-5476-251C-3DEF-EB599D841528}"/>
              </a:ext>
            </a:extLst>
          </p:cNvPr>
          <p:cNvSpPr txBox="1"/>
          <p:nvPr/>
        </p:nvSpPr>
        <p:spPr>
          <a:xfrm>
            <a:off x="6232006" y="7680767"/>
            <a:ext cx="461664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" noProof="0" dirty="0"/>
              <a:t>+1</a:t>
            </a:r>
            <a:r>
              <a:rPr lang="en-US" sz="600" noProof="0" dirty="0"/>
              <a:t> Mod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7D4B00C-365C-3476-829D-6CABB39C1D7A}"/>
              </a:ext>
            </a:extLst>
          </p:cNvPr>
          <p:cNvSpPr txBox="1"/>
          <p:nvPr/>
        </p:nvSpPr>
        <p:spPr>
          <a:xfrm>
            <a:off x="41291" y="952429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</p:spTree>
    <p:extLst>
      <p:ext uri="{BB962C8B-B14F-4D97-AF65-F5344CB8AC3E}">
        <p14:creationId xmlns:p14="http://schemas.microsoft.com/office/powerpoint/2010/main" val="4239803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13029</TotalTime>
  <Words>466</Words>
  <Application>Microsoft Macintosh PowerPoint</Application>
  <PresentationFormat>A4 Paper (210x297 mm)</PresentationFormat>
  <Paragraphs>173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Renato Schiavinato Lopez</dc:creator>
  <cp:lastModifiedBy>Renato Schiavinato Lopez</cp:lastModifiedBy>
  <cp:revision>55</cp:revision>
  <cp:lastPrinted>2026-10-02T02:20:07Z</cp:lastPrinted>
  <dcterms:created xsi:type="dcterms:W3CDTF">2025-12-07T22:50:14Z</dcterms:created>
  <dcterms:modified xsi:type="dcterms:W3CDTF">2026-10-03T02:40:50Z</dcterms:modified>
</cp:coreProperties>
</file>